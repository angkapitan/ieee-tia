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9" r:id="rId3"/>
    <p:sldId id="260" r:id="rId4"/>
    <p:sldId id="261" r:id="rId5"/>
    <p:sldId id="258" r:id="rId6"/>
    <p:sldId id="257" r:id="rId7"/>
    <p:sldId id="262" r:id="rId8"/>
    <p:sldId id="263" r:id="rId9"/>
    <p:sldId id="264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808080"/>
    <a:srgbClr val="FC9933"/>
    <a:srgbClr val="00B6F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6270" autoAdjust="0"/>
    <p:restoredTop sz="93260" autoAdjust="0"/>
  </p:normalViewPr>
  <p:slideViewPr>
    <p:cSldViewPr snapToGrid="0">
      <p:cViewPr>
        <p:scale>
          <a:sx n="66" d="100"/>
          <a:sy n="66" d="100"/>
        </p:scale>
        <p:origin x="2790" y="1329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microsoft.com/office/2016/11/relationships/changesInfo" Target="changesInfos/changesInfo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ROQUE Karl Raymond Dela Cruz" userId="3ef34158-41fc-4e4b-94a6-f7088aac19cc" providerId="ADAL" clId="{4C8DCC2A-8B1B-4414-B405-6FC26C0D17AC}"/>
    <pc:docChg chg="undo custSel modSld">
      <pc:chgData name="ROQUE Karl Raymond Dela Cruz" userId="3ef34158-41fc-4e4b-94a6-f7088aac19cc" providerId="ADAL" clId="{4C8DCC2A-8B1B-4414-B405-6FC26C0D17AC}" dt="2026-02-28T14:00:55.453" v="62" actId="1035"/>
      <pc:docMkLst>
        <pc:docMk/>
      </pc:docMkLst>
      <pc:sldChg chg="modSp mod">
        <pc:chgData name="ROQUE Karl Raymond Dela Cruz" userId="3ef34158-41fc-4e4b-94a6-f7088aac19cc" providerId="ADAL" clId="{4C8DCC2A-8B1B-4414-B405-6FC26C0D17AC}" dt="2026-02-28T14:00:55.453" v="62" actId="1035"/>
        <pc:sldMkLst>
          <pc:docMk/>
          <pc:sldMk cId="883551506" sldId="257"/>
        </pc:sldMkLst>
        <pc:spChg chg="mod">
          <ac:chgData name="ROQUE Karl Raymond Dela Cruz" userId="3ef34158-41fc-4e4b-94a6-f7088aac19cc" providerId="ADAL" clId="{4C8DCC2A-8B1B-4414-B405-6FC26C0D17AC}" dt="2026-02-28T14:00:49.584" v="45" actId="1036"/>
          <ac:spMkLst>
            <pc:docMk/>
            <pc:sldMk cId="883551506" sldId="257"/>
            <ac:spMk id="10" creationId="{D03C3C90-F79D-854B-7CD8-C8FA37D02B9C}"/>
          </ac:spMkLst>
        </pc:spChg>
        <pc:picChg chg="mod">
          <ac:chgData name="ROQUE Karl Raymond Dela Cruz" userId="3ef34158-41fc-4e4b-94a6-f7088aac19cc" providerId="ADAL" clId="{4C8DCC2A-8B1B-4414-B405-6FC26C0D17AC}" dt="2026-02-28T14:00:46.781" v="27" actId="1037"/>
          <ac:picMkLst>
            <pc:docMk/>
            <pc:sldMk cId="883551506" sldId="257"/>
            <ac:picMk id="35" creationId="{406CA8FC-72C5-5D0E-7272-5D07EE2E5278}"/>
          </ac:picMkLst>
        </pc:picChg>
        <pc:picChg chg="mod">
          <ac:chgData name="ROQUE Karl Raymond Dela Cruz" userId="3ef34158-41fc-4e4b-94a6-f7088aac19cc" providerId="ADAL" clId="{4C8DCC2A-8B1B-4414-B405-6FC26C0D17AC}" dt="2026-02-28T14:00:38.305" v="5" actId="1038"/>
          <ac:picMkLst>
            <pc:docMk/>
            <pc:sldMk cId="883551506" sldId="257"/>
            <ac:picMk id="37" creationId="{B2D9D69C-E3C9-CA20-E406-F809CD728FDE}"/>
          </ac:picMkLst>
        </pc:picChg>
        <pc:picChg chg="mod">
          <ac:chgData name="ROQUE Karl Raymond Dela Cruz" userId="3ef34158-41fc-4e4b-94a6-f7088aac19cc" providerId="ADAL" clId="{4C8DCC2A-8B1B-4414-B405-6FC26C0D17AC}" dt="2026-02-28T14:00:55.453" v="62" actId="1035"/>
          <ac:picMkLst>
            <pc:docMk/>
            <pc:sldMk cId="883551506" sldId="257"/>
            <ac:picMk id="41" creationId="{A7C42125-FA7E-9FD9-3F32-FF8DDA07FC6D}"/>
          </ac:picMkLst>
        </pc:picChg>
        <pc:picChg chg="mod">
          <ac:chgData name="ROQUE Karl Raymond Dela Cruz" userId="3ef34158-41fc-4e4b-94a6-f7088aac19cc" providerId="ADAL" clId="{4C8DCC2A-8B1B-4414-B405-6FC26C0D17AC}" dt="2026-02-28T14:00:43.563" v="15" actId="1036"/>
          <ac:picMkLst>
            <pc:docMk/>
            <pc:sldMk cId="883551506" sldId="257"/>
            <ac:picMk id="43" creationId="{17289C81-17C2-44D0-081D-001DD5A10FA3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4381A7-2008-59A6-42E3-4859DF203AC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0B560AC-3831-1BAD-1B76-6D7C3F34E4D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8FD3E61-FDE2-2DBE-5273-A084227DE4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AFD033-9734-4099-AB24-E002C0C94B93}" type="datetimeFigureOut">
              <a:rPr lang="en-US" smtClean="0"/>
              <a:t>8/11/2026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7514F63-B778-CE10-6573-134A41983A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95F4CD-48F1-4DAC-964C-D82306142E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C7FE10-01CE-449E-81A6-B8DC8E7A94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14551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40DAEE-1465-C602-62C3-EC3A947847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5AF255-393E-8F30-F0E8-BABB62BC811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2743E2A-E7C5-EAA3-327D-5F8910CC9A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AFD033-9734-4099-AB24-E002C0C94B93}" type="datetimeFigureOut">
              <a:rPr lang="en-US" smtClean="0"/>
              <a:t>8/11/2026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098C284-C936-F0CA-504D-93662A3412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CFD5F81-2A39-A22F-E338-FA56EECFE8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C7FE10-01CE-449E-81A6-B8DC8E7A94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458411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DD3429-FBCD-4556-1970-F863853920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158A355-C017-6CA1-941B-5730DB420CC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07349B0-4BCB-0DDF-57AC-64CF18422B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AFD033-9734-4099-AB24-E002C0C94B93}" type="datetimeFigureOut">
              <a:rPr lang="en-US" smtClean="0"/>
              <a:t>8/11/2026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F680EE5-1986-0D04-CF55-6A9F5AF64E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E2403A-4E90-BEB5-F767-2529767DA0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C7FE10-01CE-449E-81A6-B8DC8E7A94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920847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6AD048-4690-AF28-2F9D-3EDEF19757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CBEA8F-F187-F73F-1B8E-D4ACC71BA6F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2597446-ED3C-3052-1EF6-156A6FCB753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70DEE91-4CD0-A4A7-3A1F-D36600635C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AFD033-9734-4099-AB24-E002C0C94B93}" type="datetimeFigureOut">
              <a:rPr lang="en-US" smtClean="0"/>
              <a:t>8/11/2026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187E94D-E0D8-7833-0EB6-24AEA790F2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66CD47E-D655-9B17-A63F-7D1512B9D5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C7FE10-01CE-449E-81A6-B8DC8E7A94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003802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B5398F-6D90-A4CB-F0D0-99A15DB080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4036DBC-F40A-CB71-D6BA-54E88875C15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C6822A0-7B2B-124B-A6E0-3CE0E7B048F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C6EAB8C-E929-FB2C-7FE3-DD191599077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5B7EB52-2CF6-ED8F-79CA-735D9766312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7D83B9B-EAF9-28BE-C617-A489C1125F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AFD033-9734-4099-AB24-E002C0C94B93}" type="datetimeFigureOut">
              <a:rPr lang="en-US" smtClean="0"/>
              <a:t>8/11/2026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6D6E18F-C72B-726F-A9A4-CC565E7E11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8F59626-5C6E-F12A-8367-B64C054F28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C7FE10-01CE-449E-81A6-B8DC8E7A94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2379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F7A71B-3C1D-B1FC-D66A-8376B828F4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08F716D-FB98-DACF-1804-3015E17ED6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AFD033-9734-4099-AB24-E002C0C94B93}" type="datetimeFigureOut">
              <a:rPr lang="en-US" smtClean="0"/>
              <a:t>8/11/2026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AE09B51-3597-3795-B8EC-5794C4456D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2405BF8-0B3D-39D8-4DCF-3FE986B8E2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C7FE10-01CE-449E-81A6-B8DC8E7A94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821316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C56E360-6683-928C-2680-FAB5025A19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AFD033-9734-4099-AB24-E002C0C94B93}" type="datetimeFigureOut">
              <a:rPr lang="en-US" smtClean="0"/>
              <a:t>8/11/2026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A8B0482-E802-E26F-9498-6A2D0AEF15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8C85687-FE70-E61D-9A0D-A47D2CFFCC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C7FE10-01CE-449E-81A6-B8DC8E7A94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21790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2C7FEE-9A23-6FFF-DE61-58676B150D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E4F131-C6EC-A730-805A-82780520E69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83F8F95-40FB-B0BF-46FA-39180B6E3F3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D4DD01A-58B4-7F87-5ABE-678AE74979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AFD033-9734-4099-AB24-E002C0C94B93}" type="datetimeFigureOut">
              <a:rPr lang="en-US" smtClean="0"/>
              <a:t>8/11/2026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D181D47-7262-B981-E8B4-31483A353F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AD9F328-CBE6-C815-7267-7B19D2A60E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C7FE10-01CE-449E-81A6-B8DC8E7A94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598157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AAFCEE-AA86-3421-64C2-05266114FC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64C6FCE-76DC-CEC9-C0AA-A1F4B3744AC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7E91AD6-05E8-8478-E82F-870CCDDFB5B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17AC7F4-9BDB-9628-79CB-91A6D99DDB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AFD033-9734-4099-AB24-E002C0C94B93}" type="datetimeFigureOut">
              <a:rPr lang="en-US" smtClean="0"/>
              <a:t>8/11/2026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AFE052F-55E9-CD52-F76F-6918168531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7325085-42F6-A29B-AB7C-A85A5B9DC3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C7FE10-01CE-449E-81A6-B8DC8E7A94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375125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55E480-F420-DDDB-401A-D2F7D49CE9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55E613F-5B6B-0B2C-B97F-D24F16C0B1B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F7E7F50-DEB4-D8F5-797E-5B51FB0FB0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AFD033-9734-4099-AB24-E002C0C94B93}" type="datetimeFigureOut">
              <a:rPr lang="en-US" smtClean="0"/>
              <a:t>8/11/2026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428D402-5219-D219-0EFA-30EB246303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0CDAC31-A107-B447-6EAD-0EF4788220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C7FE10-01CE-449E-81A6-B8DC8E7A94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98300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AFF8F6A-1C53-E988-E5F7-DAFA42BA6EB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5A4E92E-0569-6983-F710-A58BB596E12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E53686C-3DDC-C5C1-0DB4-D9626673C9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AFD033-9734-4099-AB24-E002C0C94B93}" type="datetimeFigureOut">
              <a:rPr lang="en-US" smtClean="0"/>
              <a:t>8/11/2026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B91A38C-3EDD-E56F-EC75-BAE5AEB907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8A937C5-3E0C-6F61-E001-C093820C83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C7FE10-01CE-449E-81A6-B8DC8E7A94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697834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B940175-5452-7F50-4DDE-725CE472F1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BEBFEC2-7A2D-E184-9F9E-D2011B9BCAD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A2DBE1F-D31C-8671-AB6E-3DB4E01A0DC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8AFD033-9734-4099-AB24-E002C0C94B93}" type="datetimeFigureOut">
              <a:rPr lang="en-US" smtClean="0"/>
              <a:t>8/11/2026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E967BAB-0677-608C-D8C2-E28E36D353F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5BA7539-BB2C-4F7F-8319-0D7175E9933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4C7FE10-01CE-449E-81A6-B8DC8E7A94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32123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svg"/><Relationship Id="rId3" Type="http://schemas.openxmlformats.org/officeDocument/2006/relationships/image" Target="../media/image2.tiff"/><Relationship Id="rId7" Type="http://schemas.openxmlformats.org/officeDocument/2006/relationships/image" Target="../media/image6.svg"/><Relationship Id="rId2" Type="http://schemas.openxmlformats.org/officeDocument/2006/relationships/image" Target="../media/image1.tiff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svg"/><Relationship Id="rId5" Type="http://schemas.openxmlformats.org/officeDocument/2006/relationships/image" Target="../media/image4.svg"/><Relationship Id="rId4" Type="http://schemas.openxmlformats.org/officeDocument/2006/relationships/image" Target="../media/image3.svg"/><Relationship Id="rId9" Type="http://schemas.openxmlformats.org/officeDocument/2006/relationships/image" Target="../media/image8.sv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svg"/><Relationship Id="rId3" Type="http://schemas.openxmlformats.org/officeDocument/2006/relationships/image" Target="../media/image2.tiff"/><Relationship Id="rId7" Type="http://schemas.openxmlformats.org/officeDocument/2006/relationships/image" Target="../media/image6.svg"/><Relationship Id="rId2" Type="http://schemas.openxmlformats.org/officeDocument/2006/relationships/image" Target="../media/image1.tiff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svg"/><Relationship Id="rId5" Type="http://schemas.openxmlformats.org/officeDocument/2006/relationships/image" Target="../media/image4.svg"/><Relationship Id="rId4" Type="http://schemas.openxmlformats.org/officeDocument/2006/relationships/image" Target="../media/image3.svg"/><Relationship Id="rId9" Type="http://schemas.openxmlformats.org/officeDocument/2006/relationships/image" Target="../media/image8.sv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tiff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svg"/><Relationship Id="rId5" Type="http://schemas.openxmlformats.org/officeDocument/2006/relationships/image" Target="../media/image5.svg"/><Relationship Id="rId4" Type="http://schemas.openxmlformats.org/officeDocument/2006/relationships/image" Target="../media/image4.sv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image" Target="../media/image1.tiff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svg"/><Relationship Id="rId5" Type="http://schemas.openxmlformats.org/officeDocument/2006/relationships/image" Target="../media/image4.svg"/><Relationship Id="rId4" Type="http://schemas.openxmlformats.org/officeDocument/2006/relationships/image" Target="../media/image8.sv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4.svg"/><Relationship Id="rId5" Type="http://schemas.openxmlformats.org/officeDocument/2006/relationships/image" Target="../media/image13.svg"/><Relationship Id="rId4" Type="http://schemas.openxmlformats.org/officeDocument/2006/relationships/image" Target="../media/image12.sv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svg"/><Relationship Id="rId13" Type="http://schemas.openxmlformats.org/officeDocument/2006/relationships/image" Target="../media/image26.svg"/><Relationship Id="rId3" Type="http://schemas.openxmlformats.org/officeDocument/2006/relationships/image" Target="../media/image16.svg"/><Relationship Id="rId7" Type="http://schemas.openxmlformats.org/officeDocument/2006/relationships/image" Target="../media/image20.svg"/><Relationship Id="rId12" Type="http://schemas.openxmlformats.org/officeDocument/2006/relationships/image" Target="../media/image25.svg"/><Relationship Id="rId2" Type="http://schemas.openxmlformats.org/officeDocument/2006/relationships/image" Target="../media/image15.sv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.svg"/><Relationship Id="rId11" Type="http://schemas.openxmlformats.org/officeDocument/2006/relationships/image" Target="../media/image24.svg"/><Relationship Id="rId5" Type="http://schemas.openxmlformats.org/officeDocument/2006/relationships/image" Target="../media/image18.svg"/><Relationship Id="rId10" Type="http://schemas.openxmlformats.org/officeDocument/2006/relationships/image" Target="../media/image23.svg"/><Relationship Id="rId4" Type="http://schemas.openxmlformats.org/officeDocument/2006/relationships/image" Target="../media/image17.svg"/><Relationship Id="rId9" Type="http://schemas.openxmlformats.org/officeDocument/2006/relationships/image" Target="../media/image22.sv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svg"/><Relationship Id="rId13" Type="http://schemas.openxmlformats.org/officeDocument/2006/relationships/image" Target="../media/image26.svg"/><Relationship Id="rId3" Type="http://schemas.openxmlformats.org/officeDocument/2006/relationships/image" Target="../media/image16.svg"/><Relationship Id="rId7" Type="http://schemas.openxmlformats.org/officeDocument/2006/relationships/image" Target="../media/image20.svg"/><Relationship Id="rId12" Type="http://schemas.openxmlformats.org/officeDocument/2006/relationships/image" Target="../media/image25.svg"/><Relationship Id="rId2" Type="http://schemas.openxmlformats.org/officeDocument/2006/relationships/image" Target="../media/image15.sv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.svg"/><Relationship Id="rId11" Type="http://schemas.openxmlformats.org/officeDocument/2006/relationships/image" Target="../media/image24.svg"/><Relationship Id="rId5" Type="http://schemas.openxmlformats.org/officeDocument/2006/relationships/image" Target="../media/image18.svg"/><Relationship Id="rId10" Type="http://schemas.openxmlformats.org/officeDocument/2006/relationships/image" Target="../media/image23.svg"/><Relationship Id="rId4" Type="http://schemas.openxmlformats.org/officeDocument/2006/relationships/image" Target="../media/image17.svg"/><Relationship Id="rId9" Type="http://schemas.openxmlformats.org/officeDocument/2006/relationships/image" Target="../media/image22.sv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svg"/><Relationship Id="rId13" Type="http://schemas.openxmlformats.org/officeDocument/2006/relationships/image" Target="../media/image26.svg"/><Relationship Id="rId3" Type="http://schemas.openxmlformats.org/officeDocument/2006/relationships/image" Target="../media/image16.svg"/><Relationship Id="rId7" Type="http://schemas.openxmlformats.org/officeDocument/2006/relationships/image" Target="../media/image20.svg"/><Relationship Id="rId12" Type="http://schemas.openxmlformats.org/officeDocument/2006/relationships/image" Target="../media/image25.svg"/><Relationship Id="rId2" Type="http://schemas.openxmlformats.org/officeDocument/2006/relationships/image" Target="../media/image15.sv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.svg"/><Relationship Id="rId11" Type="http://schemas.openxmlformats.org/officeDocument/2006/relationships/image" Target="../media/image24.svg"/><Relationship Id="rId5" Type="http://schemas.openxmlformats.org/officeDocument/2006/relationships/image" Target="../media/image18.svg"/><Relationship Id="rId15" Type="http://schemas.openxmlformats.org/officeDocument/2006/relationships/image" Target="../media/image28.svg"/><Relationship Id="rId10" Type="http://schemas.openxmlformats.org/officeDocument/2006/relationships/image" Target="../media/image23.svg"/><Relationship Id="rId4" Type="http://schemas.openxmlformats.org/officeDocument/2006/relationships/image" Target="../media/image17.svg"/><Relationship Id="rId9" Type="http://schemas.openxmlformats.org/officeDocument/2006/relationships/image" Target="../media/image22.svg"/><Relationship Id="rId14" Type="http://schemas.openxmlformats.org/officeDocument/2006/relationships/image" Target="../media/image27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2B3DE519-1AA5-28FB-C8BC-807C1BA0996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715" t="16366" r="20147" b="9260"/>
          <a:stretch>
            <a:fillRect/>
          </a:stretch>
        </p:blipFill>
        <p:spPr>
          <a:xfrm>
            <a:off x="7326776" y="1122363"/>
            <a:ext cx="5712106" cy="5100638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9DBEB24A-4CDA-36AE-DB6D-D981C5BBDC6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080" t="20153" r="20368" b="6736"/>
          <a:stretch>
            <a:fillRect/>
          </a:stretch>
        </p:blipFill>
        <p:spPr>
          <a:xfrm>
            <a:off x="202064" y="1239296"/>
            <a:ext cx="5648958" cy="5013961"/>
          </a:xfrm>
          <a:prstGeom prst="rect">
            <a:avLst/>
          </a:prstGeom>
        </p:spPr>
      </p:pic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CE4B85F8-AF3B-826F-8283-612E7CD5AD77}"/>
              </a:ext>
            </a:extLst>
          </p:cNvPr>
          <p:cNvCxnSpPr>
            <a:cxnSpLocks/>
          </p:cNvCxnSpPr>
          <p:nvPr/>
        </p:nvCxnSpPr>
        <p:spPr>
          <a:xfrm>
            <a:off x="525780" y="2099310"/>
            <a:ext cx="0" cy="1410653"/>
          </a:xfrm>
          <a:prstGeom prst="line">
            <a:avLst/>
          </a:prstGeom>
          <a:ln w="38100">
            <a:solidFill>
              <a:srgbClr val="FF0000"/>
            </a:solidFill>
            <a:headEnd type="none" w="sm" len="sm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311500A3-1462-6105-421B-E15682FC559B}"/>
              </a:ext>
            </a:extLst>
          </p:cNvPr>
          <p:cNvCxnSpPr>
            <a:cxnSpLocks/>
          </p:cNvCxnSpPr>
          <p:nvPr/>
        </p:nvCxnSpPr>
        <p:spPr>
          <a:xfrm>
            <a:off x="525780" y="2109470"/>
            <a:ext cx="1969770" cy="272348"/>
          </a:xfrm>
          <a:prstGeom prst="line">
            <a:avLst/>
          </a:prstGeom>
          <a:ln w="38100">
            <a:solidFill>
              <a:srgbClr val="FF0000"/>
            </a:solidFill>
            <a:headEnd type="none" w="sm" len="sm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9937F74A-5730-2DBA-DDF0-AA99A958AF3A}"/>
              </a:ext>
            </a:extLst>
          </p:cNvPr>
          <p:cNvCxnSpPr>
            <a:cxnSpLocks/>
          </p:cNvCxnSpPr>
          <p:nvPr/>
        </p:nvCxnSpPr>
        <p:spPr>
          <a:xfrm>
            <a:off x="4568190" y="2667862"/>
            <a:ext cx="0" cy="1366928"/>
          </a:xfrm>
          <a:prstGeom prst="line">
            <a:avLst/>
          </a:prstGeom>
          <a:ln w="38100">
            <a:solidFill>
              <a:srgbClr val="FF0000"/>
            </a:solidFill>
            <a:headEnd type="none" w="sm" len="sm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C6E3984D-3FE6-4CF2-FD78-5951FA2D36F1}"/>
              </a:ext>
            </a:extLst>
          </p:cNvPr>
          <p:cNvCxnSpPr>
            <a:cxnSpLocks/>
          </p:cNvCxnSpPr>
          <p:nvPr/>
        </p:nvCxnSpPr>
        <p:spPr>
          <a:xfrm>
            <a:off x="2495550" y="2433320"/>
            <a:ext cx="0" cy="1123317"/>
          </a:xfrm>
          <a:prstGeom prst="line">
            <a:avLst/>
          </a:prstGeom>
          <a:ln w="38100">
            <a:solidFill>
              <a:srgbClr val="FF0000"/>
            </a:solidFill>
            <a:headEnd type="triangle" w="sm" len="sm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Straight Connector 59">
            <a:extLst>
              <a:ext uri="{FF2B5EF4-FFF2-40B4-BE49-F238E27FC236}">
                <a16:creationId xmlns:a16="http://schemas.microsoft.com/office/drawing/2014/main" id="{87DE453F-6697-A3F7-9D77-9FA530F335FF}"/>
              </a:ext>
            </a:extLst>
          </p:cNvPr>
          <p:cNvCxnSpPr>
            <a:cxnSpLocks/>
          </p:cNvCxnSpPr>
          <p:nvPr/>
        </p:nvCxnSpPr>
        <p:spPr>
          <a:xfrm flipH="1" flipV="1">
            <a:off x="2499361" y="2381818"/>
            <a:ext cx="2078409" cy="286044"/>
          </a:xfrm>
          <a:prstGeom prst="line">
            <a:avLst/>
          </a:prstGeom>
          <a:ln w="38100">
            <a:solidFill>
              <a:srgbClr val="FF0000"/>
            </a:solidFill>
            <a:headEnd type="none" w="sm" len="sm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70" name="Group 69">
            <a:extLst>
              <a:ext uri="{FF2B5EF4-FFF2-40B4-BE49-F238E27FC236}">
                <a16:creationId xmlns:a16="http://schemas.microsoft.com/office/drawing/2014/main" id="{49E9BA2A-BCED-A466-32C3-2DA2DEBD74EF}"/>
              </a:ext>
            </a:extLst>
          </p:cNvPr>
          <p:cNvGrpSpPr/>
          <p:nvPr/>
        </p:nvGrpSpPr>
        <p:grpSpPr>
          <a:xfrm rot="10800000">
            <a:off x="516634" y="3929890"/>
            <a:ext cx="4023795" cy="1935480"/>
            <a:chOff x="678180" y="2251710"/>
            <a:chExt cx="4051991" cy="1935480"/>
          </a:xfrm>
        </p:grpSpPr>
        <p:cxnSp>
          <p:nvCxnSpPr>
            <p:cNvPr id="65" name="Straight Connector 64">
              <a:extLst>
                <a:ext uri="{FF2B5EF4-FFF2-40B4-BE49-F238E27FC236}">
                  <a16:creationId xmlns:a16="http://schemas.microsoft.com/office/drawing/2014/main" id="{4C800BA7-3748-D01A-94C0-06E6013A9A0D}"/>
                </a:ext>
              </a:extLst>
            </p:cNvPr>
            <p:cNvCxnSpPr>
              <a:cxnSpLocks/>
            </p:cNvCxnSpPr>
            <p:nvPr/>
          </p:nvCxnSpPr>
          <p:spPr>
            <a:xfrm>
              <a:off x="678180" y="2251710"/>
              <a:ext cx="0" cy="1410653"/>
            </a:xfrm>
            <a:prstGeom prst="line">
              <a:avLst/>
            </a:prstGeom>
            <a:ln w="38100">
              <a:solidFill>
                <a:srgbClr val="FF0000"/>
              </a:solidFill>
              <a:headEnd type="non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Straight Connector 65">
              <a:extLst>
                <a:ext uri="{FF2B5EF4-FFF2-40B4-BE49-F238E27FC236}">
                  <a16:creationId xmlns:a16="http://schemas.microsoft.com/office/drawing/2014/main" id="{CBDC4847-1EB6-1E41-9C07-DDFAEC975E23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678180" y="2261870"/>
              <a:ext cx="2041069" cy="282291"/>
            </a:xfrm>
            <a:prstGeom prst="line">
              <a:avLst/>
            </a:prstGeom>
            <a:ln w="38100">
              <a:solidFill>
                <a:srgbClr val="FF0000"/>
              </a:solidFill>
              <a:headEnd type="non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Straight Connector 66">
              <a:extLst>
                <a:ext uri="{FF2B5EF4-FFF2-40B4-BE49-F238E27FC236}">
                  <a16:creationId xmlns:a16="http://schemas.microsoft.com/office/drawing/2014/main" id="{BFF69217-98D5-76EC-6E77-57BADD9A3E00}"/>
                </a:ext>
              </a:extLst>
            </p:cNvPr>
            <p:cNvCxnSpPr>
              <a:cxnSpLocks/>
            </p:cNvCxnSpPr>
            <p:nvPr/>
          </p:nvCxnSpPr>
          <p:spPr>
            <a:xfrm>
              <a:off x="4720590" y="2820262"/>
              <a:ext cx="0" cy="1366928"/>
            </a:xfrm>
            <a:prstGeom prst="line">
              <a:avLst/>
            </a:prstGeom>
            <a:ln w="38100">
              <a:solidFill>
                <a:srgbClr val="FF0000"/>
              </a:solidFill>
              <a:headEnd type="non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478462B1-81F0-14F3-16FD-B2B3186B29FA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2744536" y="2585720"/>
              <a:ext cx="0" cy="1167640"/>
            </a:xfrm>
            <a:prstGeom prst="line">
              <a:avLst/>
            </a:prstGeom>
            <a:ln w="38100">
              <a:solidFill>
                <a:srgbClr val="FF0000"/>
              </a:solidFill>
              <a:headEnd type="triangl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Straight Connector 68">
              <a:extLst>
                <a:ext uri="{FF2B5EF4-FFF2-40B4-BE49-F238E27FC236}">
                  <a16:creationId xmlns:a16="http://schemas.microsoft.com/office/drawing/2014/main" id="{CB7E9228-0C51-8B3E-B128-ECB641731473}"/>
                </a:ext>
              </a:extLst>
            </p:cNvPr>
            <p:cNvCxnSpPr>
              <a:cxnSpLocks/>
            </p:cNvCxnSpPr>
            <p:nvPr/>
          </p:nvCxnSpPr>
          <p:spPr>
            <a:xfrm rot="10800000">
              <a:off x="2780607" y="2551951"/>
              <a:ext cx="1949564" cy="268311"/>
            </a:xfrm>
            <a:prstGeom prst="line">
              <a:avLst/>
            </a:prstGeom>
            <a:ln w="38100">
              <a:solidFill>
                <a:srgbClr val="FF0000"/>
              </a:solidFill>
              <a:headEnd type="non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78" name="Graphic 77">
            <a:extLst>
              <a:ext uri="{FF2B5EF4-FFF2-40B4-BE49-F238E27FC236}">
                <a16:creationId xmlns:a16="http://schemas.microsoft.com/office/drawing/2014/main" id="{9D72AECC-E9D8-56ED-BB48-CAB239BD793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789365" y="3627628"/>
            <a:ext cx="695325" cy="361950"/>
          </a:xfrm>
          <a:prstGeom prst="rect">
            <a:avLst/>
          </a:prstGeom>
        </p:spPr>
      </p:pic>
      <p:pic>
        <p:nvPicPr>
          <p:cNvPr id="80" name="Graphic 79">
            <a:extLst>
              <a:ext uri="{FF2B5EF4-FFF2-40B4-BE49-F238E27FC236}">
                <a16:creationId xmlns:a16="http://schemas.microsoft.com/office/drawing/2014/main" id="{5A1BFBB4-B29D-8C48-3389-D1CB44F62A1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-543973" y="3400871"/>
            <a:ext cx="704850" cy="361950"/>
          </a:xfrm>
          <a:prstGeom prst="rect">
            <a:avLst/>
          </a:prstGeom>
        </p:spPr>
      </p:pic>
      <p:pic>
        <p:nvPicPr>
          <p:cNvPr id="86" name="Graphic 85">
            <a:extLst>
              <a:ext uri="{FF2B5EF4-FFF2-40B4-BE49-F238E27FC236}">
                <a16:creationId xmlns:a16="http://schemas.microsoft.com/office/drawing/2014/main" id="{7CD74D68-6A9E-BCC8-6E84-21DB3B63977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-351470" y="2015105"/>
            <a:ext cx="476250" cy="733425"/>
          </a:xfrm>
          <a:prstGeom prst="rect">
            <a:avLst/>
          </a:prstGeom>
        </p:spPr>
      </p:pic>
      <p:pic>
        <p:nvPicPr>
          <p:cNvPr id="88" name="Graphic 87">
            <a:extLst>
              <a:ext uri="{FF2B5EF4-FFF2-40B4-BE49-F238E27FC236}">
                <a16:creationId xmlns:a16="http://schemas.microsoft.com/office/drawing/2014/main" id="{ED506339-5F00-3F5F-85C9-F3DEF7C1CEC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99539" y="6043545"/>
            <a:ext cx="2781300" cy="742950"/>
          </a:xfrm>
          <a:prstGeom prst="rect">
            <a:avLst/>
          </a:prstGeom>
        </p:spPr>
      </p:pic>
      <p:pic>
        <p:nvPicPr>
          <p:cNvPr id="90" name="Graphic 89">
            <a:extLst>
              <a:ext uri="{FF2B5EF4-FFF2-40B4-BE49-F238E27FC236}">
                <a16:creationId xmlns:a16="http://schemas.microsoft.com/office/drawing/2014/main" id="{C3FC5E5D-3755-6B1A-3D4A-7B1D781AFE5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864758" y="1855272"/>
            <a:ext cx="457200" cy="733425"/>
          </a:xfrm>
          <a:prstGeom prst="rect">
            <a:avLst/>
          </a:prstGeom>
        </p:spPr>
      </p:pic>
      <p:pic>
        <p:nvPicPr>
          <p:cNvPr id="92" name="Graphic 91">
            <a:extLst>
              <a:ext uri="{FF2B5EF4-FFF2-40B4-BE49-F238E27FC236}">
                <a16:creationId xmlns:a16="http://schemas.microsoft.com/office/drawing/2014/main" id="{B694EC83-AD8C-B4D3-00F8-EE78DD699F6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6761814" y="6043545"/>
            <a:ext cx="2800350" cy="742950"/>
          </a:xfrm>
          <a:prstGeom prst="rect">
            <a:avLst/>
          </a:prstGeom>
        </p:spPr>
      </p:pic>
      <p:grpSp>
        <p:nvGrpSpPr>
          <p:cNvPr id="93" name="Group 92">
            <a:extLst>
              <a:ext uri="{FF2B5EF4-FFF2-40B4-BE49-F238E27FC236}">
                <a16:creationId xmlns:a16="http://schemas.microsoft.com/office/drawing/2014/main" id="{34F14BCD-912E-C38C-305E-F37EF64F54F3}"/>
              </a:ext>
            </a:extLst>
          </p:cNvPr>
          <p:cNvGrpSpPr/>
          <p:nvPr/>
        </p:nvGrpSpPr>
        <p:grpSpPr>
          <a:xfrm rot="10800000">
            <a:off x="7666643" y="4093463"/>
            <a:ext cx="4027394" cy="1730099"/>
            <a:chOff x="678180" y="2251709"/>
            <a:chExt cx="4051991" cy="1730099"/>
          </a:xfrm>
        </p:grpSpPr>
        <p:cxnSp>
          <p:nvCxnSpPr>
            <p:cNvPr id="94" name="Straight Connector 93">
              <a:extLst>
                <a:ext uri="{FF2B5EF4-FFF2-40B4-BE49-F238E27FC236}">
                  <a16:creationId xmlns:a16="http://schemas.microsoft.com/office/drawing/2014/main" id="{C4B35628-13DD-901B-E88C-0856E03B0D13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678180" y="2251709"/>
              <a:ext cx="0" cy="1210209"/>
            </a:xfrm>
            <a:prstGeom prst="line">
              <a:avLst/>
            </a:prstGeom>
            <a:ln w="38100">
              <a:solidFill>
                <a:srgbClr val="FF0000"/>
              </a:solidFill>
              <a:headEnd type="non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5" name="Straight Connector 94">
              <a:extLst>
                <a:ext uri="{FF2B5EF4-FFF2-40B4-BE49-F238E27FC236}">
                  <a16:creationId xmlns:a16="http://schemas.microsoft.com/office/drawing/2014/main" id="{C48D50E8-E7FE-13AA-7E44-695919716093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678180" y="2261870"/>
              <a:ext cx="1988198" cy="282292"/>
            </a:xfrm>
            <a:prstGeom prst="line">
              <a:avLst/>
            </a:prstGeom>
            <a:ln w="38100">
              <a:solidFill>
                <a:srgbClr val="FF0000"/>
              </a:solidFill>
              <a:headEnd type="non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6" name="Straight Connector 95">
              <a:extLst>
                <a:ext uri="{FF2B5EF4-FFF2-40B4-BE49-F238E27FC236}">
                  <a16:creationId xmlns:a16="http://schemas.microsoft.com/office/drawing/2014/main" id="{326C6351-67D3-9B8B-4534-56E9D9A6D23C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4720590" y="2820262"/>
              <a:ext cx="0" cy="1161546"/>
            </a:xfrm>
            <a:prstGeom prst="line">
              <a:avLst/>
            </a:prstGeom>
            <a:ln w="38100">
              <a:solidFill>
                <a:srgbClr val="FF0000"/>
              </a:solidFill>
              <a:headEnd type="non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7" name="Straight Connector 96">
              <a:extLst>
                <a:ext uri="{FF2B5EF4-FFF2-40B4-BE49-F238E27FC236}">
                  <a16:creationId xmlns:a16="http://schemas.microsoft.com/office/drawing/2014/main" id="{0AF72B0D-3046-069C-4EEC-29370312189A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2714737" y="2571939"/>
              <a:ext cx="0" cy="1396088"/>
            </a:xfrm>
            <a:prstGeom prst="line">
              <a:avLst/>
            </a:prstGeom>
            <a:ln w="38100">
              <a:solidFill>
                <a:srgbClr val="FF0000"/>
              </a:solidFill>
              <a:headEnd type="triangl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8" name="Straight Connector 97">
              <a:extLst>
                <a:ext uri="{FF2B5EF4-FFF2-40B4-BE49-F238E27FC236}">
                  <a16:creationId xmlns:a16="http://schemas.microsoft.com/office/drawing/2014/main" id="{0D78B1A4-7E5C-049D-F0C2-EB0FFA93E526}"/>
                </a:ext>
              </a:extLst>
            </p:cNvPr>
            <p:cNvCxnSpPr>
              <a:cxnSpLocks/>
            </p:cNvCxnSpPr>
            <p:nvPr/>
          </p:nvCxnSpPr>
          <p:spPr>
            <a:xfrm rot="10800000">
              <a:off x="2780607" y="2551951"/>
              <a:ext cx="1949564" cy="268311"/>
            </a:xfrm>
            <a:prstGeom prst="line">
              <a:avLst/>
            </a:prstGeom>
            <a:ln w="38100">
              <a:solidFill>
                <a:srgbClr val="FF0000"/>
              </a:solidFill>
              <a:headEnd type="non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2" name="Group 101">
            <a:extLst>
              <a:ext uri="{FF2B5EF4-FFF2-40B4-BE49-F238E27FC236}">
                <a16:creationId xmlns:a16="http://schemas.microsoft.com/office/drawing/2014/main" id="{73656AEA-421F-CF65-BF4C-FAFB0F42EA14}"/>
              </a:ext>
            </a:extLst>
          </p:cNvPr>
          <p:cNvGrpSpPr/>
          <p:nvPr/>
        </p:nvGrpSpPr>
        <p:grpSpPr>
          <a:xfrm>
            <a:off x="7676224" y="2016178"/>
            <a:ext cx="4027336" cy="1730099"/>
            <a:chOff x="678179" y="2251709"/>
            <a:chExt cx="4051992" cy="1730099"/>
          </a:xfrm>
        </p:grpSpPr>
        <p:cxnSp>
          <p:nvCxnSpPr>
            <p:cNvPr id="103" name="Straight Connector 102">
              <a:extLst>
                <a:ext uri="{FF2B5EF4-FFF2-40B4-BE49-F238E27FC236}">
                  <a16:creationId xmlns:a16="http://schemas.microsoft.com/office/drawing/2014/main" id="{56A63C11-718A-6276-02BA-B082C8359F4A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678180" y="2251709"/>
              <a:ext cx="0" cy="1210209"/>
            </a:xfrm>
            <a:prstGeom prst="line">
              <a:avLst/>
            </a:prstGeom>
            <a:ln w="38100">
              <a:solidFill>
                <a:srgbClr val="FF0000"/>
              </a:solidFill>
              <a:headEnd type="non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" name="Straight Connector 103">
              <a:extLst>
                <a:ext uri="{FF2B5EF4-FFF2-40B4-BE49-F238E27FC236}">
                  <a16:creationId xmlns:a16="http://schemas.microsoft.com/office/drawing/2014/main" id="{1EC59783-C9A7-8F2E-9750-B3AF8DE0DC3C}"/>
                </a:ext>
              </a:extLst>
            </p:cNvPr>
            <p:cNvCxnSpPr>
              <a:cxnSpLocks/>
            </p:cNvCxnSpPr>
            <p:nvPr/>
          </p:nvCxnSpPr>
          <p:spPr>
            <a:xfrm>
              <a:off x="678179" y="2261869"/>
              <a:ext cx="2005826" cy="282292"/>
            </a:xfrm>
            <a:prstGeom prst="line">
              <a:avLst/>
            </a:prstGeom>
            <a:ln w="38100">
              <a:solidFill>
                <a:srgbClr val="FF0000"/>
              </a:solidFill>
              <a:headEnd type="non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5" name="Straight Connector 104">
              <a:extLst>
                <a:ext uri="{FF2B5EF4-FFF2-40B4-BE49-F238E27FC236}">
                  <a16:creationId xmlns:a16="http://schemas.microsoft.com/office/drawing/2014/main" id="{6CD63F16-80F4-38B7-2647-74144BE1F369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4720590" y="2820262"/>
              <a:ext cx="0" cy="1161546"/>
            </a:xfrm>
            <a:prstGeom prst="line">
              <a:avLst/>
            </a:prstGeom>
            <a:ln w="38100">
              <a:solidFill>
                <a:srgbClr val="FF0000"/>
              </a:solidFill>
              <a:headEnd type="non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6" name="Straight Connector 105">
              <a:extLst>
                <a:ext uri="{FF2B5EF4-FFF2-40B4-BE49-F238E27FC236}">
                  <a16:creationId xmlns:a16="http://schemas.microsoft.com/office/drawing/2014/main" id="{9B9475ED-F9BF-0AF0-19D8-CEB5ACE77395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2693700" y="2566670"/>
              <a:ext cx="0" cy="1396088"/>
            </a:xfrm>
            <a:prstGeom prst="line">
              <a:avLst/>
            </a:prstGeom>
            <a:ln w="38100">
              <a:solidFill>
                <a:srgbClr val="FF0000"/>
              </a:solidFill>
              <a:headEnd type="triangl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7" name="Straight Connector 106">
              <a:extLst>
                <a:ext uri="{FF2B5EF4-FFF2-40B4-BE49-F238E27FC236}">
                  <a16:creationId xmlns:a16="http://schemas.microsoft.com/office/drawing/2014/main" id="{8DD27AEC-18D5-06BC-C776-6A9DBF8B46B5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732363" y="2544161"/>
              <a:ext cx="1997808" cy="276102"/>
            </a:xfrm>
            <a:prstGeom prst="line">
              <a:avLst/>
            </a:prstGeom>
            <a:ln w="38100">
              <a:solidFill>
                <a:srgbClr val="FF0000"/>
              </a:solidFill>
              <a:headEnd type="non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86C5DAD5-3490-9775-3CAF-78DE3FF10402}"/>
              </a:ext>
            </a:extLst>
          </p:cNvPr>
          <p:cNvCxnSpPr>
            <a:cxnSpLocks/>
          </p:cNvCxnSpPr>
          <p:nvPr/>
        </p:nvCxnSpPr>
        <p:spPr>
          <a:xfrm>
            <a:off x="2491740" y="3601497"/>
            <a:ext cx="0" cy="668751"/>
          </a:xfrm>
          <a:prstGeom prst="line">
            <a:avLst/>
          </a:prstGeom>
          <a:ln w="38100">
            <a:solidFill>
              <a:srgbClr val="FF0000"/>
            </a:solidFill>
            <a:headEnd type="triangle" w="sm" len="sm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" name="Straight Connector 119">
            <a:extLst>
              <a:ext uri="{FF2B5EF4-FFF2-40B4-BE49-F238E27FC236}">
                <a16:creationId xmlns:a16="http://schemas.microsoft.com/office/drawing/2014/main" id="{812C1FBE-1456-4FFC-1AFD-7A56B789478A}"/>
              </a:ext>
            </a:extLst>
          </p:cNvPr>
          <p:cNvCxnSpPr>
            <a:cxnSpLocks/>
          </p:cNvCxnSpPr>
          <p:nvPr/>
        </p:nvCxnSpPr>
        <p:spPr>
          <a:xfrm>
            <a:off x="516636" y="3556637"/>
            <a:ext cx="0" cy="296035"/>
          </a:xfrm>
          <a:prstGeom prst="line">
            <a:avLst/>
          </a:prstGeom>
          <a:ln w="38100">
            <a:solidFill>
              <a:srgbClr val="FF0000"/>
            </a:solidFill>
            <a:headEnd type="triangle" w="sm" len="sm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6" name="Straight Connector 125">
            <a:extLst>
              <a:ext uri="{FF2B5EF4-FFF2-40B4-BE49-F238E27FC236}">
                <a16:creationId xmlns:a16="http://schemas.microsoft.com/office/drawing/2014/main" id="{93DA0E4C-83CB-FDE8-8156-02B13F5AA4B7}"/>
              </a:ext>
            </a:extLst>
          </p:cNvPr>
          <p:cNvCxnSpPr>
            <a:cxnSpLocks/>
          </p:cNvCxnSpPr>
          <p:nvPr/>
        </p:nvCxnSpPr>
        <p:spPr>
          <a:xfrm>
            <a:off x="4558466" y="4105720"/>
            <a:ext cx="0" cy="296035"/>
          </a:xfrm>
          <a:prstGeom prst="line">
            <a:avLst/>
          </a:prstGeom>
          <a:ln w="38100">
            <a:solidFill>
              <a:srgbClr val="FF0000"/>
            </a:solidFill>
            <a:headEnd type="triangle" w="sm" len="sm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Straight Connector 127">
            <a:extLst>
              <a:ext uri="{FF2B5EF4-FFF2-40B4-BE49-F238E27FC236}">
                <a16:creationId xmlns:a16="http://schemas.microsoft.com/office/drawing/2014/main" id="{064FD132-EF81-C5C8-AAC6-6B0108776C0D}"/>
              </a:ext>
            </a:extLst>
          </p:cNvPr>
          <p:cNvCxnSpPr>
            <a:cxnSpLocks/>
          </p:cNvCxnSpPr>
          <p:nvPr/>
        </p:nvCxnSpPr>
        <p:spPr>
          <a:xfrm flipH="1">
            <a:off x="1590189" y="4931364"/>
            <a:ext cx="898263" cy="1096005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0" name="Straight Connector 129">
            <a:extLst>
              <a:ext uri="{FF2B5EF4-FFF2-40B4-BE49-F238E27FC236}">
                <a16:creationId xmlns:a16="http://schemas.microsoft.com/office/drawing/2014/main" id="{77B23431-4147-9799-BA6D-44287749FFFC}"/>
              </a:ext>
            </a:extLst>
          </p:cNvPr>
          <p:cNvCxnSpPr>
            <a:cxnSpLocks/>
          </p:cNvCxnSpPr>
          <p:nvPr/>
        </p:nvCxnSpPr>
        <p:spPr>
          <a:xfrm>
            <a:off x="11696356" y="3826985"/>
            <a:ext cx="0" cy="668751"/>
          </a:xfrm>
          <a:prstGeom prst="line">
            <a:avLst/>
          </a:prstGeom>
          <a:ln w="38100">
            <a:solidFill>
              <a:srgbClr val="FF0000"/>
            </a:solidFill>
            <a:headEnd type="triangle" w="sm" len="sm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1" name="Straight Connector 130">
            <a:extLst>
              <a:ext uri="{FF2B5EF4-FFF2-40B4-BE49-F238E27FC236}">
                <a16:creationId xmlns:a16="http://schemas.microsoft.com/office/drawing/2014/main" id="{EE9A6A5E-5B48-F6A0-1390-8FE0DA4997A6}"/>
              </a:ext>
            </a:extLst>
          </p:cNvPr>
          <p:cNvCxnSpPr>
            <a:cxnSpLocks/>
          </p:cNvCxnSpPr>
          <p:nvPr/>
        </p:nvCxnSpPr>
        <p:spPr>
          <a:xfrm>
            <a:off x="7676804" y="3295334"/>
            <a:ext cx="0" cy="688784"/>
          </a:xfrm>
          <a:prstGeom prst="line">
            <a:avLst/>
          </a:prstGeom>
          <a:ln w="38100">
            <a:solidFill>
              <a:srgbClr val="FF0000"/>
            </a:solidFill>
            <a:headEnd type="triangle" w="sm" len="sm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5" name="Straight Connector 134">
            <a:extLst>
              <a:ext uri="{FF2B5EF4-FFF2-40B4-BE49-F238E27FC236}">
                <a16:creationId xmlns:a16="http://schemas.microsoft.com/office/drawing/2014/main" id="{EA4A5E9D-944C-8802-176D-31EFAA4F9EDA}"/>
              </a:ext>
            </a:extLst>
          </p:cNvPr>
          <p:cNvCxnSpPr>
            <a:cxnSpLocks/>
          </p:cNvCxnSpPr>
          <p:nvPr/>
        </p:nvCxnSpPr>
        <p:spPr>
          <a:xfrm>
            <a:off x="9669843" y="3727227"/>
            <a:ext cx="0" cy="307563"/>
          </a:xfrm>
          <a:prstGeom prst="line">
            <a:avLst/>
          </a:prstGeom>
          <a:ln w="38100">
            <a:solidFill>
              <a:srgbClr val="FF0000"/>
            </a:solidFill>
            <a:headEnd type="triangle" w="sm" len="sm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37" name="Graphic 136">
            <a:extLst>
              <a:ext uri="{FF2B5EF4-FFF2-40B4-BE49-F238E27FC236}">
                <a16:creationId xmlns:a16="http://schemas.microsoft.com/office/drawing/2014/main" id="{3C96B46B-DBE0-6375-7D53-990C0DA866D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761814" y="3321605"/>
            <a:ext cx="704850" cy="361950"/>
          </a:xfrm>
          <a:prstGeom prst="rect">
            <a:avLst/>
          </a:prstGeom>
        </p:spPr>
      </p:pic>
      <p:pic>
        <p:nvPicPr>
          <p:cNvPr id="138" name="Graphic 137">
            <a:extLst>
              <a:ext uri="{FF2B5EF4-FFF2-40B4-BE49-F238E27FC236}">
                <a16:creationId xmlns:a16="http://schemas.microsoft.com/office/drawing/2014/main" id="{3E33A614-0A47-E729-87F4-4DE5C454484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354013" y="3132773"/>
            <a:ext cx="695325" cy="361950"/>
          </a:xfrm>
          <a:prstGeom prst="rect">
            <a:avLst/>
          </a:prstGeom>
        </p:spPr>
      </p:pic>
      <p:cxnSp>
        <p:nvCxnSpPr>
          <p:cNvPr id="139" name="Straight Connector 138">
            <a:extLst>
              <a:ext uri="{FF2B5EF4-FFF2-40B4-BE49-F238E27FC236}">
                <a16:creationId xmlns:a16="http://schemas.microsoft.com/office/drawing/2014/main" id="{75FA4462-41ED-DCDF-13B7-DC7AA9EBF079}"/>
              </a:ext>
            </a:extLst>
          </p:cNvPr>
          <p:cNvCxnSpPr>
            <a:cxnSpLocks/>
          </p:cNvCxnSpPr>
          <p:nvPr/>
        </p:nvCxnSpPr>
        <p:spPr>
          <a:xfrm flipH="1" flipV="1">
            <a:off x="8479971" y="3509963"/>
            <a:ext cx="1119967" cy="388511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Straight Connector 140">
            <a:extLst>
              <a:ext uri="{FF2B5EF4-FFF2-40B4-BE49-F238E27FC236}">
                <a16:creationId xmlns:a16="http://schemas.microsoft.com/office/drawing/2014/main" id="{3E6ED642-AC0E-4275-44A5-6C2F622B2353}"/>
              </a:ext>
            </a:extLst>
          </p:cNvPr>
          <p:cNvCxnSpPr>
            <a:cxnSpLocks/>
          </p:cNvCxnSpPr>
          <p:nvPr/>
        </p:nvCxnSpPr>
        <p:spPr>
          <a:xfrm flipH="1" flipV="1">
            <a:off x="7466664" y="2295029"/>
            <a:ext cx="2173046" cy="742716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3365873A-2BF7-0854-487B-B4374113F67E}"/>
              </a:ext>
            </a:extLst>
          </p:cNvPr>
          <p:cNvCxnSpPr>
            <a:cxnSpLocks/>
          </p:cNvCxnSpPr>
          <p:nvPr/>
        </p:nvCxnSpPr>
        <p:spPr>
          <a:xfrm flipH="1">
            <a:off x="8208615" y="5397735"/>
            <a:ext cx="265662" cy="710802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A3DAB8D9-D5DB-CCC6-52CD-7F9DDA1DE512}"/>
              </a:ext>
            </a:extLst>
          </p:cNvPr>
          <p:cNvCxnSpPr>
            <a:cxnSpLocks/>
          </p:cNvCxnSpPr>
          <p:nvPr/>
        </p:nvCxnSpPr>
        <p:spPr>
          <a:xfrm flipH="1">
            <a:off x="8208614" y="5688144"/>
            <a:ext cx="2497358" cy="420393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5658617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337AE7D6-DCEA-4A62-633C-B624FC3B28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CC78025F-8547-3F5D-FBBB-4088D91A5D9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715" t="16366" r="20147" b="9260"/>
          <a:stretch>
            <a:fillRect/>
          </a:stretch>
        </p:blipFill>
        <p:spPr>
          <a:xfrm>
            <a:off x="7326776" y="1122363"/>
            <a:ext cx="5712106" cy="5100638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1FD48BF8-BAB2-7015-B2B2-93A24E1FEFE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080" t="20153" r="20368" b="6736"/>
          <a:stretch>
            <a:fillRect/>
          </a:stretch>
        </p:blipFill>
        <p:spPr>
          <a:xfrm>
            <a:off x="202064" y="1239296"/>
            <a:ext cx="5648958" cy="5013961"/>
          </a:xfrm>
          <a:prstGeom prst="rect">
            <a:avLst/>
          </a:prstGeom>
        </p:spPr>
      </p:pic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01352D16-5C0A-9FE9-C3C1-4A56F45CB92F}"/>
              </a:ext>
            </a:extLst>
          </p:cNvPr>
          <p:cNvCxnSpPr>
            <a:cxnSpLocks/>
          </p:cNvCxnSpPr>
          <p:nvPr/>
        </p:nvCxnSpPr>
        <p:spPr>
          <a:xfrm>
            <a:off x="525780" y="2099310"/>
            <a:ext cx="0" cy="1410653"/>
          </a:xfrm>
          <a:prstGeom prst="line">
            <a:avLst/>
          </a:prstGeom>
          <a:ln w="38100">
            <a:solidFill>
              <a:srgbClr val="FF0000"/>
            </a:solidFill>
            <a:headEnd type="none" w="sm" len="sm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7662F4B8-7B6A-44F5-6964-7666999D872B}"/>
              </a:ext>
            </a:extLst>
          </p:cNvPr>
          <p:cNvCxnSpPr>
            <a:cxnSpLocks/>
          </p:cNvCxnSpPr>
          <p:nvPr/>
        </p:nvCxnSpPr>
        <p:spPr>
          <a:xfrm>
            <a:off x="525780" y="2109470"/>
            <a:ext cx="1969770" cy="272348"/>
          </a:xfrm>
          <a:prstGeom prst="line">
            <a:avLst/>
          </a:prstGeom>
          <a:ln w="38100">
            <a:solidFill>
              <a:srgbClr val="FF0000"/>
            </a:solidFill>
            <a:headEnd type="none" w="sm" len="sm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4B0FB892-4EDF-D0CE-685F-A5F06978B283}"/>
              </a:ext>
            </a:extLst>
          </p:cNvPr>
          <p:cNvCxnSpPr>
            <a:cxnSpLocks/>
          </p:cNvCxnSpPr>
          <p:nvPr/>
        </p:nvCxnSpPr>
        <p:spPr>
          <a:xfrm>
            <a:off x="4568190" y="2667862"/>
            <a:ext cx="0" cy="1366928"/>
          </a:xfrm>
          <a:prstGeom prst="line">
            <a:avLst/>
          </a:prstGeom>
          <a:ln w="38100">
            <a:solidFill>
              <a:srgbClr val="FF0000"/>
            </a:solidFill>
            <a:headEnd type="none" w="sm" len="sm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0A67F68B-0DA2-79D3-7086-CFA3B7BCF1A6}"/>
              </a:ext>
            </a:extLst>
          </p:cNvPr>
          <p:cNvCxnSpPr>
            <a:cxnSpLocks/>
          </p:cNvCxnSpPr>
          <p:nvPr/>
        </p:nvCxnSpPr>
        <p:spPr>
          <a:xfrm>
            <a:off x="2495550" y="2433320"/>
            <a:ext cx="0" cy="1123317"/>
          </a:xfrm>
          <a:prstGeom prst="line">
            <a:avLst/>
          </a:prstGeom>
          <a:ln w="38100">
            <a:solidFill>
              <a:srgbClr val="FF0000"/>
            </a:solidFill>
            <a:headEnd type="triangle" w="sm" len="sm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Straight Connector 59">
            <a:extLst>
              <a:ext uri="{FF2B5EF4-FFF2-40B4-BE49-F238E27FC236}">
                <a16:creationId xmlns:a16="http://schemas.microsoft.com/office/drawing/2014/main" id="{9880BC33-01A3-A75E-F915-E1C37C419437}"/>
              </a:ext>
            </a:extLst>
          </p:cNvPr>
          <p:cNvCxnSpPr>
            <a:cxnSpLocks/>
          </p:cNvCxnSpPr>
          <p:nvPr/>
        </p:nvCxnSpPr>
        <p:spPr>
          <a:xfrm flipH="1" flipV="1">
            <a:off x="2499361" y="2381818"/>
            <a:ext cx="2078409" cy="286044"/>
          </a:xfrm>
          <a:prstGeom prst="line">
            <a:avLst/>
          </a:prstGeom>
          <a:ln w="38100">
            <a:solidFill>
              <a:srgbClr val="FF0000"/>
            </a:solidFill>
            <a:headEnd type="none" w="sm" len="sm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70" name="Group 69">
            <a:extLst>
              <a:ext uri="{FF2B5EF4-FFF2-40B4-BE49-F238E27FC236}">
                <a16:creationId xmlns:a16="http://schemas.microsoft.com/office/drawing/2014/main" id="{7A73B53D-F8CD-49F5-34B2-B886BEC39FC0}"/>
              </a:ext>
            </a:extLst>
          </p:cNvPr>
          <p:cNvGrpSpPr/>
          <p:nvPr/>
        </p:nvGrpSpPr>
        <p:grpSpPr>
          <a:xfrm rot="10800000">
            <a:off x="516634" y="3929890"/>
            <a:ext cx="4023795" cy="1935480"/>
            <a:chOff x="678180" y="2251710"/>
            <a:chExt cx="4051991" cy="1935480"/>
          </a:xfrm>
        </p:grpSpPr>
        <p:cxnSp>
          <p:nvCxnSpPr>
            <p:cNvPr id="65" name="Straight Connector 64">
              <a:extLst>
                <a:ext uri="{FF2B5EF4-FFF2-40B4-BE49-F238E27FC236}">
                  <a16:creationId xmlns:a16="http://schemas.microsoft.com/office/drawing/2014/main" id="{14FE075F-DDDC-F130-C8ED-B39A040F45ED}"/>
                </a:ext>
              </a:extLst>
            </p:cNvPr>
            <p:cNvCxnSpPr>
              <a:cxnSpLocks/>
            </p:cNvCxnSpPr>
            <p:nvPr/>
          </p:nvCxnSpPr>
          <p:spPr>
            <a:xfrm>
              <a:off x="678180" y="2251710"/>
              <a:ext cx="0" cy="1410653"/>
            </a:xfrm>
            <a:prstGeom prst="line">
              <a:avLst/>
            </a:prstGeom>
            <a:ln w="38100">
              <a:solidFill>
                <a:srgbClr val="FF0000"/>
              </a:solidFill>
              <a:headEnd type="non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Straight Connector 65">
              <a:extLst>
                <a:ext uri="{FF2B5EF4-FFF2-40B4-BE49-F238E27FC236}">
                  <a16:creationId xmlns:a16="http://schemas.microsoft.com/office/drawing/2014/main" id="{89A6D244-45A5-6E00-46F1-B35B90074568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678180" y="2261870"/>
              <a:ext cx="2041069" cy="282291"/>
            </a:xfrm>
            <a:prstGeom prst="line">
              <a:avLst/>
            </a:prstGeom>
            <a:ln w="38100">
              <a:solidFill>
                <a:srgbClr val="FF0000"/>
              </a:solidFill>
              <a:headEnd type="non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Straight Connector 66">
              <a:extLst>
                <a:ext uri="{FF2B5EF4-FFF2-40B4-BE49-F238E27FC236}">
                  <a16:creationId xmlns:a16="http://schemas.microsoft.com/office/drawing/2014/main" id="{CAB63E2A-42E1-231F-CAD3-6E8D48788B37}"/>
                </a:ext>
              </a:extLst>
            </p:cNvPr>
            <p:cNvCxnSpPr>
              <a:cxnSpLocks/>
            </p:cNvCxnSpPr>
            <p:nvPr/>
          </p:nvCxnSpPr>
          <p:spPr>
            <a:xfrm>
              <a:off x="4720590" y="2820262"/>
              <a:ext cx="0" cy="1366928"/>
            </a:xfrm>
            <a:prstGeom prst="line">
              <a:avLst/>
            </a:prstGeom>
            <a:ln w="38100">
              <a:solidFill>
                <a:srgbClr val="FF0000"/>
              </a:solidFill>
              <a:headEnd type="non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25722526-709B-70BA-11FE-2A97B779F749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2744536" y="2585720"/>
              <a:ext cx="0" cy="1167640"/>
            </a:xfrm>
            <a:prstGeom prst="line">
              <a:avLst/>
            </a:prstGeom>
            <a:ln w="38100">
              <a:solidFill>
                <a:srgbClr val="FF0000"/>
              </a:solidFill>
              <a:headEnd type="triangl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Straight Connector 68">
              <a:extLst>
                <a:ext uri="{FF2B5EF4-FFF2-40B4-BE49-F238E27FC236}">
                  <a16:creationId xmlns:a16="http://schemas.microsoft.com/office/drawing/2014/main" id="{D5BFDE0E-C345-4D3C-6D93-5999819DADA9}"/>
                </a:ext>
              </a:extLst>
            </p:cNvPr>
            <p:cNvCxnSpPr>
              <a:cxnSpLocks/>
            </p:cNvCxnSpPr>
            <p:nvPr/>
          </p:nvCxnSpPr>
          <p:spPr>
            <a:xfrm rot="10800000">
              <a:off x="2780607" y="2551951"/>
              <a:ext cx="1949564" cy="268311"/>
            </a:xfrm>
            <a:prstGeom prst="line">
              <a:avLst/>
            </a:prstGeom>
            <a:ln w="38100">
              <a:solidFill>
                <a:srgbClr val="FF0000"/>
              </a:solidFill>
              <a:headEnd type="non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78" name="Graphic 77">
            <a:extLst>
              <a:ext uri="{FF2B5EF4-FFF2-40B4-BE49-F238E27FC236}">
                <a16:creationId xmlns:a16="http://schemas.microsoft.com/office/drawing/2014/main" id="{3B1097D0-DC92-9F64-ACB6-DBDD0A4D3CE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789365" y="3627628"/>
            <a:ext cx="695325" cy="361950"/>
          </a:xfrm>
          <a:prstGeom prst="rect">
            <a:avLst/>
          </a:prstGeom>
        </p:spPr>
      </p:pic>
      <p:pic>
        <p:nvPicPr>
          <p:cNvPr id="80" name="Graphic 79">
            <a:extLst>
              <a:ext uri="{FF2B5EF4-FFF2-40B4-BE49-F238E27FC236}">
                <a16:creationId xmlns:a16="http://schemas.microsoft.com/office/drawing/2014/main" id="{9782081E-4344-5C3A-F20A-8D55C024248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-543973" y="3400871"/>
            <a:ext cx="704850" cy="361950"/>
          </a:xfrm>
          <a:prstGeom prst="rect">
            <a:avLst/>
          </a:prstGeom>
        </p:spPr>
      </p:pic>
      <p:pic>
        <p:nvPicPr>
          <p:cNvPr id="86" name="Graphic 85">
            <a:extLst>
              <a:ext uri="{FF2B5EF4-FFF2-40B4-BE49-F238E27FC236}">
                <a16:creationId xmlns:a16="http://schemas.microsoft.com/office/drawing/2014/main" id="{6E09FD10-A9A7-5AAA-940C-140FEB4EF3B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-351470" y="2015105"/>
            <a:ext cx="476250" cy="733425"/>
          </a:xfrm>
          <a:prstGeom prst="rect">
            <a:avLst/>
          </a:prstGeom>
        </p:spPr>
      </p:pic>
      <p:pic>
        <p:nvPicPr>
          <p:cNvPr id="88" name="Graphic 87">
            <a:extLst>
              <a:ext uri="{FF2B5EF4-FFF2-40B4-BE49-F238E27FC236}">
                <a16:creationId xmlns:a16="http://schemas.microsoft.com/office/drawing/2014/main" id="{E5107F82-6B10-793D-83A1-BA779C3D8AE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99539" y="6043545"/>
            <a:ext cx="2781300" cy="742950"/>
          </a:xfrm>
          <a:prstGeom prst="rect">
            <a:avLst/>
          </a:prstGeom>
        </p:spPr>
      </p:pic>
      <p:pic>
        <p:nvPicPr>
          <p:cNvPr id="90" name="Graphic 89">
            <a:extLst>
              <a:ext uri="{FF2B5EF4-FFF2-40B4-BE49-F238E27FC236}">
                <a16:creationId xmlns:a16="http://schemas.microsoft.com/office/drawing/2014/main" id="{B5454290-9B2E-93D1-200B-194B081A8A8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864758" y="1855272"/>
            <a:ext cx="457200" cy="733425"/>
          </a:xfrm>
          <a:prstGeom prst="rect">
            <a:avLst/>
          </a:prstGeom>
        </p:spPr>
      </p:pic>
      <p:pic>
        <p:nvPicPr>
          <p:cNvPr id="92" name="Graphic 91">
            <a:extLst>
              <a:ext uri="{FF2B5EF4-FFF2-40B4-BE49-F238E27FC236}">
                <a16:creationId xmlns:a16="http://schemas.microsoft.com/office/drawing/2014/main" id="{A12B354D-0AA2-ABA9-DE4E-70462399841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6761814" y="6043545"/>
            <a:ext cx="2800350" cy="742950"/>
          </a:xfrm>
          <a:prstGeom prst="rect">
            <a:avLst/>
          </a:prstGeom>
        </p:spPr>
      </p:pic>
      <p:grpSp>
        <p:nvGrpSpPr>
          <p:cNvPr id="93" name="Group 92">
            <a:extLst>
              <a:ext uri="{FF2B5EF4-FFF2-40B4-BE49-F238E27FC236}">
                <a16:creationId xmlns:a16="http://schemas.microsoft.com/office/drawing/2014/main" id="{F8460B6A-DF98-0964-48BF-2903B384091A}"/>
              </a:ext>
            </a:extLst>
          </p:cNvPr>
          <p:cNvGrpSpPr/>
          <p:nvPr/>
        </p:nvGrpSpPr>
        <p:grpSpPr>
          <a:xfrm rot="10800000">
            <a:off x="7666643" y="4093463"/>
            <a:ext cx="4027394" cy="1730099"/>
            <a:chOff x="678180" y="2251709"/>
            <a:chExt cx="4051991" cy="1730099"/>
          </a:xfrm>
        </p:grpSpPr>
        <p:cxnSp>
          <p:nvCxnSpPr>
            <p:cNvPr id="94" name="Straight Connector 93">
              <a:extLst>
                <a:ext uri="{FF2B5EF4-FFF2-40B4-BE49-F238E27FC236}">
                  <a16:creationId xmlns:a16="http://schemas.microsoft.com/office/drawing/2014/main" id="{9E7A93CA-E6BB-0F82-114C-C1C97E102EA0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678180" y="2251709"/>
              <a:ext cx="0" cy="1210209"/>
            </a:xfrm>
            <a:prstGeom prst="line">
              <a:avLst/>
            </a:prstGeom>
            <a:ln w="38100">
              <a:solidFill>
                <a:srgbClr val="FF0000"/>
              </a:solidFill>
              <a:headEnd type="non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5" name="Straight Connector 94">
              <a:extLst>
                <a:ext uri="{FF2B5EF4-FFF2-40B4-BE49-F238E27FC236}">
                  <a16:creationId xmlns:a16="http://schemas.microsoft.com/office/drawing/2014/main" id="{25B8210D-4030-8AAB-3C63-D41D22217FBC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678180" y="2261870"/>
              <a:ext cx="1988198" cy="282292"/>
            </a:xfrm>
            <a:prstGeom prst="line">
              <a:avLst/>
            </a:prstGeom>
            <a:ln w="38100">
              <a:solidFill>
                <a:srgbClr val="FF0000"/>
              </a:solidFill>
              <a:headEnd type="non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6" name="Straight Connector 95">
              <a:extLst>
                <a:ext uri="{FF2B5EF4-FFF2-40B4-BE49-F238E27FC236}">
                  <a16:creationId xmlns:a16="http://schemas.microsoft.com/office/drawing/2014/main" id="{C0593565-4BAF-D302-17FE-71BAB6C61CDC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4720590" y="2820262"/>
              <a:ext cx="0" cy="1161546"/>
            </a:xfrm>
            <a:prstGeom prst="line">
              <a:avLst/>
            </a:prstGeom>
            <a:ln w="38100">
              <a:solidFill>
                <a:srgbClr val="FF0000"/>
              </a:solidFill>
              <a:headEnd type="non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7" name="Straight Connector 96">
              <a:extLst>
                <a:ext uri="{FF2B5EF4-FFF2-40B4-BE49-F238E27FC236}">
                  <a16:creationId xmlns:a16="http://schemas.microsoft.com/office/drawing/2014/main" id="{5DB6AB51-D95F-93DA-6881-1FF18C0CBBA0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2714737" y="2571939"/>
              <a:ext cx="0" cy="1396088"/>
            </a:xfrm>
            <a:prstGeom prst="line">
              <a:avLst/>
            </a:prstGeom>
            <a:ln w="38100">
              <a:solidFill>
                <a:srgbClr val="FF0000"/>
              </a:solidFill>
              <a:headEnd type="triangl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8" name="Straight Connector 97">
              <a:extLst>
                <a:ext uri="{FF2B5EF4-FFF2-40B4-BE49-F238E27FC236}">
                  <a16:creationId xmlns:a16="http://schemas.microsoft.com/office/drawing/2014/main" id="{6C3B94F5-C700-CF06-62D7-F2EC80B111C1}"/>
                </a:ext>
              </a:extLst>
            </p:cNvPr>
            <p:cNvCxnSpPr>
              <a:cxnSpLocks/>
            </p:cNvCxnSpPr>
            <p:nvPr/>
          </p:nvCxnSpPr>
          <p:spPr>
            <a:xfrm rot="10800000">
              <a:off x="2780607" y="2551951"/>
              <a:ext cx="1949564" cy="268311"/>
            </a:xfrm>
            <a:prstGeom prst="line">
              <a:avLst/>
            </a:prstGeom>
            <a:ln w="38100">
              <a:solidFill>
                <a:srgbClr val="FF0000"/>
              </a:solidFill>
              <a:headEnd type="non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2" name="Group 101">
            <a:extLst>
              <a:ext uri="{FF2B5EF4-FFF2-40B4-BE49-F238E27FC236}">
                <a16:creationId xmlns:a16="http://schemas.microsoft.com/office/drawing/2014/main" id="{CC5DAA7E-68EB-6E6A-A788-173132C3DBAD}"/>
              </a:ext>
            </a:extLst>
          </p:cNvPr>
          <p:cNvGrpSpPr/>
          <p:nvPr/>
        </p:nvGrpSpPr>
        <p:grpSpPr>
          <a:xfrm>
            <a:off x="7676224" y="2016178"/>
            <a:ext cx="4027336" cy="1730099"/>
            <a:chOff x="678179" y="2251709"/>
            <a:chExt cx="4051992" cy="1730099"/>
          </a:xfrm>
        </p:grpSpPr>
        <p:cxnSp>
          <p:nvCxnSpPr>
            <p:cNvPr id="103" name="Straight Connector 102">
              <a:extLst>
                <a:ext uri="{FF2B5EF4-FFF2-40B4-BE49-F238E27FC236}">
                  <a16:creationId xmlns:a16="http://schemas.microsoft.com/office/drawing/2014/main" id="{A9C6339E-7F66-91F7-9C76-B3B37EA21D57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678180" y="2251709"/>
              <a:ext cx="0" cy="1210209"/>
            </a:xfrm>
            <a:prstGeom prst="line">
              <a:avLst/>
            </a:prstGeom>
            <a:ln w="38100">
              <a:solidFill>
                <a:srgbClr val="FF0000"/>
              </a:solidFill>
              <a:headEnd type="non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" name="Straight Connector 103">
              <a:extLst>
                <a:ext uri="{FF2B5EF4-FFF2-40B4-BE49-F238E27FC236}">
                  <a16:creationId xmlns:a16="http://schemas.microsoft.com/office/drawing/2014/main" id="{73A1F5CE-3EF2-3637-D825-451A9B9004C4}"/>
                </a:ext>
              </a:extLst>
            </p:cNvPr>
            <p:cNvCxnSpPr>
              <a:cxnSpLocks/>
            </p:cNvCxnSpPr>
            <p:nvPr/>
          </p:nvCxnSpPr>
          <p:spPr>
            <a:xfrm>
              <a:off x="678179" y="2261869"/>
              <a:ext cx="2005826" cy="282292"/>
            </a:xfrm>
            <a:prstGeom prst="line">
              <a:avLst/>
            </a:prstGeom>
            <a:ln w="38100">
              <a:solidFill>
                <a:srgbClr val="FF0000"/>
              </a:solidFill>
              <a:headEnd type="non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5" name="Straight Connector 104">
              <a:extLst>
                <a:ext uri="{FF2B5EF4-FFF2-40B4-BE49-F238E27FC236}">
                  <a16:creationId xmlns:a16="http://schemas.microsoft.com/office/drawing/2014/main" id="{B90032AE-D52B-957E-D6D2-16543F3C5756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4720590" y="2820262"/>
              <a:ext cx="0" cy="1161546"/>
            </a:xfrm>
            <a:prstGeom prst="line">
              <a:avLst/>
            </a:prstGeom>
            <a:ln w="38100">
              <a:solidFill>
                <a:srgbClr val="FF0000"/>
              </a:solidFill>
              <a:headEnd type="non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6" name="Straight Connector 105">
              <a:extLst>
                <a:ext uri="{FF2B5EF4-FFF2-40B4-BE49-F238E27FC236}">
                  <a16:creationId xmlns:a16="http://schemas.microsoft.com/office/drawing/2014/main" id="{7F5E5B56-C4AB-A037-203F-87810D94DAA9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2693700" y="2566670"/>
              <a:ext cx="0" cy="1396088"/>
            </a:xfrm>
            <a:prstGeom prst="line">
              <a:avLst/>
            </a:prstGeom>
            <a:ln w="38100">
              <a:solidFill>
                <a:srgbClr val="FF0000"/>
              </a:solidFill>
              <a:headEnd type="triangl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7" name="Straight Connector 106">
              <a:extLst>
                <a:ext uri="{FF2B5EF4-FFF2-40B4-BE49-F238E27FC236}">
                  <a16:creationId xmlns:a16="http://schemas.microsoft.com/office/drawing/2014/main" id="{2E0980ED-F035-748B-09CF-AB3A31092683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732363" y="2544161"/>
              <a:ext cx="1997808" cy="276102"/>
            </a:xfrm>
            <a:prstGeom prst="line">
              <a:avLst/>
            </a:prstGeom>
            <a:ln w="38100">
              <a:solidFill>
                <a:srgbClr val="FF0000"/>
              </a:solidFill>
              <a:headEnd type="non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4EB3F7F7-D465-059C-4DC6-58CA12644905}"/>
              </a:ext>
            </a:extLst>
          </p:cNvPr>
          <p:cNvCxnSpPr>
            <a:cxnSpLocks/>
          </p:cNvCxnSpPr>
          <p:nvPr/>
        </p:nvCxnSpPr>
        <p:spPr>
          <a:xfrm>
            <a:off x="2491740" y="3601497"/>
            <a:ext cx="0" cy="668751"/>
          </a:xfrm>
          <a:prstGeom prst="line">
            <a:avLst/>
          </a:prstGeom>
          <a:ln w="38100">
            <a:solidFill>
              <a:srgbClr val="FF0000"/>
            </a:solidFill>
            <a:headEnd type="triangle" w="sm" len="sm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" name="Straight Connector 119">
            <a:extLst>
              <a:ext uri="{FF2B5EF4-FFF2-40B4-BE49-F238E27FC236}">
                <a16:creationId xmlns:a16="http://schemas.microsoft.com/office/drawing/2014/main" id="{FB262B11-D5A4-5FAD-3ACF-E4836FB6BA77}"/>
              </a:ext>
            </a:extLst>
          </p:cNvPr>
          <p:cNvCxnSpPr>
            <a:cxnSpLocks/>
          </p:cNvCxnSpPr>
          <p:nvPr/>
        </p:nvCxnSpPr>
        <p:spPr>
          <a:xfrm>
            <a:off x="516636" y="3556637"/>
            <a:ext cx="0" cy="296035"/>
          </a:xfrm>
          <a:prstGeom prst="line">
            <a:avLst/>
          </a:prstGeom>
          <a:ln w="38100">
            <a:solidFill>
              <a:srgbClr val="FF0000"/>
            </a:solidFill>
            <a:headEnd type="triangle" w="sm" len="sm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6" name="Straight Connector 125">
            <a:extLst>
              <a:ext uri="{FF2B5EF4-FFF2-40B4-BE49-F238E27FC236}">
                <a16:creationId xmlns:a16="http://schemas.microsoft.com/office/drawing/2014/main" id="{3097D189-2FFA-B35F-5D7C-283E495383C6}"/>
              </a:ext>
            </a:extLst>
          </p:cNvPr>
          <p:cNvCxnSpPr>
            <a:cxnSpLocks/>
          </p:cNvCxnSpPr>
          <p:nvPr/>
        </p:nvCxnSpPr>
        <p:spPr>
          <a:xfrm>
            <a:off x="4558466" y="4105720"/>
            <a:ext cx="0" cy="296035"/>
          </a:xfrm>
          <a:prstGeom prst="line">
            <a:avLst/>
          </a:prstGeom>
          <a:ln w="38100">
            <a:solidFill>
              <a:srgbClr val="FF0000"/>
            </a:solidFill>
            <a:headEnd type="triangle" w="sm" len="sm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Straight Connector 127">
            <a:extLst>
              <a:ext uri="{FF2B5EF4-FFF2-40B4-BE49-F238E27FC236}">
                <a16:creationId xmlns:a16="http://schemas.microsoft.com/office/drawing/2014/main" id="{7772200C-8D28-DFBE-5500-8B5BC95F7930}"/>
              </a:ext>
            </a:extLst>
          </p:cNvPr>
          <p:cNvCxnSpPr>
            <a:cxnSpLocks/>
          </p:cNvCxnSpPr>
          <p:nvPr/>
        </p:nvCxnSpPr>
        <p:spPr>
          <a:xfrm flipH="1">
            <a:off x="1590189" y="4931364"/>
            <a:ext cx="898263" cy="1096005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0" name="Straight Connector 129">
            <a:extLst>
              <a:ext uri="{FF2B5EF4-FFF2-40B4-BE49-F238E27FC236}">
                <a16:creationId xmlns:a16="http://schemas.microsoft.com/office/drawing/2014/main" id="{2EC6E536-70BA-F7FC-FF40-4A6FF36DC5EF}"/>
              </a:ext>
            </a:extLst>
          </p:cNvPr>
          <p:cNvCxnSpPr>
            <a:cxnSpLocks/>
          </p:cNvCxnSpPr>
          <p:nvPr/>
        </p:nvCxnSpPr>
        <p:spPr>
          <a:xfrm>
            <a:off x="11696356" y="3826985"/>
            <a:ext cx="0" cy="668751"/>
          </a:xfrm>
          <a:prstGeom prst="line">
            <a:avLst/>
          </a:prstGeom>
          <a:ln w="38100">
            <a:solidFill>
              <a:srgbClr val="FF0000"/>
            </a:solidFill>
            <a:headEnd type="triangle" w="sm" len="sm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1" name="Straight Connector 130">
            <a:extLst>
              <a:ext uri="{FF2B5EF4-FFF2-40B4-BE49-F238E27FC236}">
                <a16:creationId xmlns:a16="http://schemas.microsoft.com/office/drawing/2014/main" id="{9AEF4B04-09B2-24F0-458A-F77125CF7FFC}"/>
              </a:ext>
            </a:extLst>
          </p:cNvPr>
          <p:cNvCxnSpPr>
            <a:cxnSpLocks/>
          </p:cNvCxnSpPr>
          <p:nvPr/>
        </p:nvCxnSpPr>
        <p:spPr>
          <a:xfrm>
            <a:off x="7676804" y="3295334"/>
            <a:ext cx="0" cy="688784"/>
          </a:xfrm>
          <a:prstGeom prst="line">
            <a:avLst/>
          </a:prstGeom>
          <a:ln w="38100">
            <a:solidFill>
              <a:srgbClr val="FF0000"/>
            </a:solidFill>
            <a:headEnd type="triangle" w="sm" len="sm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5" name="Straight Connector 134">
            <a:extLst>
              <a:ext uri="{FF2B5EF4-FFF2-40B4-BE49-F238E27FC236}">
                <a16:creationId xmlns:a16="http://schemas.microsoft.com/office/drawing/2014/main" id="{62FEFAD1-F3CA-A227-F0EF-C5F4F0EBDEA9}"/>
              </a:ext>
            </a:extLst>
          </p:cNvPr>
          <p:cNvCxnSpPr>
            <a:cxnSpLocks/>
          </p:cNvCxnSpPr>
          <p:nvPr/>
        </p:nvCxnSpPr>
        <p:spPr>
          <a:xfrm>
            <a:off x="9669843" y="3727227"/>
            <a:ext cx="0" cy="307563"/>
          </a:xfrm>
          <a:prstGeom prst="line">
            <a:avLst/>
          </a:prstGeom>
          <a:ln w="38100">
            <a:solidFill>
              <a:srgbClr val="FF0000"/>
            </a:solidFill>
            <a:headEnd type="triangle" w="sm" len="sm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37" name="Graphic 136">
            <a:extLst>
              <a:ext uri="{FF2B5EF4-FFF2-40B4-BE49-F238E27FC236}">
                <a16:creationId xmlns:a16="http://schemas.microsoft.com/office/drawing/2014/main" id="{3349E69A-4389-F987-7847-5ED7B15E03F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761814" y="3321605"/>
            <a:ext cx="704850" cy="361950"/>
          </a:xfrm>
          <a:prstGeom prst="rect">
            <a:avLst/>
          </a:prstGeom>
        </p:spPr>
      </p:pic>
      <p:pic>
        <p:nvPicPr>
          <p:cNvPr id="138" name="Graphic 137">
            <a:extLst>
              <a:ext uri="{FF2B5EF4-FFF2-40B4-BE49-F238E27FC236}">
                <a16:creationId xmlns:a16="http://schemas.microsoft.com/office/drawing/2014/main" id="{1882FE2C-C728-6FD1-57C7-98CA56617C6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354013" y="3132773"/>
            <a:ext cx="695325" cy="361950"/>
          </a:xfrm>
          <a:prstGeom prst="rect">
            <a:avLst/>
          </a:prstGeom>
        </p:spPr>
      </p:pic>
      <p:cxnSp>
        <p:nvCxnSpPr>
          <p:cNvPr id="139" name="Straight Connector 138">
            <a:extLst>
              <a:ext uri="{FF2B5EF4-FFF2-40B4-BE49-F238E27FC236}">
                <a16:creationId xmlns:a16="http://schemas.microsoft.com/office/drawing/2014/main" id="{9F1EE874-3ADD-AE4F-6835-1E6090FCA0B8}"/>
              </a:ext>
            </a:extLst>
          </p:cNvPr>
          <p:cNvCxnSpPr>
            <a:cxnSpLocks/>
          </p:cNvCxnSpPr>
          <p:nvPr/>
        </p:nvCxnSpPr>
        <p:spPr>
          <a:xfrm flipH="1" flipV="1">
            <a:off x="8479971" y="3509963"/>
            <a:ext cx="1119967" cy="388511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Straight Connector 140">
            <a:extLst>
              <a:ext uri="{FF2B5EF4-FFF2-40B4-BE49-F238E27FC236}">
                <a16:creationId xmlns:a16="http://schemas.microsoft.com/office/drawing/2014/main" id="{2AF2A454-5AEF-C117-0346-9C7424534DB5}"/>
              </a:ext>
            </a:extLst>
          </p:cNvPr>
          <p:cNvCxnSpPr>
            <a:cxnSpLocks/>
          </p:cNvCxnSpPr>
          <p:nvPr/>
        </p:nvCxnSpPr>
        <p:spPr>
          <a:xfrm flipH="1" flipV="1">
            <a:off x="7466664" y="2295029"/>
            <a:ext cx="2173046" cy="742716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A4FC1B4D-8EC4-378C-B8A6-1A10EA0D2903}"/>
              </a:ext>
            </a:extLst>
          </p:cNvPr>
          <p:cNvCxnSpPr>
            <a:cxnSpLocks/>
          </p:cNvCxnSpPr>
          <p:nvPr/>
        </p:nvCxnSpPr>
        <p:spPr>
          <a:xfrm flipH="1">
            <a:off x="8208615" y="5397735"/>
            <a:ext cx="265662" cy="710802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91BDF155-39E5-DDF7-1DF8-8418A1CC9DD1}"/>
              </a:ext>
            </a:extLst>
          </p:cNvPr>
          <p:cNvCxnSpPr>
            <a:cxnSpLocks/>
          </p:cNvCxnSpPr>
          <p:nvPr/>
        </p:nvCxnSpPr>
        <p:spPr>
          <a:xfrm flipH="1">
            <a:off x="8208614" y="5688144"/>
            <a:ext cx="2497358" cy="420393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4729817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1C6DB607-19D8-A842-8C1C-E0513B5578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ADD571E5-764B-B7B5-E5D0-046329930F5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080" t="20153" r="20368" b="6736"/>
          <a:stretch>
            <a:fillRect/>
          </a:stretch>
        </p:blipFill>
        <p:spPr>
          <a:xfrm>
            <a:off x="3469139" y="1039271"/>
            <a:ext cx="5648958" cy="5013961"/>
          </a:xfrm>
          <a:prstGeom prst="rect">
            <a:avLst/>
          </a:prstGeom>
        </p:spPr>
      </p:pic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4B1C1BE6-8513-373F-F1F5-3497C1EBDD7D}"/>
              </a:ext>
            </a:extLst>
          </p:cNvPr>
          <p:cNvCxnSpPr>
            <a:cxnSpLocks/>
          </p:cNvCxnSpPr>
          <p:nvPr/>
        </p:nvCxnSpPr>
        <p:spPr>
          <a:xfrm>
            <a:off x="3792855" y="1899285"/>
            <a:ext cx="0" cy="1410653"/>
          </a:xfrm>
          <a:prstGeom prst="line">
            <a:avLst/>
          </a:prstGeom>
          <a:ln w="38100">
            <a:solidFill>
              <a:srgbClr val="FF0000"/>
            </a:solidFill>
            <a:headEnd type="none" w="sm" len="sm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6313A31A-2211-F277-AE6A-8FAC3DF0E953}"/>
              </a:ext>
            </a:extLst>
          </p:cNvPr>
          <p:cNvCxnSpPr>
            <a:cxnSpLocks/>
          </p:cNvCxnSpPr>
          <p:nvPr/>
        </p:nvCxnSpPr>
        <p:spPr>
          <a:xfrm>
            <a:off x="3792855" y="1909445"/>
            <a:ext cx="1969770" cy="272348"/>
          </a:xfrm>
          <a:prstGeom prst="line">
            <a:avLst/>
          </a:prstGeom>
          <a:ln w="38100">
            <a:solidFill>
              <a:srgbClr val="FF0000"/>
            </a:solidFill>
            <a:headEnd type="none" w="sm" len="sm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BA331A60-9D24-3B3E-1A69-6356CB32980B}"/>
              </a:ext>
            </a:extLst>
          </p:cNvPr>
          <p:cNvCxnSpPr>
            <a:cxnSpLocks/>
          </p:cNvCxnSpPr>
          <p:nvPr/>
        </p:nvCxnSpPr>
        <p:spPr>
          <a:xfrm>
            <a:off x="7835265" y="2467837"/>
            <a:ext cx="0" cy="1366928"/>
          </a:xfrm>
          <a:prstGeom prst="line">
            <a:avLst/>
          </a:prstGeom>
          <a:ln w="38100">
            <a:solidFill>
              <a:srgbClr val="FF0000"/>
            </a:solidFill>
            <a:headEnd type="none" w="sm" len="sm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512EA955-1315-8E15-8FDC-A1690403E373}"/>
              </a:ext>
            </a:extLst>
          </p:cNvPr>
          <p:cNvCxnSpPr>
            <a:cxnSpLocks/>
          </p:cNvCxnSpPr>
          <p:nvPr/>
        </p:nvCxnSpPr>
        <p:spPr>
          <a:xfrm>
            <a:off x="5762625" y="2233295"/>
            <a:ext cx="0" cy="1123317"/>
          </a:xfrm>
          <a:prstGeom prst="line">
            <a:avLst/>
          </a:prstGeom>
          <a:ln w="38100">
            <a:solidFill>
              <a:srgbClr val="FF0000"/>
            </a:solidFill>
            <a:headEnd type="triangle" w="sm" len="sm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Straight Connector 59">
            <a:extLst>
              <a:ext uri="{FF2B5EF4-FFF2-40B4-BE49-F238E27FC236}">
                <a16:creationId xmlns:a16="http://schemas.microsoft.com/office/drawing/2014/main" id="{F13E17CE-B9B4-D7D6-7819-14AFC29012F0}"/>
              </a:ext>
            </a:extLst>
          </p:cNvPr>
          <p:cNvCxnSpPr>
            <a:cxnSpLocks/>
          </p:cNvCxnSpPr>
          <p:nvPr/>
        </p:nvCxnSpPr>
        <p:spPr>
          <a:xfrm flipH="1" flipV="1">
            <a:off x="5766436" y="2181793"/>
            <a:ext cx="2078409" cy="286044"/>
          </a:xfrm>
          <a:prstGeom prst="line">
            <a:avLst/>
          </a:prstGeom>
          <a:ln w="38100">
            <a:solidFill>
              <a:srgbClr val="FF0000"/>
            </a:solidFill>
            <a:headEnd type="none" w="sm" len="sm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70" name="Group 69">
            <a:extLst>
              <a:ext uri="{FF2B5EF4-FFF2-40B4-BE49-F238E27FC236}">
                <a16:creationId xmlns:a16="http://schemas.microsoft.com/office/drawing/2014/main" id="{8F7F053B-3F1D-8736-E71B-F185E313459A}"/>
              </a:ext>
            </a:extLst>
          </p:cNvPr>
          <p:cNvGrpSpPr/>
          <p:nvPr/>
        </p:nvGrpSpPr>
        <p:grpSpPr>
          <a:xfrm rot="10800000">
            <a:off x="3783709" y="3729865"/>
            <a:ext cx="4023795" cy="1935480"/>
            <a:chOff x="678180" y="2251710"/>
            <a:chExt cx="4051991" cy="1935480"/>
          </a:xfrm>
        </p:grpSpPr>
        <p:cxnSp>
          <p:nvCxnSpPr>
            <p:cNvPr id="65" name="Straight Connector 64">
              <a:extLst>
                <a:ext uri="{FF2B5EF4-FFF2-40B4-BE49-F238E27FC236}">
                  <a16:creationId xmlns:a16="http://schemas.microsoft.com/office/drawing/2014/main" id="{9F02711E-7258-C91E-B7E7-B6E746DD8E29}"/>
                </a:ext>
              </a:extLst>
            </p:cNvPr>
            <p:cNvCxnSpPr>
              <a:cxnSpLocks/>
            </p:cNvCxnSpPr>
            <p:nvPr/>
          </p:nvCxnSpPr>
          <p:spPr>
            <a:xfrm>
              <a:off x="678180" y="2251710"/>
              <a:ext cx="0" cy="1410653"/>
            </a:xfrm>
            <a:prstGeom prst="line">
              <a:avLst/>
            </a:prstGeom>
            <a:ln w="38100">
              <a:solidFill>
                <a:srgbClr val="FF0000"/>
              </a:solidFill>
              <a:headEnd type="non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Straight Connector 65">
              <a:extLst>
                <a:ext uri="{FF2B5EF4-FFF2-40B4-BE49-F238E27FC236}">
                  <a16:creationId xmlns:a16="http://schemas.microsoft.com/office/drawing/2014/main" id="{29C0CA32-63A1-294B-36D4-F7A23C47B3B6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678180" y="2261870"/>
              <a:ext cx="2041069" cy="282291"/>
            </a:xfrm>
            <a:prstGeom prst="line">
              <a:avLst/>
            </a:prstGeom>
            <a:ln w="38100">
              <a:solidFill>
                <a:srgbClr val="FF0000"/>
              </a:solidFill>
              <a:headEnd type="non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Straight Connector 66">
              <a:extLst>
                <a:ext uri="{FF2B5EF4-FFF2-40B4-BE49-F238E27FC236}">
                  <a16:creationId xmlns:a16="http://schemas.microsoft.com/office/drawing/2014/main" id="{3BB03C90-1E82-F17B-9124-2FDE1CEA42F6}"/>
                </a:ext>
              </a:extLst>
            </p:cNvPr>
            <p:cNvCxnSpPr>
              <a:cxnSpLocks/>
            </p:cNvCxnSpPr>
            <p:nvPr/>
          </p:nvCxnSpPr>
          <p:spPr>
            <a:xfrm>
              <a:off x="4720590" y="2820262"/>
              <a:ext cx="0" cy="1366928"/>
            </a:xfrm>
            <a:prstGeom prst="line">
              <a:avLst/>
            </a:prstGeom>
            <a:ln w="38100">
              <a:solidFill>
                <a:srgbClr val="FF0000"/>
              </a:solidFill>
              <a:headEnd type="non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E89D0BA7-06F5-FAC6-BAC6-5A2EAB2B47CD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2744536" y="2585720"/>
              <a:ext cx="0" cy="1167640"/>
            </a:xfrm>
            <a:prstGeom prst="line">
              <a:avLst/>
            </a:prstGeom>
            <a:ln w="38100">
              <a:solidFill>
                <a:srgbClr val="FF0000"/>
              </a:solidFill>
              <a:headEnd type="triangl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Straight Connector 68">
              <a:extLst>
                <a:ext uri="{FF2B5EF4-FFF2-40B4-BE49-F238E27FC236}">
                  <a16:creationId xmlns:a16="http://schemas.microsoft.com/office/drawing/2014/main" id="{50272F14-4D80-615E-5660-C7B2D3D3721B}"/>
                </a:ext>
              </a:extLst>
            </p:cNvPr>
            <p:cNvCxnSpPr>
              <a:cxnSpLocks/>
            </p:cNvCxnSpPr>
            <p:nvPr/>
          </p:nvCxnSpPr>
          <p:spPr>
            <a:xfrm rot="10800000">
              <a:off x="2780607" y="2551951"/>
              <a:ext cx="1949564" cy="268311"/>
            </a:xfrm>
            <a:prstGeom prst="line">
              <a:avLst/>
            </a:prstGeom>
            <a:ln w="38100">
              <a:solidFill>
                <a:srgbClr val="FF0000"/>
              </a:solidFill>
              <a:headEnd type="non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78" name="Graphic 77">
            <a:extLst>
              <a:ext uri="{FF2B5EF4-FFF2-40B4-BE49-F238E27FC236}">
                <a16:creationId xmlns:a16="http://schemas.microsoft.com/office/drawing/2014/main" id="{23F7DD88-0B0D-24B4-98F6-89613D559F3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056440" y="3427603"/>
            <a:ext cx="695325" cy="361950"/>
          </a:xfrm>
          <a:prstGeom prst="rect">
            <a:avLst/>
          </a:prstGeom>
        </p:spPr>
      </p:pic>
      <p:pic>
        <p:nvPicPr>
          <p:cNvPr id="80" name="Graphic 79">
            <a:extLst>
              <a:ext uri="{FF2B5EF4-FFF2-40B4-BE49-F238E27FC236}">
                <a16:creationId xmlns:a16="http://schemas.microsoft.com/office/drawing/2014/main" id="{292C84CB-FFA7-F62C-4B5F-93DB67F7A57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723102" y="3200846"/>
            <a:ext cx="704850" cy="361950"/>
          </a:xfrm>
          <a:prstGeom prst="rect">
            <a:avLst/>
          </a:prstGeom>
        </p:spPr>
      </p:pic>
      <p:pic>
        <p:nvPicPr>
          <p:cNvPr id="86" name="Graphic 85">
            <a:extLst>
              <a:ext uri="{FF2B5EF4-FFF2-40B4-BE49-F238E27FC236}">
                <a16:creationId xmlns:a16="http://schemas.microsoft.com/office/drawing/2014/main" id="{AEA56CD4-D756-74FD-FB74-077E292999F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915605" y="1815080"/>
            <a:ext cx="476250" cy="733425"/>
          </a:xfrm>
          <a:prstGeom prst="rect">
            <a:avLst/>
          </a:prstGeom>
        </p:spPr>
      </p:pic>
      <p:pic>
        <p:nvPicPr>
          <p:cNvPr id="88" name="Graphic 87">
            <a:extLst>
              <a:ext uri="{FF2B5EF4-FFF2-40B4-BE49-F238E27FC236}">
                <a16:creationId xmlns:a16="http://schemas.microsoft.com/office/drawing/2014/main" id="{C24780B2-9DDC-5466-80EF-ACCF1733D4A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466614" y="5843520"/>
            <a:ext cx="2781300" cy="742950"/>
          </a:xfrm>
          <a:prstGeom prst="rect">
            <a:avLst/>
          </a:prstGeom>
        </p:spPr>
      </p:pic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B484A34F-E439-BB7C-D2C4-3DFA17CBD1F9}"/>
              </a:ext>
            </a:extLst>
          </p:cNvPr>
          <p:cNvCxnSpPr>
            <a:cxnSpLocks/>
          </p:cNvCxnSpPr>
          <p:nvPr/>
        </p:nvCxnSpPr>
        <p:spPr>
          <a:xfrm>
            <a:off x="5758815" y="3401472"/>
            <a:ext cx="0" cy="668751"/>
          </a:xfrm>
          <a:prstGeom prst="line">
            <a:avLst/>
          </a:prstGeom>
          <a:ln w="38100">
            <a:solidFill>
              <a:srgbClr val="FF0000"/>
            </a:solidFill>
            <a:headEnd type="triangle" w="sm" len="sm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" name="Straight Connector 119">
            <a:extLst>
              <a:ext uri="{FF2B5EF4-FFF2-40B4-BE49-F238E27FC236}">
                <a16:creationId xmlns:a16="http://schemas.microsoft.com/office/drawing/2014/main" id="{C042B79B-A6B9-EBF7-4E9C-614BB45D7C4A}"/>
              </a:ext>
            </a:extLst>
          </p:cNvPr>
          <p:cNvCxnSpPr>
            <a:cxnSpLocks/>
          </p:cNvCxnSpPr>
          <p:nvPr/>
        </p:nvCxnSpPr>
        <p:spPr>
          <a:xfrm>
            <a:off x="3783711" y="3356612"/>
            <a:ext cx="0" cy="296035"/>
          </a:xfrm>
          <a:prstGeom prst="line">
            <a:avLst/>
          </a:prstGeom>
          <a:ln w="38100">
            <a:solidFill>
              <a:srgbClr val="FF0000"/>
            </a:solidFill>
            <a:headEnd type="triangle" w="sm" len="sm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6" name="Straight Connector 125">
            <a:extLst>
              <a:ext uri="{FF2B5EF4-FFF2-40B4-BE49-F238E27FC236}">
                <a16:creationId xmlns:a16="http://schemas.microsoft.com/office/drawing/2014/main" id="{74129C28-D66B-F4A8-B257-8154B0728927}"/>
              </a:ext>
            </a:extLst>
          </p:cNvPr>
          <p:cNvCxnSpPr>
            <a:cxnSpLocks/>
          </p:cNvCxnSpPr>
          <p:nvPr/>
        </p:nvCxnSpPr>
        <p:spPr>
          <a:xfrm>
            <a:off x="7825541" y="3905695"/>
            <a:ext cx="0" cy="296035"/>
          </a:xfrm>
          <a:prstGeom prst="line">
            <a:avLst/>
          </a:prstGeom>
          <a:ln w="38100">
            <a:solidFill>
              <a:srgbClr val="FF0000"/>
            </a:solidFill>
            <a:headEnd type="triangle" w="sm" len="sm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Straight Connector 127">
            <a:extLst>
              <a:ext uri="{FF2B5EF4-FFF2-40B4-BE49-F238E27FC236}">
                <a16:creationId xmlns:a16="http://schemas.microsoft.com/office/drawing/2014/main" id="{D4CAA7FB-060A-F1C5-1D83-01F32A741EF7}"/>
              </a:ext>
            </a:extLst>
          </p:cNvPr>
          <p:cNvCxnSpPr>
            <a:cxnSpLocks/>
          </p:cNvCxnSpPr>
          <p:nvPr/>
        </p:nvCxnSpPr>
        <p:spPr>
          <a:xfrm flipH="1">
            <a:off x="4857264" y="4731339"/>
            <a:ext cx="898263" cy="1096005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6511436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3CB921-220F-1A92-2E72-001D1B441F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B2ECBD5C-FC57-E6CB-29AC-086C7359782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715" t="16366" r="20147" b="9260"/>
          <a:stretch>
            <a:fillRect/>
          </a:stretch>
        </p:blipFill>
        <p:spPr>
          <a:xfrm>
            <a:off x="3954926" y="788988"/>
            <a:ext cx="5712106" cy="5100638"/>
          </a:xfrm>
          <a:prstGeom prst="rect">
            <a:avLst/>
          </a:prstGeom>
        </p:spPr>
      </p:pic>
      <p:pic>
        <p:nvPicPr>
          <p:cNvPr id="90" name="Graphic 89">
            <a:extLst>
              <a:ext uri="{FF2B5EF4-FFF2-40B4-BE49-F238E27FC236}">
                <a16:creationId xmlns:a16="http://schemas.microsoft.com/office/drawing/2014/main" id="{BB6C21E0-9398-8905-A179-EAA25E5420F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492908" y="1521897"/>
            <a:ext cx="457200" cy="733425"/>
          </a:xfrm>
          <a:prstGeom prst="rect">
            <a:avLst/>
          </a:prstGeom>
        </p:spPr>
      </p:pic>
      <p:pic>
        <p:nvPicPr>
          <p:cNvPr id="92" name="Graphic 91">
            <a:extLst>
              <a:ext uri="{FF2B5EF4-FFF2-40B4-BE49-F238E27FC236}">
                <a16:creationId xmlns:a16="http://schemas.microsoft.com/office/drawing/2014/main" id="{30D5E6B2-1158-E7BE-1569-4FCB113BE7E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389964" y="5710170"/>
            <a:ext cx="2800350" cy="742950"/>
          </a:xfrm>
          <a:prstGeom prst="rect">
            <a:avLst/>
          </a:prstGeom>
        </p:spPr>
      </p:pic>
      <p:grpSp>
        <p:nvGrpSpPr>
          <p:cNvPr id="93" name="Group 92">
            <a:extLst>
              <a:ext uri="{FF2B5EF4-FFF2-40B4-BE49-F238E27FC236}">
                <a16:creationId xmlns:a16="http://schemas.microsoft.com/office/drawing/2014/main" id="{D59FC323-11A4-AB96-FCDB-815C91DC7EA6}"/>
              </a:ext>
            </a:extLst>
          </p:cNvPr>
          <p:cNvGrpSpPr/>
          <p:nvPr/>
        </p:nvGrpSpPr>
        <p:grpSpPr>
          <a:xfrm rot="10800000">
            <a:off x="4294793" y="3760088"/>
            <a:ext cx="4027394" cy="1730099"/>
            <a:chOff x="678180" y="2251709"/>
            <a:chExt cx="4051991" cy="1730099"/>
          </a:xfrm>
        </p:grpSpPr>
        <p:cxnSp>
          <p:nvCxnSpPr>
            <p:cNvPr id="94" name="Straight Connector 93">
              <a:extLst>
                <a:ext uri="{FF2B5EF4-FFF2-40B4-BE49-F238E27FC236}">
                  <a16:creationId xmlns:a16="http://schemas.microsoft.com/office/drawing/2014/main" id="{192CE1C7-4532-B29E-C0AA-035E44CF61C6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678180" y="2251709"/>
              <a:ext cx="0" cy="1210209"/>
            </a:xfrm>
            <a:prstGeom prst="line">
              <a:avLst/>
            </a:prstGeom>
            <a:ln w="38100">
              <a:solidFill>
                <a:srgbClr val="FF0000"/>
              </a:solidFill>
              <a:headEnd type="non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5" name="Straight Connector 94">
              <a:extLst>
                <a:ext uri="{FF2B5EF4-FFF2-40B4-BE49-F238E27FC236}">
                  <a16:creationId xmlns:a16="http://schemas.microsoft.com/office/drawing/2014/main" id="{367A6156-32CA-3606-184F-09055CE477B3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678180" y="2261870"/>
              <a:ext cx="1988198" cy="282292"/>
            </a:xfrm>
            <a:prstGeom prst="line">
              <a:avLst/>
            </a:prstGeom>
            <a:ln w="38100">
              <a:solidFill>
                <a:srgbClr val="FF0000"/>
              </a:solidFill>
              <a:headEnd type="non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6" name="Straight Connector 95">
              <a:extLst>
                <a:ext uri="{FF2B5EF4-FFF2-40B4-BE49-F238E27FC236}">
                  <a16:creationId xmlns:a16="http://schemas.microsoft.com/office/drawing/2014/main" id="{013C45A0-50A0-0392-BA90-7CC46F4F8BA0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4720590" y="2820262"/>
              <a:ext cx="0" cy="1161546"/>
            </a:xfrm>
            <a:prstGeom prst="line">
              <a:avLst/>
            </a:prstGeom>
            <a:ln w="38100">
              <a:solidFill>
                <a:srgbClr val="FF0000"/>
              </a:solidFill>
              <a:headEnd type="non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7" name="Straight Connector 96">
              <a:extLst>
                <a:ext uri="{FF2B5EF4-FFF2-40B4-BE49-F238E27FC236}">
                  <a16:creationId xmlns:a16="http://schemas.microsoft.com/office/drawing/2014/main" id="{8F0510EF-B499-A7FF-F2C4-89E49773E989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2714737" y="2571939"/>
              <a:ext cx="0" cy="1396088"/>
            </a:xfrm>
            <a:prstGeom prst="line">
              <a:avLst/>
            </a:prstGeom>
            <a:ln w="38100">
              <a:solidFill>
                <a:srgbClr val="FF0000"/>
              </a:solidFill>
              <a:headEnd type="triangl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8" name="Straight Connector 97">
              <a:extLst>
                <a:ext uri="{FF2B5EF4-FFF2-40B4-BE49-F238E27FC236}">
                  <a16:creationId xmlns:a16="http://schemas.microsoft.com/office/drawing/2014/main" id="{3F593E83-D0CE-62A9-5D70-536847D0963D}"/>
                </a:ext>
              </a:extLst>
            </p:cNvPr>
            <p:cNvCxnSpPr>
              <a:cxnSpLocks/>
            </p:cNvCxnSpPr>
            <p:nvPr/>
          </p:nvCxnSpPr>
          <p:spPr>
            <a:xfrm rot="10800000">
              <a:off x="2780607" y="2551951"/>
              <a:ext cx="1949564" cy="268311"/>
            </a:xfrm>
            <a:prstGeom prst="line">
              <a:avLst/>
            </a:prstGeom>
            <a:ln w="38100">
              <a:solidFill>
                <a:srgbClr val="FF0000"/>
              </a:solidFill>
              <a:headEnd type="non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2" name="Group 101">
            <a:extLst>
              <a:ext uri="{FF2B5EF4-FFF2-40B4-BE49-F238E27FC236}">
                <a16:creationId xmlns:a16="http://schemas.microsoft.com/office/drawing/2014/main" id="{BFED6974-96CA-E7E8-81AB-A6906B751266}"/>
              </a:ext>
            </a:extLst>
          </p:cNvPr>
          <p:cNvGrpSpPr/>
          <p:nvPr/>
        </p:nvGrpSpPr>
        <p:grpSpPr>
          <a:xfrm>
            <a:off x="4304374" y="1682803"/>
            <a:ext cx="4027336" cy="1730099"/>
            <a:chOff x="678179" y="2251709"/>
            <a:chExt cx="4051992" cy="1730099"/>
          </a:xfrm>
        </p:grpSpPr>
        <p:cxnSp>
          <p:nvCxnSpPr>
            <p:cNvPr id="103" name="Straight Connector 102">
              <a:extLst>
                <a:ext uri="{FF2B5EF4-FFF2-40B4-BE49-F238E27FC236}">
                  <a16:creationId xmlns:a16="http://schemas.microsoft.com/office/drawing/2014/main" id="{B874891E-445A-9E40-2DA2-A7F5BC7F4E47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678180" y="2251709"/>
              <a:ext cx="0" cy="1210209"/>
            </a:xfrm>
            <a:prstGeom prst="line">
              <a:avLst/>
            </a:prstGeom>
            <a:ln w="38100">
              <a:solidFill>
                <a:srgbClr val="FF0000"/>
              </a:solidFill>
              <a:headEnd type="non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" name="Straight Connector 103">
              <a:extLst>
                <a:ext uri="{FF2B5EF4-FFF2-40B4-BE49-F238E27FC236}">
                  <a16:creationId xmlns:a16="http://schemas.microsoft.com/office/drawing/2014/main" id="{00BC061E-1775-63A1-A855-21A61DFC7296}"/>
                </a:ext>
              </a:extLst>
            </p:cNvPr>
            <p:cNvCxnSpPr>
              <a:cxnSpLocks/>
            </p:cNvCxnSpPr>
            <p:nvPr/>
          </p:nvCxnSpPr>
          <p:spPr>
            <a:xfrm>
              <a:off x="678179" y="2261869"/>
              <a:ext cx="2005826" cy="282292"/>
            </a:xfrm>
            <a:prstGeom prst="line">
              <a:avLst/>
            </a:prstGeom>
            <a:ln w="38100">
              <a:solidFill>
                <a:srgbClr val="FF0000"/>
              </a:solidFill>
              <a:headEnd type="non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5" name="Straight Connector 104">
              <a:extLst>
                <a:ext uri="{FF2B5EF4-FFF2-40B4-BE49-F238E27FC236}">
                  <a16:creationId xmlns:a16="http://schemas.microsoft.com/office/drawing/2014/main" id="{2680A7B8-EFF3-B0CA-91D7-0139FDED3EC6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4720590" y="2820262"/>
              <a:ext cx="0" cy="1161546"/>
            </a:xfrm>
            <a:prstGeom prst="line">
              <a:avLst/>
            </a:prstGeom>
            <a:ln w="38100">
              <a:solidFill>
                <a:srgbClr val="FF0000"/>
              </a:solidFill>
              <a:headEnd type="non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6" name="Straight Connector 105">
              <a:extLst>
                <a:ext uri="{FF2B5EF4-FFF2-40B4-BE49-F238E27FC236}">
                  <a16:creationId xmlns:a16="http://schemas.microsoft.com/office/drawing/2014/main" id="{D3335586-006B-3427-5940-C04E54F19229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2693700" y="2566670"/>
              <a:ext cx="0" cy="1396088"/>
            </a:xfrm>
            <a:prstGeom prst="line">
              <a:avLst/>
            </a:prstGeom>
            <a:ln w="38100">
              <a:solidFill>
                <a:srgbClr val="FF0000"/>
              </a:solidFill>
              <a:headEnd type="triangl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7" name="Straight Connector 106">
              <a:extLst>
                <a:ext uri="{FF2B5EF4-FFF2-40B4-BE49-F238E27FC236}">
                  <a16:creationId xmlns:a16="http://schemas.microsoft.com/office/drawing/2014/main" id="{43CD254C-1442-FBC5-02EA-E76DBC196EF4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732363" y="2544161"/>
              <a:ext cx="1997808" cy="276102"/>
            </a:xfrm>
            <a:prstGeom prst="line">
              <a:avLst/>
            </a:prstGeom>
            <a:ln w="38100">
              <a:solidFill>
                <a:srgbClr val="FF0000"/>
              </a:solidFill>
              <a:headEnd type="non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30" name="Straight Connector 129">
            <a:extLst>
              <a:ext uri="{FF2B5EF4-FFF2-40B4-BE49-F238E27FC236}">
                <a16:creationId xmlns:a16="http://schemas.microsoft.com/office/drawing/2014/main" id="{095300A7-9526-E124-F231-ECCC32999EEA}"/>
              </a:ext>
            </a:extLst>
          </p:cNvPr>
          <p:cNvCxnSpPr>
            <a:cxnSpLocks/>
          </p:cNvCxnSpPr>
          <p:nvPr/>
        </p:nvCxnSpPr>
        <p:spPr>
          <a:xfrm>
            <a:off x="8324506" y="3493610"/>
            <a:ext cx="0" cy="668751"/>
          </a:xfrm>
          <a:prstGeom prst="line">
            <a:avLst/>
          </a:prstGeom>
          <a:ln w="38100">
            <a:solidFill>
              <a:srgbClr val="FF0000"/>
            </a:solidFill>
            <a:headEnd type="triangle" w="sm" len="sm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1" name="Straight Connector 130">
            <a:extLst>
              <a:ext uri="{FF2B5EF4-FFF2-40B4-BE49-F238E27FC236}">
                <a16:creationId xmlns:a16="http://schemas.microsoft.com/office/drawing/2014/main" id="{5E1F6664-3E69-FA10-AECF-59244364B2C2}"/>
              </a:ext>
            </a:extLst>
          </p:cNvPr>
          <p:cNvCxnSpPr>
            <a:cxnSpLocks/>
          </p:cNvCxnSpPr>
          <p:nvPr/>
        </p:nvCxnSpPr>
        <p:spPr>
          <a:xfrm>
            <a:off x="4304954" y="2961959"/>
            <a:ext cx="0" cy="688784"/>
          </a:xfrm>
          <a:prstGeom prst="line">
            <a:avLst/>
          </a:prstGeom>
          <a:ln w="38100">
            <a:solidFill>
              <a:srgbClr val="FF0000"/>
            </a:solidFill>
            <a:headEnd type="triangle" w="sm" len="sm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5" name="Straight Connector 134">
            <a:extLst>
              <a:ext uri="{FF2B5EF4-FFF2-40B4-BE49-F238E27FC236}">
                <a16:creationId xmlns:a16="http://schemas.microsoft.com/office/drawing/2014/main" id="{D750FE04-4F96-BFFD-7C36-F64A1131C142}"/>
              </a:ext>
            </a:extLst>
          </p:cNvPr>
          <p:cNvCxnSpPr>
            <a:cxnSpLocks/>
          </p:cNvCxnSpPr>
          <p:nvPr/>
        </p:nvCxnSpPr>
        <p:spPr>
          <a:xfrm>
            <a:off x="6297993" y="3393852"/>
            <a:ext cx="0" cy="307563"/>
          </a:xfrm>
          <a:prstGeom prst="line">
            <a:avLst/>
          </a:prstGeom>
          <a:ln w="38100">
            <a:solidFill>
              <a:srgbClr val="FF0000"/>
            </a:solidFill>
            <a:headEnd type="triangle" w="sm" len="sm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37" name="Graphic 136">
            <a:extLst>
              <a:ext uri="{FF2B5EF4-FFF2-40B4-BE49-F238E27FC236}">
                <a16:creationId xmlns:a16="http://schemas.microsoft.com/office/drawing/2014/main" id="{0A35DC9E-4271-AF0D-5112-502B1A1F33B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389964" y="2988230"/>
            <a:ext cx="704850" cy="361950"/>
          </a:xfrm>
          <a:prstGeom prst="rect">
            <a:avLst/>
          </a:prstGeom>
        </p:spPr>
      </p:pic>
      <p:pic>
        <p:nvPicPr>
          <p:cNvPr id="138" name="Graphic 137">
            <a:extLst>
              <a:ext uri="{FF2B5EF4-FFF2-40B4-BE49-F238E27FC236}">
                <a16:creationId xmlns:a16="http://schemas.microsoft.com/office/drawing/2014/main" id="{E92BA0C1-0D04-107D-15D9-6225A65F561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982163" y="2799398"/>
            <a:ext cx="695325" cy="361950"/>
          </a:xfrm>
          <a:prstGeom prst="rect">
            <a:avLst/>
          </a:prstGeom>
        </p:spPr>
      </p:pic>
      <p:cxnSp>
        <p:nvCxnSpPr>
          <p:cNvPr id="139" name="Straight Connector 138">
            <a:extLst>
              <a:ext uri="{FF2B5EF4-FFF2-40B4-BE49-F238E27FC236}">
                <a16:creationId xmlns:a16="http://schemas.microsoft.com/office/drawing/2014/main" id="{482EA790-AB9A-659A-049D-A01FCD45D5F2}"/>
              </a:ext>
            </a:extLst>
          </p:cNvPr>
          <p:cNvCxnSpPr>
            <a:cxnSpLocks/>
          </p:cNvCxnSpPr>
          <p:nvPr/>
        </p:nvCxnSpPr>
        <p:spPr>
          <a:xfrm flipH="1" flipV="1">
            <a:off x="5108121" y="3176588"/>
            <a:ext cx="1119967" cy="388511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Straight Connector 140">
            <a:extLst>
              <a:ext uri="{FF2B5EF4-FFF2-40B4-BE49-F238E27FC236}">
                <a16:creationId xmlns:a16="http://schemas.microsoft.com/office/drawing/2014/main" id="{C7312254-BC40-9446-348B-6807F48C5346}"/>
              </a:ext>
            </a:extLst>
          </p:cNvPr>
          <p:cNvCxnSpPr>
            <a:cxnSpLocks/>
          </p:cNvCxnSpPr>
          <p:nvPr/>
        </p:nvCxnSpPr>
        <p:spPr>
          <a:xfrm flipH="1" flipV="1">
            <a:off x="4094814" y="1961654"/>
            <a:ext cx="2173046" cy="742716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1E9C2489-1BD2-3A19-75C4-FAB4382DFCBF}"/>
              </a:ext>
            </a:extLst>
          </p:cNvPr>
          <p:cNvCxnSpPr>
            <a:cxnSpLocks/>
          </p:cNvCxnSpPr>
          <p:nvPr/>
        </p:nvCxnSpPr>
        <p:spPr>
          <a:xfrm flipH="1">
            <a:off x="4836765" y="5064360"/>
            <a:ext cx="265662" cy="710802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F3D6FA13-D401-EC6E-9976-7676BBBDDCF5}"/>
              </a:ext>
            </a:extLst>
          </p:cNvPr>
          <p:cNvCxnSpPr>
            <a:cxnSpLocks/>
          </p:cNvCxnSpPr>
          <p:nvPr/>
        </p:nvCxnSpPr>
        <p:spPr>
          <a:xfrm flipH="1">
            <a:off x="4836764" y="5354769"/>
            <a:ext cx="2497358" cy="420393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7146516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78BC048-7EC1-C95E-71EB-862A7C2E95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aphic 7">
            <a:extLst>
              <a:ext uri="{FF2B5EF4-FFF2-40B4-BE49-F238E27FC236}">
                <a16:creationId xmlns:a16="http://schemas.microsoft.com/office/drawing/2014/main" id="{AE85454F-42D9-0385-8C4C-ED152DCD789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12534" t="4642" r="8570" b="6179"/>
          <a:stretch>
            <a:fillRect/>
          </a:stretch>
        </p:blipFill>
        <p:spPr>
          <a:xfrm>
            <a:off x="3226817" y="1495551"/>
            <a:ext cx="6786880" cy="2600961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A653A387-9357-F135-1882-8182443BAB63}"/>
              </a:ext>
            </a:extLst>
          </p:cNvPr>
          <p:cNvSpPr/>
          <p:nvPr/>
        </p:nvSpPr>
        <p:spPr>
          <a:xfrm>
            <a:off x="4149344" y="4214368"/>
            <a:ext cx="1804416" cy="23164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(a)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8118A73-778E-FE66-7013-3128145E65F3}"/>
              </a:ext>
            </a:extLst>
          </p:cNvPr>
          <p:cNvSpPr/>
          <p:nvPr/>
        </p:nvSpPr>
        <p:spPr>
          <a:xfrm>
            <a:off x="8056880" y="4214368"/>
            <a:ext cx="1804416" cy="23164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(b)</a:t>
            </a:r>
          </a:p>
        </p:txBody>
      </p:sp>
    </p:spTree>
    <p:extLst>
      <p:ext uri="{BB962C8B-B14F-4D97-AF65-F5344CB8AC3E}">
        <p14:creationId xmlns:p14="http://schemas.microsoft.com/office/powerpoint/2010/main" val="313137867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5E034EE8-5C3A-1D36-6B50-CA25E4EE81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>
            <a:extLst>
              <a:ext uri="{FF2B5EF4-FFF2-40B4-BE49-F238E27FC236}">
                <a16:creationId xmlns:a16="http://schemas.microsoft.com/office/drawing/2014/main" id="{C3BA984C-1906-1124-5CEB-052C6CEAC9D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588" t="45333" r="45085" b="5185"/>
          <a:stretch>
            <a:fillRect/>
          </a:stretch>
        </p:blipFill>
        <p:spPr>
          <a:xfrm>
            <a:off x="2339937" y="487679"/>
            <a:ext cx="6879349" cy="5666345"/>
          </a:xfrm>
          <a:prstGeom prst="rect">
            <a:avLst/>
          </a:prstGeom>
        </p:spPr>
      </p:pic>
      <p:sp>
        <p:nvSpPr>
          <p:cNvPr id="8" name="Freeform: Shape 7">
            <a:extLst>
              <a:ext uri="{FF2B5EF4-FFF2-40B4-BE49-F238E27FC236}">
                <a16:creationId xmlns:a16="http://schemas.microsoft.com/office/drawing/2014/main" id="{B2699BC9-925A-2679-FAA2-0A6083FF25BE}"/>
              </a:ext>
            </a:extLst>
          </p:cNvPr>
          <p:cNvSpPr/>
          <p:nvPr/>
        </p:nvSpPr>
        <p:spPr>
          <a:xfrm>
            <a:off x="7421880" y="3254014"/>
            <a:ext cx="1711136" cy="649732"/>
          </a:xfrm>
          <a:custGeom>
            <a:avLst/>
            <a:gdLst>
              <a:gd name="csX0" fmla="*/ 0 w 1652270"/>
              <a:gd name="csY0" fmla="*/ 552450 h 627380"/>
              <a:gd name="csX1" fmla="*/ 932180 w 1652270"/>
              <a:gd name="csY1" fmla="*/ 0 h 627380"/>
              <a:gd name="csX2" fmla="*/ 1652270 w 1652270"/>
              <a:gd name="csY2" fmla="*/ 78740 h 627380"/>
              <a:gd name="csX3" fmla="*/ 723900 w 1652270"/>
              <a:gd name="csY3" fmla="*/ 627380 h 627380"/>
              <a:gd name="csX4" fmla="*/ 0 w 1652270"/>
              <a:gd name="csY4" fmla="*/ 552450 h 62738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652270" h="627380">
                <a:moveTo>
                  <a:pt x="0" y="552450"/>
                </a:moveTo>
                <a:lnTo>
                  <a:pt x="932180" y="0"/>
                </a:lnTo>
                <a:lnTo>
                  <a:pt x="1652270" y="78740"/>
                </a:lnTo>
                <a:lnTo>
                  <a:pt x="723900" y="627380"/>
                </a:lnTo>
                <a:lnTo>
                  <a:pt x="0" y="552450"/>
                </a:lnTo>
                <a:close/>
              </a:path>
            </a:pathLst>
          </a:custGeom>
          <a:solidFill>
            <a:srgbClr val="00B6FD"/>
          </a:solidFill>
          <a:ln w="1905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D03C3C90-F79D-854B-7CD8-C8FA37D02B9C}"/>
              </a:ext>
            </a:extLst>
          </p:cNvPr>
          <p:cNvSpPr/>
          <p:nvPr/>
        </p:nvSpPr>
        <p:spPr>
          <a:xfrm>
            <a:off x="4583049" y="2952751"/>
            <a:ext cx="2441859" cy="729234"/>
          </a:xfrm>
          <a:custGeom>
            <a:avLst/>
            <a:gdLst>
              <a:gd name="csX0" fmla="*/ 0 w 2379345"/>
              <a:gd name="csY0" fmla="*/ 546735 h 710565"/>
              <a:gd name="csX1" fmla="*/ 1461135 w 2379345"/>
              <a:gd name="csY1" fmla="*/ 710565 h 710565"/>
              <a:gd name="csX2" fmla="*/ 2379345 w 2379345"/>
              <a:gd name="csY2" fmla="*/ 160020 h 710565"/>
              <a:gd name="csX3" fmla="*/ 916305 w 2379345"/>
              <a:gd name="csY3" fmla="*/ 0 h 710565"/>
              <a:gd name="csX4" fmla="*/ 0 w 2379345"/>
              <a:gd name="csY4" fmla="*/ 546735 h 71056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379345" h="710565">
                <a:moveTo>
                  <a:pt x="0" y="546735"/>
                </a:moveTo>
                <a:lnTo>
                  <a:pt x="1461135" y="710565"/>
                </a:lnTo>
                <a:lnTo>
                  <a:pt x="2379345" y="160020"/>
                </a:lnTo>
                <a:lnTo>
                  <a:pt x="916305" y="0"/>
                </a:lnTo>
                <a:lnTo>
                  <a:pt x="0" y="546735"/>
                </a:lnTo>
                <a:close/>
              </a:path>
            </a:pathLst>
          </a:custGeom>
          <a:solidFill>
            <a:srgbClr val="FC9933"/>
          </a:solidFill>
          <a:ln w="1905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633F26C2-04ED-BCEC-855E-9B6B29776CBD}"/>
              </a:ext>
            </a:extLst>
          </p:cNvPr>
          <p:cNvCxnSpPr>
            <a:cxnSpLocks/>
          </p:cNvCxnSpPr>
          <p:nvPr/>
        </p:nvCxnSpPr>
        <p:spPr>
          <a:xfrm>
            <a:off x="2811780" y="1524000"/>
            <a:ext cx="0" cy="3608070"/>
          </a:xfrm>
          <a:prstGeom prst="line">
            <a:avLst/>
          </a:prstGeom>
          <a:ln w="63500">
            <a:solidFill>
              <a:srgbClr val="FF0000"/>
            </a:solidFill>
            <a:headEnd type="none" w="sm" len="sm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387F7298-C1D2-2944-80CF-54CC5BD2DD15}"/>
              </a:ext>
            </a:extLst>
          </p:cNvPr>
          <p:cNvCxnSpPr>
            <a:cxnSpLocks/>
          </p:cNvCxnSpPr>
          <p:nvPr/>
        </p:nvCxnSpPr>
        <p:spPr>
          <a:xfrm>
            <a:off x="5231130" y="1812330"/>
            <a:ext cx="0" cy="3533100"/>
          </a:xfrm>
          <a:prstGeom prst="line">
            <a:avLst/>
          </a:prstGeom>
          <a:ln w="63500">
            <a:solidFill>
              <a:srgbClr val="FF0000"/>
            </a:solidFill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5429EC59-8FC9-F557-2258-88CC7DBC6DC8}"/>
              </a:ext>
            </a:extLst>
          </p:cNvPr>
          <p:cNvCxnSpPr>
            <a:cxnSpLocks/>
          </p:cNvCxnSpPr>
          <p:nvPr/>
        </p:nvCxnSpPr>
        <p:spPr>
          <a:xfrm>
            <a:off x="2811780" y="1546860"/>
            <a:ext cx="2419350" cy="265470"/>
          </a:xfrm>
          <a:prstGeom prst="line">
            <a:avLst/>
          </a:prstGeom>
          <a:ln w="63500">
            <a:solidFill>
              <a:srgbClr val="FF0000"/>
            </a:solidFill>
            <a:headEnd type="none" w="sm" len="sm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22665232-3FCD-6FD5-B9B4-70A7E808FDDA}"/>
              </a:ext>
            </a:extLst>
          </p:cNvPr>
          <p:cNvCxnSpPr>
            <a:cxnSpLocks/>
          </p:cNvCxnSpPr>
          <p:nvPr/>
        </p:nvCxnSpPr>
        <p:spPr>
          <a:xfrm>
            <a:off x="2811780" y="5109210"/>
            <a:ext cx="2419350" cy="265470"/>
          </a:xfrm>
          <a:prstGeom prst="line">
            <a:avLst/>
          </a:prstGeom>
          <a:ln w="63500">
            <a:solidFill>
              <a:srgbClr val="FF0000"/>
            </a:solidFill>
            <a:headEnd type="none" w="sm" len="sm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5" name="Graphic 34">
            <a:extLst>
              <a:ext uri="{FF2B5EF4-FFF2-40B4-BE49-F238E27FC236}">
                <a16:creationId xmlns:a16="http://schemas.microsoft.com/office/drawing/2014/main" id="{406CA8FC-72C5-5D0E-7272-5D07EE2E527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746081" y="3244477"/>
            <a:ext cx="642590" cy="437508"/>
          </a:xfrm>
          <a:prstGeom prst="rect">
            <a:avLst/>
          </a:prstGeom>
        </p:spPr>
      </p:pic>
      <p:pic>
        <p:nvPicPr>
          <p:cNvPr id="37" name="Graphic 36">
            <a:extLst>
              <a:ext uri="{FF2B5EF4-FFF2-40B4-BE49-F238E27FC236}">
                <a16:creationId xmlns:a16="http://schemas.microsoft.com/office/drawing/2014/main" id="{B2D9D69C-E3C9-CA20-E406-F809CD728FD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75764" y="3134983"/>
            <a:ext cx="875016" cy="451180"/>
          </a:xfrm>
          <a:prstGeom prst="rect">
            <a:avLst/>
          </a:prstGeom>
        </p:spPr>
      </p:pic>
      <p:pic>
        <p:nvPicPr>
          <p:cNvPr id="41" name="Graphic 40">
            <a:extLst>
              <a:ext uri="{FF2B5EF4-FFF2-40B4-BE49-F238E27FC236}">
                <a16:creationId xmlns:a16="http://schemas.microsoft.com/office/drawing/2014/main" id="{A7C42125-FA7E-9FD9-3F32-FF8DDA07FC6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378401" y="3067068"/>
            <a:ext cx="847672" cy="451180"/>
          </a:xfrm>
          <a:prstGeom prst="rect">
            <a:avLst/>
          </a:prstGeom>
        </p:spPr>
      </p:pic>
      <p:pic>
        <p:nvPicPr>
          <p:cNvPr id="43" name="Graphic 42">
            <a:extLst>
              <a:ext uri="{FF2B5EF4-FFF2-40B4-BE49-F238E27FC236}">
                <a16:creationId xmlns:a16="http://schemas.microsoft.com/office/drawing/2014/main" id="{17289C81-17C2-44D0-081D-001DD5A10FA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339255" y="4027068"/>
            <a:ext cx="615246" cy="4375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355150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24423486-AD68-C226-C954-C313D66C874E}"/>
              </a:ext>
            </a:extLst>
          </p:cNvPr>
          <p:cNvSpPr/>
          <p:nvPr/>
        </p:nvSpPr>
        <p:spPr>
          <a:xfrm>
            <a:off x="3133724" y="1432560"/>
            <a:ext cx="5387340" cy="3569970"/>
          </a:xfrm>
          <a:prstGeom prst="rect">
            <a:avLst/>
          </a:prstGeom>
          <a:solidFill>
            <a:srgbClr val="80808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00C0514-15AD-049F-587B-2697C3896F48}"/>
              </a:ext>
            </a:extLst>
          </p:cNvPr>
          <p:cNvSpPr/>
          <p:nvPr/>
        </p:nvSpPr>
        <p:spPr>
          <a:xfrm>
            <a:off x="3786192" y="2021681"/>
            <a:ext cx="1401841" cy="239172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4C27BD7D-CF72-A760-078C-26C9AB9285A7}"/>
              </a:ext>
            </a:extLst>
          </p:cNvPr>
          <p:cNvSpPr/>
          <p:nvPr/>
        </p:nvSpPr>
        <p:spPr>
          <a:xfrm>
            <a:off x="6348738" y="2021681"/>
            <a:ext cx="1491616" cy="239172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0118D976-084E-81DE-A430-7E928934C63E}"/>
              </a:ext>
            </a:extLst>
          </p:cNvPr>
          <p:cNvCxnSpPr>
            <a:cxnSpLocks/>
          </p:cNvCxnSpPr>
          <p:nvPr/>
        </p:nvCxnSpPr>
        <p:spPr>
          <a:xfrm>
            <a:off x="5157788" y="2928938"/>
            <a:ext cx="1221581" cy="108346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A798AE6A-C71F-B98F-52EB-27170B7CB552}"/>
              </a:ext>
            </a:extLst>
          </p:cNvPr>
          <p:cNvCxnSpPr>
            <a:cxnSpLocks/>
          </p:cNvCxnSpPr>
          <p:nvPr/>
        </p:nvCxnSpPr>
        <p:spPr>
          <a:xfrm>
            <a:off x="5157788" y="2857981"/>
            <a:ext cx="1221581" cy="108346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2A5913C6-AE93-2ABA-668E-1ADAD4320176}"/>
              </a:ext>
            </a:extLst>
          </p:cNvPr>
          <p:cNvCxnSpPr>
            <a:cxnSpLocks/>
          </p:cNvCxnSpPr>
          <p:nvPr/>
        </p:nvCxnSpPr>
        <p:spPr>
          <a:xfrm>
            <a:off x="5157788" y="2219350"/>
            <a:ext cx="1221581" cy="108346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EBE93E48-E144-BE7A-79E7-82DB96193E8C}"/>
              </a:ext>
            </a:extLst>
          </p:cNvPr>
          <p:cNvCxnSpPr>
            <a:cxnSpLocks/>
          </p:cNvCxnSpPr>
          <p:nvPr/>
        </p:nvCxnSpPr>
        <p:spPr>
          <a:xfrm>
            <a:off x="5157788" y="2290309"/>
            <a:ext cx="1221581" cy="108346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21BCD663-D5BE-1B1D-F64E-261BFA934E69}"/>
              </a:ext>
            </a:extLst>
          </p:cNvPr>
          <p:cNvCxnSpPr>
            <a:cxnSpLocks/>
          </p:cNvCxnSpPr>
          <p:nvPr/>
        </p:nvCxnSpPr>
        <p:spPr>
          <a:xfrm>
            <a:off x="5157788" y="2361268"/>
            <a:ext cx="1221581" cy="108346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Straight Connector 59">
            <a:extLst>
              <a:ext uri="{FF2B5EF4-FFF2-40B4-BE49-F238E27FC236}">
                <a16:creationId xmlns:a16="http://schemas.microsoft.com/office/drawing/2014/main" id="{5ED8F629-6136-D10B-FC84-521F9DFFE635}"/>
              </a:ext>
            </a:extLst>
          </p:cNvPr>
          <p:cNvCxnSpPr>
            <a:cxnSpLocks/>
          </p:cNvCxnSpPr>
          <p:nvPr/>
        </p:nvCxnSpPr>
        <p:spPr>
          <a:xfrm>
            <a:off x="5157788" y="2432227"/>
            <a:ext cx="1221581" cy="108346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7C3D645A-CED4-34C4-610F-5EF3DD9D5F12}"/>
              </a:ext>
            </a:extLst>
          </p:cNvPr>
          <p:cNvCxnSpPr>
            <a:cxnSpLocks/>
          </p:cNvCxnSpPr>
          <p:nvPr/>
        </p:nvCxnSpPr>
        <p:spPr>
          <a:xfrm>
            <a:off x="5157788" y="2503186"/>
            <a:ext cx="1221581" cy="108346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6ED52C04-0DF0-C10F-7748-519F0D45630F}"/>
              </a:ext>
            </a:extLst>
          </p:cNvPr>
          <p:cNvCxnSpPr>
            <a:cxnSpLocks/>
          </p:cNvCxnSpPr>
          <p:nvPr/>
        </p:nvCxnSpPr>
        <p:spPr>
          <a:xfrm>
            <a:off x="5157788" y="2574145"/>
            <a:ext cx="1221581" cy="108346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4ED3BD94-98D2-7511-ED2D-F1152BC7C77E}"/>
              </a:ext>
            </a:extLst>
          </p:cNvPr>
          <p:cNvCxnSpPr>
            <a:cxnSpLocks/>
          </p:cNvCxnSpPr>
          <p:nvPr/>
        </p:nvCxnSpPr>
        <p:spPr>
          <a:xfrm>
            <a:off x="5157788" y="2645104"/>
            <a:ext cx="1221581" cy="108346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B6FD7A99-DF89-F98A-4707-0AA3C216CD96}"/>
              </a:ext>
            </a:extLst>
          </p:cNvPr>
          <p:cNvCxnSpPr>
            <a:cxnSpLocks/>
          </p:cNvCxnSpPr>
          <p:nvPr/>
        </p:nvCxnSpPr>
        <p:spPr>
          <a:xfrm>
            <a:off x="5157788" y="2716063"/>
            <a:ext cx="1221581" cy="108346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075EB5B5-9A89-ACF1-0637-E5D13989EFEA}"/>
              </a:ext>
            </a:extLst>
          </p:cNvPr>
          <p:cNvCxnSpPr>
            <a:cxnSpLocks/>
          </p:cNvCxnSpPr>
          <p:nvPr/>
        </p:nvCxnSpPr>
        <p:spPr>
          <a:xfrm>
            <a:off x="5157788" y="2787022"/>
            <a:ext cx="1221581" cy="108346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Straight Connector 65">
            <a:extLst>
              <a:ext uri="{FF2B5EF4-FFF2-40B4-BE49-F238E27FC236}">
                <a16:creationId xmlns:a16="http://schemas.microsoft.com/office/drawing/2014/main" id="{838F0204-375B-BF2E-CBBF-18B64E02FA64}"/>
              </a:ext>
            </a:extLst>
          </p:cNvPr>
          <p:cNvCxnSpPr>
            <a:cxnSpLocks/>
          </p:cNvCxnSpPr>
          <p:nvPr/>
        </p:nvCxnSpPr>
        <p:spPr>
          <a:xfrm flipH="1">
            <a:off x="5157788" y="4144062"/>
            <a:ext cx="1221581" cy="108346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Straight Connector 66">
            <a:extLst>
              <a:ext uri="{FF2B5EF4-FFF2-40B4-BE49-F238E27FC236}">
                <a16:creationId xmlns:a16="http://schemas.microsoft.com/office/drawing/2014/main" id="{BD535CC2-284A-C726-4A77-5849FB7D0542}"/>
              </a:ext>
            </a:extLst>
          </p:cNvPr>
          <p:cNvCxnSpPr>
            <a:cxnSpLocks/>
          </p:cNvCxnSpPr>
          <p:nvPr/>
        </p:nvCxnSpPr>
        <p:spPr>
          <a:xfrm flipH="1">
            <a:off x="5157788" y="4073105"/>
            <a:ext cx="1221581" cy="108346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91AB4DF7-4B12-FA55-49F0-D5528C3EB0EF}"/>
              </a:ext>
            </a:extLst>
          </p:cNvPr>
          <p:cNvCxnSpPr>
            <a:cxnSpLocks/>
          </p:cNvCxnSpPr>
          <p:nvPr/>
        </p:nvCxnSpPr>
        <p:spPr>
          <a:xfrm flipH="1">
            <a:off x="5157788" y="3434474"/>
            <a:ext cx="1221581" cy="108346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Straight Connector 68">
            <a:extLst>
              <a:ext uri="{FF2B5EF4-FFF2-40B4-BE49-F238E27FC236}">
                <a16:creationId xmlns:a16="http://schemas.microsoft.com/office/drawing/2014/main" id="{1A56D2F1-3621-AA50-38E6-DB0A3637B151}"/>
              </a:ext>
            </a:extLst>
          </p:cNvPr>
          <p:cNvCxnSpPr>
            <a:cxnSpLocks/>
          </p:cNvCxnSpPr>
          <p:nvPr/>
        </p:nvCxnSpPr>
        <p:spPr>
          <a:xfrm flipH="1">
            <a:off x="5157788" y="3505433"/>
            <a:ext cx="1221581" cy="108346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Straight Connector 69">
            <a:extLst>
              <a:ext uri="{FF2B5EF4-FFF2-40B4-BE49-F238E27FC236}">
                <a16:creationId xmlns:a16="http://schemas.microsoft.com/office/drawing/2014/main" id="{4418AC48-2857-8774-E8B3-958CFB3AB1E1}"/>
              </a:ext>
            </a:extLst>
          </p:cNvPr>
          <p:cNvCxnSpPr>
            <a:cxnSpLocks/>
          </p:cNvCxnSpPr>
          <p:nvPr/>
        </p:nvCxnSpPr>
        <p:spPr>
          <a:xfrm flipH="1">
            <a:off x="5157788" y="3576392"/>
            <a:ext cx="1221581" cy="108346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Straight Connector 70">
            <a:extLst>
              <a:ext uri="{FF2B5EF4-FFF2-40B4-BE49-F238E27FC236}">
                <a16:creationId xmlns:a16="http://schemas.microsoft.com/office/drawing/2014/main" id="{EDC4D0A1-1BA4-4603-635B-829144BF6B89}"/>
              </a:ext>
            </a:extLst>
          </p:cNvPr>
          <p:cNvCxnSpPr>
            <a:cxnSpLocks/>
          </p:cNvCxnSpPr>
          <p:nvPr/>
        </p:nvCxnSpPr>
        <p:spPr>
          <a:xfrm flipH="1">
            <a:off x="5157788" y="3647351"/>
            <a:ext cx="1221581" cy="108346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D8A7E31F-6CF1-FE60-25EA-086B31F18095}"/>
              </a:ext>
            </a:extLst>
          </p:cNvPr>
          <p:cNvCxnSpPr>
            <a:cxnSpLocks/>
          </p:cNvCxnSpPr>
          <p:nvPr/>
        </p:nvCxnSpPr>
        <p:spPr>
          <a:xfrm flipH="1">
            <a:off x="5157788" y="3718310"/>
            <a:ext cx="1221581" cy="108346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5EB1D01A-FBB3-2223-361E-2EDC9DC8FA68}"/>
              </a:ext>
            </a:extLst>
          </p:cNvPr>
          <p:cNvCxnSpPr>
            <a:cxnSpLocks/>
          </p:cNvCxnSpPr>
          <p:nvPr/>
        </p:nvCxnSpPr>
        <p:spPr>
          <a:xfrm flipH="1">
            <a:off x="5157788" y="3789269"/>
            <a:ext cx="1221581" cy="108346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D4A1BF47-6F12-B7A5-B9B5-ED95790491FE}"/>
              </a:ext>
            </a:extLst>
          </p:cNvPr>
          <p:cNvCxnSpPr>
            <a:cxnSpLocks/>
          </p:cNvCxnSpPr>
          <p:nvPr/>
        </p:nvCxnSpPr>
        <p:spPr>
          <a:xfrm flipH="1">
            <a:off x="5157788" y="3860228"/>
            <a:ext cx="1221581" cy="108346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407F990F-A684-265F-AC59-11C98B2A38DE}"/>
              </a:ext>
            </a:extLst>
          </p:cNvPr>
          <p:cNvCxnSpPr>
            <a:cxnSpLocks/>
          </p:cNvCxnSpPr>
          <p:nvPr/>
        </p:nvCxnSpPr>
        <p:spPr>
          <a:xfrm flipH="1">
            <a:off x="5157788" y="3931187"/>
            <a:ext cx="1221581" cy="108346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Straight Connector 75">
            <a:extLst>
              <a:ext uri="{FF2B5EF4-FFF2-40B4-BE49-F238E27FC236}">
                <a16:creationId xmlns:a16="http://schemas.microsoft.com/office/drawing/2014/main" id="{336B5272-0ACC-5E02-AE9D-50FCBE8277EA}"/>
              </a:ext>
            </a:extLst>
          </p:cNvPr>
          <p:cNvCxnSpPr>
            <a:cxnSpLocks/>
          </p:cNvCxnSpPr>
          <p:nvPr/>
        </p:nvCxnSpPr>
        <p:spPr>
          <a:xfrm flipH="1">
            <a:off x="5157788" y="4002146"/>
            <a:ext cx="1221581" cy="108346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65D5233D-48BE-6F83-9A10-CA1DC4DBDFCA}"/>
              </a:ext>
            </a:extLst>
          </p:cNvPr>
          <p:cNvCxnSpPr>
            <a:cxnSpLocks/>
          </p:cNvCxnSpPr>
          <p:nvPr/>
        </p:nvCxnSpPr>
        <p:spPr>
          <a:xfrm>
            <a:off x="3026570" y="2207421"/>
            <a:ext cx="778669" cy="197189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Straight Connector 83">
            <a:extLst>
              <a:ext uri="{FF2B5EF4-FFF2-40B4-BE49-F238E27FC236}">
                <a16:creationId xmlns:a16="http://schemas.microsoft.com/office/drawing/2014/main" id="{FF62EEFE-0594-C9F5-3CB5-7272BBC5C0F7}"/>
              </a:ext>
            </a:extLst>
          </p:cNvPr>
          <p:cNvCxnSpPr>
            <a:cxnSpLocks/>
          </p:cNvCxnSpPr>
          <p:nvPr/>
        </p:nvCxnSpPr>
        <p:spPr>
          <a:xfrm>
            <a:off x="3093244" y="2421396"/>
            <a:ext cx="711995" cy="186339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Straight Connector 89">
            <a:extLst>
              <a:ext uri="{FF2B5EF4-FFF2-40B4-BE49-F238E27FC236}">
                <a16:creationId xmlns:a16="http://schemas.microsoft.com/office/drawing/2014/main" id="{559AF521-1376-E231-9324-7720A846A6B7}"/>
              </a:ext>
            </a:extLst>
          </p:cNvPr>
          <p:cNvCxnSpPr>
            <a:cxnSpLocks/>
          </p:cNvCxnSpPr>
          <p:nvPr/>
        </p:nvCxnSpPr>
        <p:spPr>
          <a:xfrm>
            <a:off x="3093244" y="2622893"/>
            <a:ext cx="711995" cy="186339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Straight Connector 90">
            <a:extLst>
              <a:ext uri="{FF2B5EF4-FFF2-40B4-BE49-F238E27FC236}">
                <a16:creationId xmlns:a16="http://schemas.microsoft.com/office/drawing/2014/main" id="{058F8C8B-9FDF-4B27-49C4-645087F7514A}"/>
              </a:ext>
            </a:extLst>
          </p:cNvPr>
          <p:cNvCxnSpPr>
            <a:cxnSpLocks/>
          </p:cNvCxnSpPr>
          <p:nvPr/>
        </p:nvCxnSpPr>
        <p:spPr>
          <a:xfrm>
            <a:off x="3093244" y="2835768"/>
            <a:ext cx="711995" cy="186339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Straight Connector 92">
            <a:extLst>
              <a:ext uri="{FF2B5EF4-FFF2-40B4-BE49-F238E27FC236}">
                <a16:creationId xmlns:a16="http://schemas.microsoft.com/office/drawing/2014/main" id="{B7E5B6E6-0C65-467D-876B-CB2FBD46DE25}"/>
              </a:ext>
            </a:extLst>
          </p:cNvPr>
          <p:cNvCxnSpPr>
            <a:cxnSpLocks/>
          </p:cNvCxnSpPr>
          <p:nvPr/>
        </p:nvCxnSpPr>
        <p:spPr>
          <a:xfrm>
            <a:off x="3093244" y="3658200"/>
            <a:ext cx="711995" cy="186339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Straight Connector 93">
            <a:extLst>
              <a:ext uri="{FF2B5EF4-FFF2-40B4-BE49-F238E27FC236}">
                <a16:creationId xmlns:a16="http://schemas.microsoft.com/office/drawing/2014/main" id="{D37B9A5A-567E-2D1D-0F8E-E04284768B85}"/>
              </a:ext>
            </a:extLst>
          </p:cNvPr>
          <p:cNvCxnSpPr>
            <a:cxnSpLocks/>
          </p:cNvCxnSpPr>
          <p:nvPr/>
        </p:nvCxnSpPr>
        <p:spPr>
          <a:xfrm>
            <a:off x="3093244" y="3859697"/>
            <a:ext cx="711995" cy="186339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Straight Connector 94">
            <a:extLst>
              <a:ext uri="{FF2B5EF4-FFF2-40B4-BE49-F238E27FC236}">
                <a16:creationId xmlns:a16="http://schemas.microsoft.com/office/drawing/2014/main" id="{FA78D2E4-9CC9-9675-C4DD-6A86D252B60B}"/>
              </a:ext>
            </a:extLst>
          </p:cNvPr>
          <p:cNvCxnSpPr>
            <a:cxnSpLocks/>
          </p:cNvCxnSpPr>
          <p:nvPr/>
        </p:nvCxnSpPr>
        <p:spPr>
          <a:xfrm>
            <a:off x="3093244" y="4072572"/>
            <a:ext cx="711995" cy="186339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Straight Connector 95">
            <a:extLst>
              <a:ext uri="{FF2B5EF4-FFF2-40B4-BE49-F238E27FC236}">
                <a16:creationId xmlns:a16="http://schemas.microsoft.com/office/drawing/2014/main" id="{7BF5F9B2-0114-E8A8-C90E-5528C2218A1B}"/>
              </a:ext>
            </a:extLst>
          </p:cNvPr>
          <p:cNvCxnSpPr>
            <a:cxnSpLocks/>
          </p:cNvCxnSpPr>
          <p:nvPr/>
        </p:nvCxnSpPr>
        <p:spPr>
          <a:xfrm>
            <a:off x="3093243" y="3456703"/>
            <a:ext cx="711995" cy="186339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Straight Connector 96">
            <a:extLst>
              <a:ext uri="{FF2B5EF4-FFF2-40B4-BE49-F238E27FC236}">
                <a16:creationId xmlns:a16="http://schemas.microsoft.com/office/drawing/2014/main" id="{728B1766-99FB-9AF3-A184-BC43E3A3E485}"/>
              </a:ext>
            </a:extLst>
          </p:cNvPr>
          <p:cNvCxnSpPr>
            <a:cxnSpLocks/>
            <a:stCxn id="152" idx="6"/>
          </p:cNvCxnSpPr>
          <p:nvPr/>
        </p:nvCxnSpPr>
        <p:spPr>
          <a:xfrm>
            <a:off x="2363687" y="3452921"/>
            <a:ext cx="746705" cy="209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Straight Connector 103">
            <a:extLst>
              <a:ext uri="{FF2B5EF4-FFF2-40B4-BE49-F238E27FC236}">
                <a16:creationId xmlns:a16="http://schemas.microsoft.com/office/drawing/2014/main" id="{5227BDA3-B16F-E226-AADA-076ACD9734A9}"/>
              </a:ext>
            </a:extLst>
          </p:cNvPr>
          <p:cNvCxnSpPr>
            <a:cxnSpLocks/>
            <a:endCxn id="154" idx="6"/>
          </p:cNvCxnSpPr>
          <p:nvPr/>
        </p:nvCxnSpPr>
        <p:spPr>
          <a:xfrm flipH="1" flipV="1">
            <a:off x="2363686" y="3002538"/>
            <a:ext cx="746706" cy="1409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Straight Connector 104">
            <a:extLst>
              <a:ext uri="{FF2B5EF4-FFF2-40B4-BE49-F238E27FC236}">
                <a16:creationId xmlns:a16="http://schemas.microsoft.com/office/drawing/2014/main" id="{DD8BBB48-0AA3-3C51-9E1D-D436EBF24F10}"/>
              </a:ext>
            </a:extLst>
          </p:cNvPr>
          <p:cNvCxnSpPr>
            <a:cxnSpLocks/>
          </p:cNvCxnSpPr>
          <p:nvPr/>
        </p:nvCxnSpPr>
        <p:spPr>
          <a:xfrm flipH="1">
            <a:off x="4568428" y="2219350"/>
            <a:ext cx="623176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Straight Connector 106">
            <a:extLst>
              <a:ext uri="{FF2B5EF4-FFF2-40B4-BE49-F238E27FC236}">
                <a16:creationId xmlns:a16="http://schemas.microsoft.com/office/drawing/2014/main" id="{D28AF258-7F21-D60D-6E5B-17C3A8C931EB}"/>
              </a:ext>
            </a:extLst>
          </p:cNvPr>
          <p:cNvCxnSpPr>
            <a:cxnSpLocks/>
          </p:cNvCxnSpPr>
          <p:nvPr/>
        </p:nvCxnSpPr>
        <p:spPr>
          <a:xfrm flipH="1">
            <a:off x="4564858" y="3037284"/>
            <a:ext cx="623176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Straight Connector 107">
            <a:extLst>
              <a:ext uri="{FF2B5EF4-FFF2-40B4-BE49-F238E27FC236}">
                <a16:creationId xmlns:a16="http://schemas.microsoft.com/office/drawing/2014/main" id="{3A16C1C4-5FCA-DA25-3106-2FF47ED57EC4}"/>
              </a:ext>
            </a:extLst>
          </p:cNvPr>
          <p:cNvCxnSpPr>
            <a:cxnSpLocks/>
          </p:cNvCxnSpPr>
          <p:nvPr/>
        </p:nvCxnSpPr>
        <p:spPr>
          <a:xfrm flipH="1">
            <a:off x="4568428" y="3438595"/>
            <a:ext cx="623176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Straight Connector 108">
            <a:extLst>
              <a:ext uri="{FF2B5EF4-FFF2-40B4-BE49-F238E27FC236}">
                <a16:creationId xmlns:a16="http://schemas.microsoft.com/office/drawing/2014/main" id="{A509A306-30C8-24F4-5F3F-A321728DED41}"/>
              </a:ext>
            </a:extLst>
          </p:cNvPr>
          <p:cNvCxnSpPr>
            <a:cxnSpLocks/>
          </p:cNvCxnSpPr>
          <p:nvPr/>
        </p:nvCxnSpPr>
        <p:spPr>
          <a:xfrm flipH="1">
            <a:off x="4564858" y="4255338"/>
            <a:ext cx="623176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Straight Connector 109">
            <a:extLst>
              <a:ext uri="{FF2B5EF4-FFF2-40B4-BE49-F238E27FC236}">
                <a16:creationId xmlns:a16="http://schemas.microsoft.com/office/drawing/2014/main" id="{7B28384D-4D9F-81F9-86DE-5B15A46145D1}"/>
              </a:ext>
            </a:extLst>
          </p:cNvPr>
          <p:cNvCxnSpPr>
            <a:cxnSpLocks/>
          </p:cNvCxnSpPr>
          <p:nvPr/>
        </p:nvCxnSpPr>
        <p:spPr>
          <a:xfrm>
            <a:off x="3013075" y="4271098"/>
            <a:ext cx="100989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81C77AE5-F3DA-F4AB-7951-B3E678EB6A76}"/>
              </a:ext>
            </a:extLst>
          </p:cNvPr>
          <p:cNvCxnSpPr>
            <a:cxnSpLocks/>
          </p:cNvCxnSpPr>
          <p:nvPr/>
        </p:nvCxnSpPr>
        <p:spPr>
          <a:xfrm flipV="1">
            <a:off x="3035634" y="4288558"/>
            <a:ext cx="0" cy="820019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Straight Connector 114">
            <a:extLst>
              <a:ext uri="{FF2B5EF4-FFF2-40B4-BE49-F238E27FC236}">
                <a16:creationId xmlns:a16="http://schemas.microsoft.com/office/drawing/2014/main" id="{2AFB3210-CF10-5012-B821-8E0DCA1DC515}"/>
              </a:ext>
            </a:extLst>
          </p:cNvPr>
          <p:cNvCxnSpPr>
            <a:cxnSpLocks/>
          </p:cNvCxnSpPr>
          <p:nvPr/>
        </p:nvCxnSpPr>
        <p:spPr>
          <a:xfrm>
            <a:off x="3026570" y="5092234"/>
            <a:ext cx="5572600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Straight Connector 116">
            <a:extLst>
              <a:ext uri="{FF2B5EF4-FFF2-40B4-BE49-F238E27FC236}">
                <a16:creationId xmlns:a16="http://schemas.microsoft.com/office/drawing/2014/main" id="{628A959A-D2CC-623C-B7B3-3192340444FC}"/>
              </a:ext>
            </a:extLst>
          </p:cNvPr>
          <p:cNvCxnSpPr>
            <a:cxnSpLocks/>
          </p:cNvCxnSpPr>
          <p:nvPr/>
        </p:nvCxnSpPr>
        <p:spPr>
          <a:xfrm flipV="1">
            <a:off x="8577916" y="4217194"/>
            <a:ext cx="0" cy="891383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Straight Connector 118">
            <a:extLst>
              <a:ext uri="{FF2B5EF4-FFF2-40B4-BE49-F238E27FC236}">
                <a16:creationId xmlns:a16="http://schemas.microsoft.com/office/drawing/2014/main" id="{AA1822AD-18E3-3E66-7126-ADCA348C0539}"/>
              </a:ext>
            </a:extLst>
          </p:cNvPr>
          <p:cNvCxnSpPr>
            <a:cxnSpLocks/>
          </p:cNvCxnSpPr>
          <p:nvPr/>
        </p:nvCxnSpPr>
        <p:spPr>
          <a:xfrm flipV="1">
            <a:off x="3033432" y="1370404"/>
            <a:ext cx="0" cy="837017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" name="Straight Connector 119">
            <a:extLst>
              <a:ext uri="{FF2B5EF4-FFF2-40B4-BE49-F238E27FC236}">
                <a16:creationId xmlns:a16="http://schemas.microsoft.com/office/drawing/2014/main" id="{78EE71E4-8E17-583F-E49C-8108296ED642}"/>
              </a:ext>
            </a:extLst>
          </p:cNvPr>
          <p:cNvCxnSpPr>
            <a:cxnSpLocks/>
          </p:cNvCxnSpPr>
          <p:nvPr/>
        </p:nvCxnSpPr>
        <p:spPr>
          <a:xfrm>
            <a:off x="3021987" y="1357311"/>
            <a:ext cx="5572600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Straight Connector 120">
            <a:extLst>
              <a:ext uri="{FF2B5EF4-FFF2-40B4-BE49-F238E27FC236}">
                <a16:creationId xmlns:a16="http://schemas.microsoft.com/office/drawing/2014/main" id="{396211BC-136A-5929-8705-A0AE3289F4EF}"/>
              </a:ext>
            </a:extLst>
          </p:cNvPr>
          <p:cNvCxnSpPr>
            <a:cxnSpLocks/>
          </p:cNvCxnSpPr>
          <p:nvPr/>
        </p:nvCxnSpPr>
        <p:spPr>
          <a:xfrm flipV="1">
            <a:off x="8578095" y="1338263"/>
            <a:ext cx="0" cy="85216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6" name="Straight Connector 125">
            <a:extLst>
              <a:ext uri="{FF2B5EF4-FFF2-40B4-BE49-F238E27FC236}">
                <a16:creationId xmlns:a16="http://schemas.microsoft.com/office/drawing/2014/main" id="{0E939E24-9C34-C42E-0134-ED4A227C6D41}"/>
              </a:ext>
            </a:extLst>
          </p:cNvPr>
          <p:cNvCxnSpPr>
            <a:cxnSpLocks/>
          </p:cNvCxnSpPr>
          <p:nvPr/>
        </p:nvCxnSpPr>
        <p:spPr>
          <a:xfrm>
            <a:off x="7812244" y="2812642"/>
            <a:ext cx="711995" cy="186339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7" name="Straight Connector 126">
            <a:extLst>
              <a:ext uri="{FF2B5EF4-FFF2-40B4-BE49-F238E27FC236}">
                <a16:creationId xmlns:a16="http://schemas.microsoft.com/office/drawing/2014/main" id="{74E916A9-2575-F538-DE5D-0C664E750E6B}"/>
              </a:ext>
            </a:extLst>
          </p:cNvPr>
          <p:cNvCxnSpPr>
            <a:cxnSpLocks/>
          </p:cNvCxnSpPr>
          <p:nvPr/>
        </p:nvCxnSpPr>
        <p:spPr>
          <a:xfrm>
            <a:off x="7809862" y="2192508"/>
            <a:ext cx="711995" cy="186339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Straight Connector 127">
            <a:extLst>
              <a:ext uri="{FF2B5EF4-FFF2-40B4-BE49-F238E27FC236}">
                <a16:creationId xmlns:a16="http://schemas.microsoft.com/office/drawing/2014/main" id="{A6BB3E38-329D-6D2F-6028-FD17700B09CE}"/>
              </a:ext>
            </a:extLst>
          </p:cNvPr>
          <p:cNvCxnSpPr>
            <a:cxnSpLocks/>
          </p:cNvCxnSpPr>
          <p:nvPr/>
        </p:nvCxnSpPr>
        <p:spPr>
          <a:xfrm>
            <a:off x="7809069" y="3641809"/>
            <a:ext cx="711995" cy="186339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9" name="Straight Connector 128">
            <a:extLst>
              <a:ext uri="{FF2B5EF4-FFF2-40B4-BE49-F238E27FC236}">
                <a16:creationId xmlns:a16="http://schemas.microsoft.com/office/drawing/2014/main" id="{68186B7D-BF35-511C-0BF2-6BEB46494445}"/>
              </a:ext>
            </a:extLst>
          </p:cNvPr>
          <p:cNvCxnSpPr>
            <a:cxnSpLocks/>
          </p:cNvCxnSpPr>
          <p:nvPr/>
        </p:nvCxnSpPr>
        <p:spPr>
          <a:xfrm>
            <a:off x="7809068" y="3851002"/>
            <a:ext cx="711995" cy="185246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0" name="Straight Connector 129">
            <a:extLst>
              <a:ext uri="{FF2B5EF4-FFF2-40B4-BE49-F238E27FC236}">
                <a16:creationId xmlns:a16="http://schemas.microsoft.com/office/drawing/2014/main" id="{08F097F9-D9AA-C68A-9471-F918FA9F0B7D}"/>
              </a:ext>
            </a:extLst>
          </p:cNvPr>
          <p:cNvCxnSpPr>
            <a:cxnSpLocks/>
          </p:cNvCxnSpPr>
          <p:nvPr/>
        </p:nvCxnSpPr>
        <p:spPr>
          <a:xfrm>
            <a:off x="7797403" y="4059102"/>
            <a:ext cx="780513" cy="181111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1" name="Straight Connector 130">
            <a:extLst>
              <a:ext uri="{FF2B5EF4-FFF2-40B4-BE49-F238E27FC236}">
                <a16:creationId xmlns:a16="http://schemas.microsoft.com/office/drawing/2014/main" id="{1FD59BAF-88D4-E228-9AE1-769E28CDEE6D}"/>
              </a:ext>
            </a:extLst>
          </p:cNvPr>
          <p:cNvCxnSpPr>
            <a:cxnSpLocks/>
          </p:cNvCxnSpPr>
          <p:nvPr/>
        </p:nvCxnSpPr>
        <p:spPr>
          <a:xfrm>
            <a:off x="7809068" y="3432616"/>
            <a:ext cx="711995" cy="186339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9" name="Straight Connector 138">
            <a:extLst>
              <a:ext uri="{FF2B5EF4-FFF2-40B4-BE49-F238E27FC236}">
                <a16:creationId xmlns:a16="http://schemas.microsoft.com/office/drawing/2014/main" id="{F2FD2FC3-FC47-8988-9666-46AC6093BCE0}"/>
              </a:ext>
            </a:extLst>
          </p:cNvPr>
          <p:cNvCxnSpPr>
            <a:cxnSpLocks/>
          </p:cNvCxnSpPr>
          <p:nvPr/>
        </p:nvCxnSpPr>
        <p:spPr>
          <a:xfrm>
            <a:off x="7810656" y="2403289"/>
            <a:ext cx="711995" cy="186339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0" name="Straight Connector 139">
            <a:extLst>
              <a:ext uri="{FF2B5EF4-FFF2-40B4-BE49-F238E27FC236}">
                <a16:creationId xmlns:a16="http://schemas.microsoft.com/office/drawing/2014/main" id="{396D18DD-1E3D-8B5D-657A-588B19002A9E}"/>
              </a:ext>
            </a:extLst>
          </p:cNvPr>
          <p:cNvCxnSpPr>
            <a:cxnSpLocks/>
          </p:cNvCxnSpPr>
          <p:nvPr/>
        </p:nvCxnSpPr>
        <p:spPr>
          <a:xfrm>
            <a:off x="7810655" y="2610894"/>
            <a:ext cx="711995" cy="185246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Straight Connector 140">
            <a:extLst>
              <a:ext uri="{FF2B5EF4-FFF2-40B4-BE49-F238E27FC236}">
                <a16:creationId xmlns:a16="http://schemas.microsoft.com/office/drawing/2014/main" id="{D4F8C20A-D175-9BC3-A05B-D51A4CADCE95}"/>
              </a:ext>
            </a:extLst>
          </p:cNvPr>
          <p:cNvCxnSpPr>
            <a:cxnSpLocks/>
          </p:cNvCxnSpPr>
          <p:nvPr/>
        </p:nvCxnSpPr>
        <p:spPr>
          <a:xfrm>
            <a:off x="8499872" y="2180287"/>
            <a:ext cx="94715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4" name="Straight Connector 143">
            <a:extLst>
              <a:ext uri="{FF2B5EF4-FFF2-40B4-BE49-F238E27FC236}">
                <a16:creationId xmlns:a16="http://schemas.microsoft.com/office/drawing/2014/main" id="{4608898C-2B31-E887-BF52-181B81F6E854}"/>
              </a:ext>
            </a:extLst>
          </p:cNvPr>
          <p:cNvCxnSpPr>
            <a:cxnSpLocks/>
          </p:cNvCxnSpPr>
          <p:nvPr/>
        </p:nvCxnSpPr>
        <p:spPr>
          <a:xfrm>
            <a:off x="8499872" y="2989247"/>
            <a:ext cx="727472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7" name="Straight Connector 146">
            <a:extLst>
              <a:ext uri="{FF2B5EF4-FFF2-40B4-BE49-F238E27FC236}">
                <a16:creationId xmlns:a16="http://schemas.microsoft.com/office/drawing/2014/main" id="{24240F29-CCC1-B1EC-6041-F825DF8B0009}"/>
              </a:ext>
            </a:extLst>
          </p:cNvPr>
          <p:cNvCxnSpPr>
            <a:cxnSpLocks/>
          </p:cNvCxnSpPr>
          <p:nvPr/>
        </p:nvCxnSpPr>
        <p:spPr>
          <a:xfrm>
            <a:off x="8499872" y="3453130"/>
            <a:ext cx="727472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8" name="Oval 147">
            <a:extLst>
              <a:ext uri="{FF2B5EF4-FFF2-40B4-BE49-F238E27FC236}">
                <a16:creationId xmlns:a16="http://schemas.microsoft.com/office/drawing/2014/main" id="{2BB0EFC4-CE4C-3DFA-11A6-64975DD9BEF1}"/>
              </a:ext>
            </a:extLst>
          </p:cNvPr>
          <p:cNvSpPr/>
          <p:nvPr/>
        </p:nvSpPr>
        <p:spPr>
          <a:xfrm>
            <a:off x="9244628" y="3393300"/>
            <a:ext cx="117698" cy="117698"/>
          </a:xfrm>
          <a:prstGeom prst="ellipse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0" name="Oval 149">
            <a:extLst>
              <a:ext uri="{FF2B5EF4-FFF2-40B4-BE49-F238E27FC236}">
                <a16:creationId xmlns:a16="http://schemas.microsoft.com/office/drawing/2014/main" id="{F8DB3EEA-93DD-08B4-EB04-EF99C92D2167}"/>
              </a:ext>
            </a:extLst>
          </p:cNvPr>
          <p:cNvSpPr/>
          <p:nvPr/>
        </p:nvSpPr>
        <p:spPr>
          <a:xfrm>
            <a:off x="9242664" y="2939344"/>
            <a:ext cx="119661" cy="119661"/>
          </a:xfrm>
          <a:prstGeom prst="ellipse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2" name="Oval 151">
            <a:extLst>
              <a:ext uri="{FF2B5EF4-FFF2-40B4-BE49-F238E27FC236}">
                <a16:creationId xmlns:a16="http://schemas.microsoft.com/office/drawing/2014/main" id="{B1D89DC9-DE0F-4471-6FDF-027FF208DFF3}"/>
              </a:ext>
            </a:extLst>
          </p:cNvPr>
          <p:cNvSpPr/>
          <p:nvPr/>
        </p:nvSpPr>
        <p:spPr>
          <a:xfrm>
            <a:off x="2244025" y="3393090"/>
            <a:ext cx="119662" cy="119662"/>
          </a:xfrm>
          <a:prstGeom prst="ellipse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4" name="Oval 153">
            <a:extLst>
              <a:ext uri="{FF2B5EF4-FFF2-40B4-BE49-F238E27FC236}">
                <a16:creationId xmlns:a16="http://schemas.microsoft.com/office/drawing/2014/main" id="{C7A6FBA7-0585-8179-6967-4CF03135A3CD}"/>
              </a:ext>
            </a:extLst>
          </p:cNvPr>
          <p:cNvSpPr/>
          <p:nvPr/>
        </p:nvSpPr>
        <p:spPr>
          <a:xfrm>
            <a:off x="2244025" y="2942707"/>
            <a:ext cx="119661" cy="119661"/>
          </a:xfrm>
          <a:prstGeom prst="ellipse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8" name="Oval 157">
            <a:extLst>
              <a:ext uri="{FF2B5EF4-FFF2-40B4-BE49-F238E27FC236}">
                <a16:creationId xmlns:a16="http://schemas.microsoft.com/office/drawing/2014/main" id="{E1902199-121F-F417-DBAC-A2AE7A76F8AB}"/>
              </a:ext>
            </a:extLst>
          </p:cNvPr>
          <p:cNvSpPr/>
          <p:nvPr/>
        </p:nvSpPr>
        <p:spPr>
          <a:xfrm>
            <a:off x="4432275" y="2983111"/>
            <a:ext cx="119662" cy="119662"/>
          </a:xfrm>
          <a:prstGeom prst="ellipse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0" name="Oval 159">
            <a:extLst>
              <a:ext uri="{FF2B5EF4-FFF2-40B4-BE49-F238E27FC236}">
                <a16:creationId xmlns:a16="http://schemas.microsoft.com/office/drawing/2014/main" id="{3E28F234-159E-415B-2A70-6F2B08EE7EAD}"/>
              </a:ext>
            </a:extLst>
          </p:cNvPr>
          <p:cNvSpPr/>
          <p:nvPr/>
        </p:nvSpPr>
        <p:spPr>
          <a:xfrm>
            <a:off x="4432275" y="2157352"/>
            <a:ext cx="119661" cy="119661"/>
          </a:xfrm>
          <a:prstGeom prst="ellipse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2" name="Oval 161">
            <a:extLst>
              <a:ext uri="{FF2B5EF4-FFF2-40B4-BE49-F238E27FC236}">
                <a16:creationId xmlns:a16="http://schemas.microsoft.com/office/drawing/2014/main" id="{36553D98-25B5-64A3-89C1-5C506E94465A}"/>
              </a:ext>
            </a:extLst>
          </p:cNvPr>
          <p:cNvSpPr/>
          <p:nvPr/>
        </p:nvSpPr>
        <p:spPr>
          <a:xfrm>
            <a:off x="4432275" y="3379930"/>
            <a:ext cx="119661" cy="119661"/>
          </a:xfrm>
          <a:prstGeom prst="ellipse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4" name="Oval 163">
            <a:extLst>
              <a:ext uri="{FF2B5EF4-FFF2-40B4-BE49-F238E27FC236}">
                <a16:creationId xmlns:a16="http://schemas.microsoft.com/office/drawing/2014/main" id="{DFC1FBB3-25BA-9E9E-942E-6153F9ADE073}"/>
              </a:ext>
            </a:extLst>
          </p:cNvPr>
          <p:cNvSpPr/>
          <p:nvPr/>
        </p:nvSpPr>
        <p:spPr>
          <a:xfrm>
            <a:off x="4432275" y="4201065"/>
            <a:ext cx="119661" cy="119661"/>
          </a:xfrm>
          <a:prstGeom prst="ellipse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68" name="Graphic 167">
            <a:extLst>
              <a:ext uri="{FF2B5EF4-FFF2-40B4-BE49-F238E27FC236}">
                <a16:creationId xmlns:a16="http://schemas.microsoft.com/office/drawing/2014/main" id="{4B40AF14-2121-35AE-836B-1CE8D34AAA7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973972" y="2879918"/>
            <a:ext cx="104775" cy="238125"/>
          </a:xfrm>
          <a:prstGeom prst="rect">
            <a:avLst/>
          </a:prstGeom>
        </p:spPr>
      </p:pic>
      <p:pic>
        <p:nvPicPr>
          <p:cNvPr id="170" name="Graphic 169">
            <a:extLst>
              <a:ext uri="{FF2B5EF4-FFF2-40B4-BE49-F238E27FC236}">
                <a16:creationId xmlns:a16="http://schemas.microsoft.com/office/drawing/2014/main" id="{7D71D22C-F6FB-C7EA-6962-2DFFC91CCA6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167187" y="4148023"/>
            <a:ext cx="142875" cy="238125"/>
          </a:xfrm>
          <a:prstGeom prst="rect">
            <a:avLst/>
          </a:prstGeom>
        </p:spPr>
      </p:pic>
      <p:pic>
        <p:nvPicPr>
          <p:cNvPr id="172" name="Graphic 171">
            <a:extLst>
              <a:ext uri="{FF2B5EF4-FFF2-40B4-BE49-F238E27FC236}">
                <a16:creationId xmlns:a16="http://schemas.microsoft.com/office/drawing/2014/main" id="{695A3CFE-EF5B-97C4-889E-EC4A4E14056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171278" y="3305175"/>
            <a:ext cx="142875" cy="247650"/>
          </a:xfrm>
          <a:prstGeom prst="rect">
            <a:avLst/>
          </a:prstGeom>
        </p:spPr>
      </p:pic>
      <p:pic>
        <p:nvPicPr>
          <p:cNvPr id="174" name="Graphic 173">
            <a:extLst>
              <a:ext uri="{FF2B5EF4-FFF2-40B4-BE49-F238E27FC236}">
                <a16:creationId xmlns:a16="http://schemas.microsoft.com/office/drawing/2014/main" id="{94C2E7E6-FBF9-E37F-BE5D-AA3CFCC9B2B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171949" y="2931374"/>
            <a:ext cx="133350" cy="238125"/>
          </a:xfrm>
          <a:prstGeom prst="rect">
            <a:avLst/>
          </a:prstGeom>
        </p:spPr>
      </p:pic>
      <p:pic>
        <p:nvPicPr>
          <p:cNvPr id="176" name="Graphic 175">
            <a:extLst>
              <a:ext uri="{FF2B5EF4-FFF2-40B4-BE49-F238E27FC236}">
                <a16:creationId xmlns:a16="http://schemas.microsoft.com/office/drawing/2014/main" id="{CBAE6366-3795-8B47-2D09-5231E6A4FED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183206" y="2123180"/>
            <a:ext cx="133350" cy="238125"/>
          </a:xfrm>
          <a:prstGeom prst="rect">
            <a:avLst/>
          </a:prstGeom>
        </p:spPr>
      </p:pic>
      <p:pic>
        <p:nvPicPr>
          <p:cNvPr id="178" name="Graphic 177">
            <a:extLst>
              <a:ext uri="{FF2B5EF4-FFF2-40B4-BE49-F238E27FC236}">
                <a16:creationId xmlns:a16="http://schemas.microsoft.com/office/drawing/2014/main" id="{3F0F7F11-7D22-66C9-49B9-1A129DCDC9B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9566835" y="3333086"/>
            <a:ext cx="152400" cy="238125"/>
          </a:xfrm>
          <a:prstGeom prst="rect">
            <a:avLst/>
          </a:prstGeom>
        </p:spPr>
      </p:pic>
      <p:pic>
        <p:nvPicPr>
          <p:cNvPr id="180" name="Graphic 179">
            <a:extLst>
              <a:ext uri="{FF2B5EF4-FFF2-40B4-BE49-F238E27FC236}">
                <a16:creationId xmlns:a16="http://schemas.microsoft.com/office/drawing/2014/main" id="{B64276A5-EDE3-CF4D-4921-7459EBC3A7B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945078" y="3333085"/>
            <a:ext cx="142875" cy="238125"/>
          </a:xfrm>
          <a:prstGeom prst="rect">
            <a:avLst/>
          </a:prstGeom>
        </p:spPr>
      </p:pic>
      <p:pic>
        <p:nvPicPr>
          <p:cNvPr id="182" name="Graphic 181">
            <a:extLst>
              <a:ext uri="{FF2B5EF4-FFF2-40B4-BE49-F238E27FC236}">
                <a16:creationId xmlns:a16="http://schemas.microsoft.com/office/drawing/2014/main" id="{F801EC20-15B7-D9D3-2C95-3805669D2DA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9579990" y="2868418"/>
            <a:ext cx="133350" cy="238125"/>
          </a:xfrm>
          <a:prstGeom prst="rect">
            <a:avLst/>
          </a:prstGeom>
        </p:spPr>
      </p:pic>
      <p:pic>
        <p:nvPicPr>
          <p:cNvPr id="184" name="Graphic 183">
            <a:extLst>
              <a:ext uri="{FF2B5EF4-FFF2-40B4-BE49-F238E27FC236}">
                <a16:creationId xmlns:a16="http://schemas.microsoft.com/office/drawing/2014/main" id="{4842ED59-C07A-E57D-0B17-4833D613C6D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2498255" y="2540573"/>
            <a:ext cx="381000" cy="371475"/>
          </a:xfrm>
          <a:prstGeom prst="rect">
            <a:avLst/>
          </a:prstGeom>
        </p:spPr>
      </p:pic>
      <p:pic>
        <p:nvPicPr>
          <p:cNvPr id="186" name="Graphic 185">
            <a:extLst>
              <a:ext uri="{FF2B5EF4-FFF2-40B4-BE49-F238E27FC236}">
                <a16:creationId xmlns:a16="http://schemas.microsoft.com/office/drawing/2014/main" id="{94F1E0E9-FCFA-C149-1CF5-7F5B902E5F7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4641220" y="2407649"/>
            <a:ext cx="390525" cy="371475"/>
          </a:xfrm>
          <a:prstGeom prst="rect">
            <a:avLst/>
          </a:prstGeom>
        </p:spPr>
      </p:pic>
      <p:pic>
        <p:nvPicPr>
          <p:cNvPr id="188" name="Graphic 187">
            <a:extLst>
              <a:ext uri="{FF2B5EF4-FFF2-40B4-BE49-F238E27FC236}">
                <a16:creationId xmlns:a16="http://schemas.microsoft.com/office/drawing/2014/main" id="{88B928DC-1F85-D061-D0AC-4C022AF9BA4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4641220" y="3641809"/>
            <a:ext cx="457200" cy="371475"/>
          </a:xfrm>
          <a:prstGeom prst="rect">
            <a:avLst/>
          </a:prstGeom>
        </p:spPr>
      </p:pic>
      <p:pic>
        <p:nvPicPr>
          <p:cNvPr id="190" name="Graphic 189">
            <a:extLst>
              <a:ext uri="{FF2B5EF4-FFF2-40B4-BE49-F238E27FC236}">
                <a16:creationId xmlns:a16="http://schemas.microsoft.com/office/drawing/2014/main" id="{B0BCEFC6-E6C9-9B14-E79B-2657530A112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2428882" y="3698206"/>
            <a:ext cx="447675" cy="371475"/>
          </a:xfrm>
          <a:prstGeom prst="rect">
            <a:avLst/>
          </a:prstGeom>
        </p:spPr>
      </p:pic>
      <p:sp>
        <p:nvSpPr>
          <p:cNvPr id="193" name="Isosceles Triangle 192">
            <a:extLst>
              <a:ext uri="{FF2B5EF4-FFF2-40B4-BE49-F238E27FC236}">
                <a16:creationId xmlns:a16="http://schemas.microsoft.com/office/drawing/2014/main" id="{779BA644-EEA1-7B2A-B452-89B4F4D4CBEA}"/>
              </a:ext>
            </a:extLst>
          </p:cNvPr>
          <p:cNvSpPr/>
          <p:nvPr/>
        </p:nvSpPr>
        <p:spPr>
          <a:xfrm rot="5400000">
            <a:off x="4763484" y="2128313"/>
            <a:ext cx="184549" cy="180974"/>
          </a:xfrm>
          <a:prstGeom prst="triangl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5" name="Isosceles Triangle 194">
            <a:extLst>
              <a:ext uri="{FF2B5EF4-FFF2-40B4-BE49-F238E27FC236}">
                <a16:creationId xmlns:a16="http://schemas.microsoft.com/office/drawing/2014/main" id="{CB129FDD-51BE-09EA-30F9-292ECFFEA61D}"/>
              </a:ext>
            </a:extLst>
          </p:cNvPr>
          <p:cNvSpPr/>
          <p:nvPr/>
        </p:nvSpPr>
        <p:spPr>
          <a:xfrm rot="5400000">
            <a:off x="4763278" y="4163488"/>
            <a:ext cx="184549" cy="180974"/>
          </a:xfrm>
          <a:prstGeom prst="triangl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7" name="Isosceles Triangle 196">
            <a:extLst>
              <a:ext uri="{FF2B5EF4-FFF2-40B4-BE49-F238E27FC236}">
                <a16:creationId xmlns:a16="http://schemas.microsoft.com/office/drawing/2014/main" id="{99777AF8-44EF-459F-999F-6EEBDB55A506}"/>
              </a:ext>
            </a:extLst>
          </p:cNvPr>
          <p:cNvSpPr/>
          <p:nvPr/>
        </p:nvSpPr>
        <p:spPr>
          <a:xfrm rot="5400000">
            <a:off x="2698734" y="2910950"/>
            <a:ext cx="184549" cy="180974"/>
          </a:xfrm>
          <a:prstGeom prst="triangl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9" name="Isosceles Triangle 198">
            <a:extLst>
              <a:ext uri="{FF2B5EF4-FFF2-40B4-BE49-F238E27FC236}">
                <a16:creationId xmlns:a16="http://schemas.microsoft.com/office/drawing/2014/main" id="{78C01E31-3FEB-1874-3E13-5D3F927834EF}"/>
              </a:ext>
            </a:extLst>
          </p:cNvPr>
          <p:cNvSpPr/>
          <p:nvPr/>
        </p:nvSpPr>
        <p:spPr>
          <a:xfrm rot="16200000" flipH="1">
            <a:off x="2677302" y="3361004"/>
            <a:ext cx="184549" cy="180974"/>
          </a:xfrm>
          <a:prstGeom prst="triangl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1" name="Isosceles Triangle 200">
            <a:extLst>
              <a:ext uri="{FF2B5EF4-FFF2-40B4-BE49-F238E27FC236}">
                <a16:creationId xmlns:a16="http://schemas.microsoft.com/office/drawing/2014/main" id="{C8C98345-8E65-3FAC-ABEA-1422F68E9894}"/>
              </a:ext>
            </a:extLst>
          </p:cNvPr>
          <p:cNvSpPr/>
          <p:nvPr/>
        </p:nvSpPr>
        <p:spPr>
          <a:xfrm rot="16200000" flipH="1">
            <a:off x="4741188" y="3345925"/>
            <a:ext cx="184549" cy="180974"/>
          </a:xfrm>
          <a:prstGeom prst="triangl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5" name="Isosceles Triangle 204">
            <a:extLst>
              <a:ext uri="{FF2B5EF4-FFF2-40B4-BE49-F238E27FC236}">
                <a16:creationId xmlns:a16="http://schemas.microsoft.com/office/drawing/2014/main" id="{B0533624-E2F4-8394-1586-90EC3FF9C259}"/>
              </a:ext>
            </a:extLst>
          </p:cNvPr>
          <p:cNvSpPr/>
          <p:nvPr/>
        </p:nvSpPr>
        <p:spPr>
          <a:xfrm rot="16200000" flipH="1">
            <a:off x="4741189" y="2944286"/>
            <a:ext cx="184549" cy="180974"/>
          </a:xfrm>
          <a:prstGeom prst="triangl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7" name="Isosceles Triangle 206">
            <a:extLst>
              <a:ext uri="{FF2B5EF4-FFF2-40B4-BE49-F238E27FC236}">
                <a16:creationId xmlns:a16="http://schemas.microsoft.com/office/drawing/2014/main" id="{23ACFBA7-F54D-9F84-EF47-229EC48E6DCB}"/>
              </a:ext>
            </a:extLst>
          </p:cNvPr>
          <p:cNvSpPr/>
          <p:nvPr/>
        </p:nvSpPr>
        <p:spPr>
          <a:xfrm rot="16200000" flipH="1">
            <a:off x="8827892" y="3362434"/>
            <a:ext cx="184549" cy="180974"/>
          </a:xfrm>
          <a:prstGeom prst="triangl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9" name="Isosceles Triangle 208">
            <a:extLst>
              <a:ext uri="{FF2B5EF4-FFF2-40B4-BE49-F238E27FC236}">
                <a16:creationId xmlns:a16="http://schemas.microsoft.com/office/drawing/2014/main" id="{B3F5C310-B3EE-BBCA-D7A4-5DDD6AF51223}"/>
              </a:ext>
            </a:extLst>
          </p:cNvPr>
          <p:cNvSpPr/>
          <p:nvPr/>
        </p:nvSpPr>
        <p:spPr>
          <a:xfrm rot="5400000">
            <a:off x="8856854" y="2907317"/>
            <a:ext cx="184549" cy="180974"/>
          </a:xfrm>
          <a:prstGeom prst="triangl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12" name="Straight Arrow Connector 211">
            <a:extLst>
              <a:ext uri="{FF2B5EF4-FFF2-40B4-BE49-F238E27FC236}">
                <a16:creationId xmlns:a16="http://schemas.microsoft.com/office/drawing/2014/main" id="{F985ADC7-BFD3-7D11-6E99-76F82E9FC98C}"/>
              </a:ext>
            </a:extLst>
          </p:cNvPr>
          <p:cNvCxnSpPr>
            <a:cxnSpLocks/>
          </p:cNvCxnSpPr>
          <p:nvPr/>
        </p:nvCxnSpPr>
        <p:spPr>
          <a:xfrm flipV="1">
            <a:off x="5827394" y="1621536"/>
            <a:ext cx="0" cy="3145536"/>
          </a:xfrm>
          <a:prstGeom prst="straightConnector1">
            <a:avLst/>
          </a:prstGeom>
          <a:ln w="28575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BA135DC0-69EF-053E-3A94-2C17C6C321CD}"/>
              </a:ext>
            </a:extLst>
          </p:cNvPr>
          <p:cNvCxnSpPr>
            <a:cxnSpLocks/>
          </p:cNvCxnSpPr>
          <p:nvPr/>
        </p:nvCxnSpPr>
        <p:spPr>
          <a:xfrm>
            <a:off x="6168342" y="1578267"/>
            <a:ext cx="2206038" cy="0"/>
          </a:xfrm>
          <a:prstGeom prst="straightConnector1">
            <a:avLst/>
          </a:prstGeom>
          <a:ln w="28575">
            <a:solidFill>
              <a:srgbClr val="FF0000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75A7E44B-2C6A-A856-6800-21CF8F4A657E}"/>
              </a:ext>
            </a:extLst>
          </p:cNvPr>
          <p:cNvCxnSpPr>
            <a:cxnSpLocks/>
          </p:cNvCxnSpPr>
          <p:nvPr/>
        </p:nvCxnSpPr>
        <p:spPr>
          <a:xfrm>
            <a:off x="8368229" y="1564486"/>
            <a:ext cx="0" cy="3258974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BFF1C01B-02F2-CEFD-52B1-2B6F8F8C721F}"/>
              </a:ext>
            </a:extLst>
          </p:cNvPr>
          <p:cNvCxnSpPr>
            <a:cxnSpLocks/>
          </p:cNvCxnSpPr>
          <p:nvPr/>
        </p:nvCxnSpPr>
        <p:spPr>
          <a:xfrm>
            <a:off x="3276600" y="1578267"/>
            <a:ext cx="2924839" cy="0"/>
          </a:xfrm>
          <a:prstGeom prst="straightConnector1">
            <a:avLst/>
          </a:prstGeom>
          <a:ln w="28575">
            <a:solidFill>
              <a:srgbClr val="FF0000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879D02D7-2F42-82BE-A08A-BF97B848A895}"/>
              </a:ext>
            </a:extLst>
          </p:cNvPr>
          <p:cNvCxnSpPr>
            <a:cxnSpLocks/>
          </p:cNvCxnSpPr>
          <p:nvPr/>
        </p:nvCxnSpPr>
        <p:spPr>
          <a:xfrm>
            <a:off x="3293309" y="1581339"/>
            <a:ext cx="0" cy="3206561"/>
          </a:xfrm>
          <a:prstGeom prst="straightConnector1">
            <a:avLst/>
          </a:prstGeom>
          <a:ln w="28575">
            <a:solidFill>
              <a:srgbClr val="FF0000"/>
            </a:solidFill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9EE66B5E-0E25-CE1F-A136-17DA215196F4}"/>
              </a:ext>
            </a:extLst>
          </p:cNvPr>
          <p:cNvCxnSpPr>
            <a:cxnSpLocks/>
          </p:cNvCxnSpPr>
          <p:nvPr/>
        </p:nvCxnSpPr>
        <p:spPr>
          <a:xfrm>
            <a:off x="5846064" y="4793907"/>
            <a:ext cx="2513076" cy="0"/>
          </a:xfrm>
          <a:prstGeom prst="straightConnector1">
            <a:avLst/>
          </a:prstGeom>
          <a:ln w="28575">
            <a:solidFill>
              <a:srgbClr val="FF0000"/>
            </a:solidFill>
            <a:headEnd type="triangl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7267532A-EC23-FD2F-B0DA-C2594B5CC267}"/>
              </a:ext>
            </a:extLst>
          </p:cNvPr>
          <p:cNvCxnSpPr>
            <a:cxnSpLocks/>
          </p:cNvCxnSpPr>
          <p:nvPr/>
        </p:nvCxnSpPr>
        <p:spPr>
          <a:xfrm>
            <a:off x="3279648" y="4793907"/>
            <a:ext cx="2505456" cy="0"/>
          </a:xfrm>
          <a:prstGeom prst="straightConnector1">
            <a:avLst/>
          </a:prstGeom>
          <a:ln w="28575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92" name="Group 91">
            <a:extLst>
              <a:ext uri="{FF2B5EF4-FFF2-40B4-BE49-F238E27FC236}">
                <a16:creationId xmlns:a16="http://schemas.microsoft.com/office/drawing/2014/main" id="{D090162E-5C78-D3B4-AF89-DF651066CB02}"/>
              </a:ext>
            </a:extLst>
          </p:cNvPr>
          <p:cNvGrpSpPr/>
          <p:nvPr/>
        </p:nvGrpSpPr>
        <p:grpSpPr>
          <a:xfrm>
            <a:off x="3617391" y="1814669"/>
            <a:ext cx="1777569" cy="2778757"/>
            <a:chOff x="3617391" y="1816106"/>
            <a:chExt cx="1777569" cy="2778757"/>
          </a:xfrm>
        </p:grpSpPr>
        <p:cxnSp>
          <p:nvCxnSpPr>
            <p:cNvPr id="2" name="Straight Arrow Connector 1">
              <a:extLst>
                <a:ext uri="{FF2B5EF4-FFF2-40B4-BE49-F238E27FC236}">
                  <a16:creationId xmlns:a16="http://schemas.microsoft.com/office/drawing/2014/main" id="{6EF8F8FA-200F-D59D-8705-4FD5A07EB34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384800" y="1860717"/>
              <a:ext cx="0" cy="2731603"/>
            </a:xfrm>
            <a:prstGeom prst="straightConnector1">
              <a:avLst/>
            </a:prstGeom>
            <a:ln w="28575"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3F116F8E-660C-EE69-6FBA-12DBEFE95AB0}"/>
                </a:ext>
              </a:extLst>
            </p:cNvPr>
            <p:cNvCxnSpPr>
              <a:cxnSpLocks/>
            </p:cNvCxnSpPr>
            <p:nvPr/>
          </p:nvCxnSpPr>
          <p:spPr>
            <a:xfrm>
              <a:off x="3618459" y="1828203"/>
              <a:ext cx="1776501" cy="0"/>
            </a:xfrm>
            <a:prstGeom prst="straightConnector1">
              <a:avLst/>
            </a:prstGeom>
            <a:ln w="28575">
              <a:solidFill>
                <a:srgbClr val="0070C0"/>
              </a:solidFill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22CC6D97-E13C-0D78-541A-D4B396F3C95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622794" y="1816106"/>
              <a:ext cx="0" cy="2778757"/>
            </a:xfrm>
            <a:prstGeom prst="straightConnector1">
              <a:avLst/>
            </a:prstGeom>
            <a:ln w="28575">
              <a:solidFill>
                <a:srgbClr val="0070C0"/>
              </a:solidFill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EE705831-E647-5A7D-786E-56A21E499653}"/>
                </a:ext>
              </a:extLst>
            </p:cNvPr>
            <p:cNvCxnSpPr>
              <a:cxnSpLocks/>
            </p:cNvCxnSpPr>
            <p:nvPr/>
          </p:nvCxnSpPr>
          <p:spPr>
            <a:xfrm>
              <a:off x="3617391" y="4579023"/>
              <a:ext cx="1776501" cy="0"/>
            </a:xfrm>
            <a:prstGeom prst="straightConnector1">
              <a:avLst/>
            </a:prstGeom>
            <a:ln w="28575">
              <a:solidFill>
                <a:srgbClr val="0070C0"/>
              </a:solidFill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85" name="Straight Arrow Connector 84">
            <a:extLst>
              <a:ext uri="{FF2B5EF4-FFF2-40B4-BE49-F238E27FC236}">
                <a16:creationId xmlns:a16="http://schemas.microsoft.com/office/drawing/2014/main" id="{5DFDF121-E31A-BB90-6196-A48C001C689B}"/>
              </a:ext>
            </a:extLst>
          </p:cNvPr>
          <p:cNvCxnSpPr>
            <a:cxnSpLocks/>
          </p:cNvCxnSpPr>
          <p:nvPr/>
        </p:nvCxnSpPr>
        <p:spPr>
          <a:xfrm>
            <a:off x="6163487" y="1833459"/>
            <a:ext cx="0" cy="2715681"/>
          </a:xfrm>
          <a:prstGeom prst="straightConnector1">
            <a:avLst/>
          </a:prstGeom>
          <a:ln w="28575">
            <a:solidFill>
              <a:srgbClr val="0070C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92DEA6C7-FF63-CEC1-93C1-7DA496341312}"/>
              </a:ext>
            </a:extLst>
          </p:cNvPr>
          <p:cNvCxnSpPr>
            <a:cxnSpLocks/>
          </p:cNvCxnSpPr>
          <p:nvPr/>
        </p:nvCxnSpPr>
        <p:spPr>
          <a:xfrm flipH="1">
            <a:off x="6150864" y="1826766"/>
            <a:ext cx="1833828" cy="0"/>
          </a:xfrm>
          <a:prstGeom prst="straightConnector1">
            <a:avLst/>
          </a:prstGeom>
          <a:ln w="28575">
            <a:solidFill>
              <a:srgbClr val="0070C0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Straight Arrow Connector 86">
            <a:extLst>
              <a:ext uri="{FF2B5EF4-FFF2-40B4-BE49-F238E27FC236}">
                <a16:creationId xmlns:a16="http://schemas.microsoft.com/office/drawing/2014/main" id="{9E414F5A-AB86-607C-40AC-8689832FA1D5}"/>
              </a:ext>
            </a:extLst>
          </p:cNvPr>
          <p:cNvCxnSpPr>
            <a:cxnSpLocks/>
          </p:cNvCxnSpPr>
          <p:nvPr/>
        </p:nvCxnSpPr>
        <p:spPr>
          <a:xfrm flipH="1" flipV="1">
            <a:off x="7980357" y="1814669"/>
            <a:ext cx="0" cy="2778757"/>
          </a:xfrm>
          <a:prstGeom prst="straightConnector1">
            <a:avLst/>
          </a:prstGeom>
          <a:ln w="28575">
            <a:solidFill>
              <a:srgbClr val="0070C0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Straight Arrow Connector 87">
            <a:extLst>
              <a:ext uri="{FF2B5EF4-FFF2-40B4-BE49-F238E27FC236}">
                <a16:creationId xmlns:a16="http://schemas.microsoft.com/office/drawing/2014/main" id="{0E5C95A9-2FAA-4F90-8FDF-DE1E8EEEDCC3}"/>
              </a:ext>
            </a:extLst>
          </p:cNvPr>
          <p:cNvCxnSpPr>
            <a:cxnSpLocks/>
          </p:cNvCxnSpPr>
          <p:nvPr/>
        </p:nvCxnSpPr>
        <p:spPr>
          <a:xfrm flipH="1">
            <a:off x="6150864" y="4577586"/>
            <a:ext cx="1834896" cy="0"/>
          </a:xfrm>
          <a:prstGeom prst="straightConnector1">
            <a:avLst/>
          </a:prstGeom>
          <a:ln w="28575">
            <a:solidFill>
              <a:srgbClr val="0070C0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5521008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302E99-FEFE-01E4-4A9C-FF59A38120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45872349-091C-FDAF-526A-09A2124FC822}"/>
              </a:ext>
            </a:extLst>
          </p:cNvPr>
          <p:cNvSpPr/>
          <p:nvPr/>
        </p:nvSpPr>
        <p:spPr>
          <a:xfrm>
            <a:off x="-1227260" y="-513470"/>
            <a:ext cx="5387340" cy="3569970"/>
          </a:xfrm>
          <a:prstGeom prst="rect">
            <a:avLst/>
          </a:prstGeom>
          <a:solidFill>
            <a:srgbClr val="80808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D36A659-E389-E2D5-83FB-34CE967EAAD4}"/>
              </a:ext>
            </a:extLst>
          </p:cNvPr>
          <p:cNvSpPr/>
          <p:nvPr/>
        </p:nvSpPr>
        <p:spPr>
          <a:xfrm>
            <a:off x="-574792" y="75651"/>
            <a:ext cx="1401841" cy="239172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432DD45B-88F2-F7A9-737B-4AFD7C3ABDF3}"/>
              </a:ext>
            </a:extLst>
          </p:cNvPr>
          <p:cNvSpPr/>
          <p:nvPr/>
        </p:nvSpPr>
        <p:spPr>
          <a:xfrm>
            <a:off x="1987754" y="75651"/>
            <a:ext cx="1491616" cy="239172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8110B3DD-0BE2-482E-B9AB-E3838EA28EB6}"/>
              </a:ext>
            </a:extLst>
          </p:cNvPr>
          <p:cNvCxnSpPr>
            <a:cxnSpLocks/>
          </p:cNvCxnSpPr>
          <p:nvPr/>
        </p:nvCxnSpPr>
        <p:spPr>
          <a:xfrm>
            <a:off x="796804" y="982908"/>
            <a:ext cx="1221581" cy="108346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999C3617-9D90-95F1-7E4A-B33E0A6094B5}"/>
              </a:ext>
            </a:extLst>
          </p:cNvPr>
          <p:cNvCxnSpPr>
            <a:cxnSpLocks/>
          </p:cNvCxnSpPr>
          <p:nvPr/>
        </p:nvCxnSpPr>
        <p:spPr>
          <a:xfrm>
            <a:off x="796804" y="911951"/>
            <a:ext cx="1221581" cy="108346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A786CDE2-2B52-6690-3E05-2FF9607050F2}"/>
              </a:ext>
            </a:extLst>
          </p:cNvPr>
          <p:cNvCxnSpPr>
            <a:cxnSpLocks/>
          </p:cNvCxnSpPr>
          <p:nvPr/>
        </p:nvCxnSpPr>
        <p:spPr>
          <a:xfrm>
            <a:off x="796804" y="273320"/>
            <a:ext cx="1221581" cy="108346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F14433AC-9159-2698-87B6-CA5058A48D99}"/>
              </a:ext>
            </a:extLst>
          </p:cNvPr>
          <p:cNvCxnSpPr>
            <a:cxnSpLocks/>
          </p:cNvCxnSpPr>
          <p:nvPr/>
        </p:nvCxnSpPr>
        <p:spPr>
          <a:xfrm>
            <a:off x="796804" y="344279"/>
            <a:ext cx="1221581" cy="108346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EB238A88-B390-E14D-CEC5-B2A58746C13C}"/>
              </a:ext>
            </a:extLst>
          </p:cNvPr>
          <p:cNvCxnSpPr>
            <a:cxnSpLocks/>
          </p:cNvCxnSpPr>
          <p:nvPr/>
        </p:nvCxnSpPr>
        <p:spPr>
          <a:xfrm>
            <a:off x="796804" y="415238"/>
            <a:ext cx="1221581" cy="108346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Straight Connector 59">
            <a:extLst>
              <a:ext uri="{FF2B5EF4-FFF2-40B4-BE49-F238E27FC236}">
                <a16:creationId xmlns:a16="http://schemas.microsoft.com/office/drawing/2014/main" id="{B3A2385B-5805-4A53-F23A-460CF4533F3F}"/>
              </a:ext>
            </a:extLst>
          </p:cNvPr>
          <p:cNvCxnSpPr>
            <a:cxnSpLocks/>
          </p:cNvCxnSpPr>
          <p:nvPr/>
        </p:nvCxnSpPr>
        <p:spPr>
          <a:xfrm>
            <a:off x="796804" y="486197"/>
            <a:ext cx="1221581" cy="108346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4A392898-0E83-EADB-9411-BC261BF1496A}"/>
              </a:ext>
            </a:extLst>
          </p:cNvPr>
          <p:cNvCxnSpPr>
            <a:cxnSpLocks/>
          </p:cNvCxnSpPr>
          <p:nvPr/>
        </p:nvCxnSpPr>
        <p:spPr>
          <a:xfrm>
            <a:off x="796804" y="557156"/>
            <a:ext cx="1221581" cy="108346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BBA491C5-A8AC-0A3C-7AC3-169561598988}"/>
              </a:ext>
            </a:extLst>
          </p:cNvPr>
          <p:cNvCxnSpPr>
            <a:cxnSpLocks/>
          </p:cNvCxnSpPr>
          <p:nvPr/>
        </p:nvCxnSpPr>
        <p:spPr>
          <a:xfrm>
            <a:off x="796804" y="628115"/>
            <a:ext cx="1221581" cy="108346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AC1425CF-8F7C-F1C0-5B09-C5BA2CC6D984}"/>
              </a:ext>
            </a:extLst>
          </p:cNvPr>
          <p:cNvCxnSpPr>
            <a:cxnSpLocks/>
          </p:cNvCxnSpPr>
          <p:nvPr/>
        </p:nvCxnSpPr>
        <p:spPr>
          <a:xfrm>
            <a:off x="796804" y="699074"/>
            <a:ext cx="1221581" cy="108346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B3943D78-3527-D09D-5E60-AE99FC320637}"/>
              </a:ext>
            </a:extLst>
          </p:cNvPr>
          <p:cNvCxnSpPr>
            <a:cxnSpLocks/>
          </p:cNvCxnSpPr>
          <p:nvPr/>
        </p:nvCxnSpPr>
        <p:spPr>
          <a:xfrm>
            <a:off x="796804" y="770033"/>
            <a:ext cx="1221581" cy="108346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3414824C-D882-719F-D9EC-D237651B39AD}"/>
              </a:ext>
            </a:extLst>
          </p:cNvPr>
          <p:cNvCxnSpPr>
            <a:cxnSpLocks/>
          </p:cNvCxnSpPr>
          <p:nvPr/>
        </p:nvCxnSpPr>
        <p:spPr>
          <a:xfrm>
            <a:off x="796804" y="840992"/>
            <a:ext cx="1221581" cy="108346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Straight Connector 65">
            <a:extLst>
              <a:ext uri="{FF2B5EF4-FFF2-40B4-BE49-F238E27FC236}">
                <a16:creationId xmlns:a16="http://schemas.microsoft.com/office/drawing/2014/main" id="{1E0C2510-7252-C626-AD3B-0ED21D33EE09}"/>
              </a:ext>
            </a:extLst>
          </p:cNvPr>
          <p:cNvCxnSpPr>
            <a:cxnSpLocks/>
          </p:cNvCxnSpPr>
          <p:nvPr/>
        </p:nvCxnSpPr>
        <p:spPr>
          <a:xfrm flipH="1">
            <a:off x="796804" y="2198032"/>
            <a:ext cx="1221581" cy="108346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Straight Connector 66">
            <a:extLst>
              <a:ext uri="{FF2B5EF4-FFF2-40B4-BE49-F238E27FC236}">
                <a16:creationId xmlns:a16="http://schemas.microsoft.com/office/drawing/2014/main" id="{16B3A0D3-B184-A79D-52DD-A57043512BA5}"/>
              </a:ext>
            </a:extLst>
          </p:cNvPr>
          <p:cNvCxnSpPr>
            <a:cxnSpLocks/>
          </p:cNvCxnSpPr>
          <p:nvPr/>
        </p:nvCxnSpPr>
        <p:spPr>
          <a:xfrm flipH="1">
            <a:off x="796804" y="2127075"/>
            <a:ext cx="1221581" cy="108346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E640F9CF-EA0C-CB1A-C021-DFE7C7FB493F}"/>
              </a:ext>
            </a:extLst>
          </p:cNvPr>
          <p:cNvCxnSpPr>
            <a:cxnSpLocks/>
          </p:cNvCxnSpPr>
          <p:nvPr/>
        </p:nvCxnSpPr>
        <p:spPr>
          <a:xfrm flipH="1">
            <a:off x="796804" y="1488444"/>
            <a:ext cx="1221581" cy="108346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Straight Connector 68">
            <a:extLst>
              <a:ext uri="{FF2B5EF4-FFF2-40B4-BE49-F238E27FC236}">
                <a16:creationId xmlns:a16="http://schemas.microsoft.com/office/drawing/2014/main" id="{4C33393E-C6D0-3288-D367-E4A881775D89}"/>
              </a:ext>
            </a:extLst>
          </p:cNvPr>
          <p:cNvCxnSpPr>
            <a:cxnSpLocks/>
          </p:cNvCxnSpPr>
          <p:nvPr/>
        </p:nvCxnSpPr>
        <p:spPr>
          <a:xfrm flipH="1">
            <a:off x="796804" y="1559403"/>
            <a:ext cx="1221581" cy="108346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Straight Connector 69">
            <a:extLst>
              <a:ext uri="{FF2B5EF4-FFF2-40B4-BE49-F238E27FC236}">
                <a16:creationId xmlns:a16="http://schemas.microsoft.com/office/drawing/2014/main" id="{96113B8D-3E0B-AD9D-2C34-EB5E28B448A9}"/>
              </a:ext>
            </a:extLst>
          </p:cNvPr>
          <p:cNvCxnSpPr>
            <a:cxnSpLocks/>
          </p:cNvCxnSpPr>
          <p:nvPr/>
        </p:nvCxnSpPr>
        <p:spPr>
          <a:xfrm flipH="1">
            <a:off x="796804" y="1630362"/>
            <a:ext cx="1221581" cy="108346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Straight Connector 70">
            <a:extLst>
              <a:ext uri="{FF2B5EF4-FFF2-40B4-BE49-F238E27FC236}">
                <a16:creationId xmlns:a16="http://schemas.microsoft.com/office/drawing/2014/main" id="{765AAB41-A847-78A2-9385-A9F83776995A}"/>
              </a:ext>
            </a:extLst>
          </p:cNvPr>
          <p:cNvCxnSpPr>
            <a:cxnSpLocks/>
          </p:cNvCxnSpPr>
          <p:nvPr/>
        </p:nvCxnSpPr>
        <p:spPr>
          <a:xfrm flipH="1">
            <a:off x="796804" y="1701321"/>
            <a:ext cx="1221581" cy="108346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E7B14AF6-BF8F-868B-C178-349A065A0FB5}"/>
              </a:ext>
            </a:extLst>
          </p:cNvPr>
          <p:cNvCxnSpPr>
            <a:cxnSpLocks/>
          </p:cNvCxnSpPr>
          <p:nvPr/>
        </p:nvCxnSpPr>
        <p:spPr>
          <a:xfrm flipH="1">
            <a:off x="796804" y="1772280"/>
            <a:ext cx="1221581" cy="108346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9E39A1F3-DA73-F013-08F9-B08FF190B190}"/>
              </a:ext>
            </a:extLst>
          </p:cNvPr>
          <p:cNvCxnSpPr>
            <a:cxnSpLocks/>
          </p:cNvCxnSpPr>
          <p:nvPr/>
        </p:nvCxnSpPr>
        <p:spPr>
          <a:xfrm flipH="1">
            <a:off x="796804" y="1843239"/>
            <a:ext cx="1221581" cy="108346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FEE54ED0-4B2D-2387-7F23-EFF7802A6422}"/>
              </a:ext>
            </a:extLst>
          </p:cNvPr>
          <p:cNvCxnSpPr>
            <a:cxnSpLocks/>
          </p:cNvCxnSpPr>
          <p:nvPr/>
        </p:nvCxnSpPr>
        <p:spPr>
          <a:xfrm flipH="1">
            <a:off x="796804" y="1914198"/>
            <a:ext cx="1221581" cy="108346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2657C0B7-BD80-14FA-B6D0-AACEFDA774DE}"/>
              </a:ext>
            </a:extLst>
          </p:cNvPr>
          <p:cNvCxnSpPr>
            <a:cxnSpLocks/>
          </p:cNvCxnSpPr>
          <p:nvPr/>
        </p:nvCxnSpPr>
        <p:spPr>
          <a:xfrm flipH="1">
            <a:off x="796804" y="1985157"/>
            <a:ext cx="1221581" cy="108346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Straight Connector 75">
            <a:extLst>
              <a:ext uri="{FF2B5EF4-FFF2-40B4-BE49-F238E27FC236}">
                <a16:creationId xmlns:a16="http://schemas.microsoft.com/office/drawing/2014/main" id="{80C3BED8-493A-D244-4A75-C5686159E88D}"/>
              </a:ext>
            </a:extLst>
          </p:cNvPr>
          <p:cNvCxnSpPr>
            <a:cxnSpLocks/>
          </p:cNvCxnSpPr>
          <p:nvPr/>
        </p:nvCxnSpPr>
        <p:spPr>
          <a:xfrm flipH="1">
            <a:off x="796804" y="2056116"/>
            <a:ext cx="1221581" cy="108346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4453371D-F823-1D0D-2460-D229BF49192C}"/>
              </a:ext>
            </a:extLst>
          </p:cNvPr>
          <p:cNvCxnSpPr>
            <a:cxnSpLocks/>
          </p:cNvCxnSpPr>
          <p:nvPr/>
        </p:nvCxnSpPr>
        <p:spPr>
          <a:xfrm>
            <a:off x="-1334414" y="261391"/>
            <a:ext cx="778669" cy="197189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Straight Connector 83">
            <a:extLst>
              <a:ext uri="{FF2B5EF4-FFF2-40B4-BE49-F238E27FC236}">
                <a16:creationId xmlns:a16="http://schemas.microsoft.com/office/drawing/2014/main" id="{5A888949-B80C-3C62-44A0-C1054DF93D9F}"/>
              </a:ext>
            </a:extLst>
          </p:cNvPr>
          <p:cNvCxnSpPr>
            <a:cxnSpLocks/>
          </p:cNvCxnSpPr>
          <p:nvPr/>
        </p:nvCxnSpPr>
        <p:spPr>
          <a:xfrm>
            <a:off x="-1267740" y="475366"/>
            <a:ext cx="711995" cy="186339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Straight Connector 89">
            <a:extLst>
              <a:ext uri="{FF2B5EF4-FFF2-40B4-BE49-F238E27FC236}">
                <a16:creationId xmlns:a16="http://schemas.microsoft.com/office/drawing/2014/main" id="{73D645CA-7C07-3E26-CB5F-1DAD91F0D35F}"/>
              </a:ext>
            </a:extLst>
          </p:cNvPr>
          <p:cNvCxnSpPr>
            <a:cxnSpLocks/>
          </p:cNvCxnSpPr>
          <p:nvPr/>
        </p:nvCxnSpPr>
        <p:spPr>
          <a:xfrm>
            <a:off x="-1267740" y="676863"/>
            <a:ext cx="711995" cy="186339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Straight Connector 90">
            <a:extLst>
              <a:ext uri="{FF2B5EF4-FFF2-40B4-BE49-F238E27FC236}">
                <a16:creationId xmlns:a16="http://schemas.microsoft.com/office/drawing/2014/main" id="{E6DDC2CF-9D0E-87E1-8A67-44614418D352}"/>
              </a:ext>
            </a:extLst>
          </p:cNvPr>
          <p:cNvCxnSpPr>
            <a:cxnSpLocks/>
          </p:cNvCxnSpPr>
          <p:nvPr/>
        </p:nvCxnSpPr>
        <p:spPr>
          <a:xfrm>
            <a:off x="-1267740" y="889738"/>
            <a:ext cx="711995" cy="186339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Straight Connector 92">
            <a:extLst>
              <a:ext uri="{FF2B5EF4-FFF2-40B4-BE49-F238E27FC236}">
                <a16:creationId xmlns:a16="http://schemas.microsoft.com/office/drawing/2014/main" id="{B9124712-0E41-3786-5600-349F1020CEA9}"/>
              </a:ext>
            </a:extLst>
          </p:cNvPr>
          <p:cNvCxnSpPr>
            <a:cxnSpLocks/>
          </p:cNvCxnSpPr>
          <p:nvPr/>
        </p:nvCxnSpPr>
        <p:spPr>
          <a:xfrm>
            <a:off x="-1267740" y="1712170"/>
            <a:ext cx="711995" cy="186339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Straight Connector 93">
            <a:extLst>
              <a:ext uri="{FF2B5EF4-FFF2-40B4-BE49-F238E27FC236}">
                <a16:creationId xmlns:a16="http://schemas.microsoft.com/office/drawing/2014/main" id="{05AFEB96-5E5F-0C9F-E8AD-3275FB8CD36A}"/>
              </a:ext>
            </a:extLst>
          </p:cNvPr>
          <p:cNvCxnSpPr>
            <a:cxnSpLocks/>
          </p:cNvCxnSpPr>
          <p:nvPr/>
        </p:nvCxnSpPr>
        <p:spPr>
          <a:xfrm>
            <a:off x="-1267740" y="1913667"/>
            <a:ext cx="711995" cy="186339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Straight Connector 94">
            <a:extLst>
              <a:ext uri="{FF2B5EF4-FFF2-40B4-BE49-F238E27FC236}">
                <a16:creationId xmlns:a16="http://schemas.microsoft.com/office/drawing/2014/main" id="{03ABC3CF-0429-840B-2ADA-B91229DE9033}"/>
              </a:ext>
            </a:extLst>
          </p:cNvPr>
          <p:cNvCxnSpPr>
            <a:cxnSpLocks/>
          </p:cNvCxnSpPr>
          <p:nvPr/>
        </p:nvCxnSpPr>
        <p:spPr>
          <a:xfrm>
            <a:off x="-1267740" y="2126542"/>
            <a:ext cx="711995" cy="186339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Straight Connector 95">
            <a:extLst>
              <a:ext uri="{FF2B5EF4-FFF2-40B4-BE49-F238E27FC236}">
                <a16:creationId xmlns:a16="http://schemas.microsoft.com/office/drawing/2014/main" id="{7411FE8A-E258-C632-AA69-40B5246CEF27}"/>
              </a:ext>
            </a:extLst>
          </p:cNvPr>
          <p:cNvCxnSpPr>
            <a:cxnSpLocks/>
          </p:cNvCxnSpPr>
          <p:nvPr/>
        </p:nvCxnSpPr>
        <p:spPr>
          <a:xfrm>
            <a:off x="-1267741" y="1510673"/>
            <a:ext cx="711995" cy="186339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Straight Connector 96">
            <a:extLst>
              <a:ext uri="{FF2B5EF4-FFF2-40B4-BE49-F238E27FC236}">
                <a16:creationId xmlns:a16="http://schemas.microsoft.com/office/drawing/2014/main" id="{143A8598-2527-5E27-5810-014742A10C4F}"/>
              </a:ext>
            </a:extLst>
          </p:cNvPr>
          <p:cNvCxnSpPr>
            <a:cxnSpLocks/>
            <a:stCxn id="152" idx="6"/>
          </p:cNvCxnSpPr>
          <p:nvPr/>
        </p:nvCxnSpPr>
        <p:spPr>
          <a:xfrm>
            <a:off x="-1997297" y="1506891"/>
            <a:ext cx="746705" cy="209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Straight Connector 103">
            <a:extLst>
              <a:ext uri="{FF2B5EF4-FFF2-40B4-BE49-F238E27FC236}">
                <a16:creationId xmlns:a16="http://schemas.microsoft.com/office/drawing/2014/main" id="{390A72F6-06D7-D9A1-BEB5-1372A406C931}"/>
              </a:ext>
            </a:extLst>
          </p:cNvPr>
          <p:cNvCxnSpPr>
            <a:cxnSpLocks/>
            <a:endCxn id="154" idx="6"/>
          </p:cNvCxnSpPr>
          <p:nvPr/>
        </p:nvCxnSpPr>
        <p:spPr>
          <a:xfrm flipH="1" flipV="1">
            <a:off x="-1997298" y="1056508"/>
            <a:ext cx="746706" cy="1409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Straight Connector 104">
            <a:extLst>
              <a:ext uri="{FF2B5EF4-FFF2-40B4-BE49-F238E27FC236}">
                <a16:creationId xmlns:a16="http://schemas.microsoft.com/office/drawing/2014/main" id="{3827C2EB-C9F0-0C00-0A2C-36E9B028A987}"/>
              </a:ext>
            </a:extLst>
          </p:cNvPr>
          <p:cNvCxnSpPr>
            <a:cxnSpLocks/>
          </p:cNvCxnSpPr>
          <p:nvPr/>
        </p:nvCxnSpPr>
        <p:spPr>
          <a:xfrm flipH="1">
            <a:off x="207444" y="273320"/>
            <a:ext cx="623176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Straight Connector 106">
            <a:extLst>
              <a:ext uri="{FF2B5EF4-FFF2-40B4-BE49-F238E27FC236}">
                <a16:creationId xmlns:a16="http://schemas.microsoft.com/office/drawing/2014/main" id="{91EE1EEF-FBF8-3553-8571-94D528219D6B}"/>
              </a:ext>
            </a:extLst>
          </p:cNvPr>
          <p:cNvCxnSpPr>
            <a:cxnSpLocks/>
          </p:cNvCxnSpPr>
          <p:nvPr/>
        </p:nvCxnSpPr>
        <p:spPr>
          <a:xfrm flipH="1">
            <a:off x="203874" y="1091254"/>
            <a:ext cx="623176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Straight Connector 107">
            <a:extLst>
              <a:ext uri="{FF2B5EF4-FFF2-40B4-BE49-F238E27FC236}">
                <a16:creationId xmlns:a16="http://schemas.microsoft.com/office/drawing/2014/main" id="{F1E5189D-655F-F108-F298-9D46D391C376}"/>
              </a:ext>
            </a:extLst>
          </p:cNvPr>
          <p:cNvCxnSpPr>
            <a:cxnSpLocks/>
          </p:cNvCxnSpPr>
          <p:nvPr/>
        </p:nvCxnSpPr>
        <p:spPr>
          <a:xfrm flipH="1">
            <a:off x="207444" y="1492565"/>
            <a:ext cx="623176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Straight Connector 108">
            <a:extLst>
              <a:ext uri="{FF2B5EF4-FFF2-40B4-BE49-F238E27FC236}">
                <a16:creationId xmlns:a16="http://schemas.microsoft.com/office/drawing/2014/main" id="{7A25E4C3-C6C6-0A95-3179-69253FD73B7C}"/>
              </a:ext>
            </a:extLst>
          </p:cNvPr>
          <p:cNvCxnSpPr>
            <a:cxnSpLocks/>
          </p:cNvCxnSpPr>
          <p:nvPr/>
        </p:nvCxnSpPr>
        <p:spPr>
          <a:xfrm flipH="1">
            <a:off x="203874" y="2309308"/>
            <a:ext cx="623176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Straight Connector 109">
            <a:extLst>
              <a:ext uri="{FF2B5EF4-FFF2-40B4-BE49-F238E27FC236}">
                <a16:creationId xmlns:a16="http://schemas.microsoft.com/office/drawing/2014/main" id="{E8067CCC-67F8-F0DF-8586-FD04484514D1}"/>
              </a:ext>
            </a:extLst>
          </p:cNvPr>
          <p:cNvCxnSpPr>
            <a:cxnSpLocks/>
          </p:cNvCxnSpPr>
          <p:nvPr/>
        </p:nvCxnSpPr>
        <p:spPr>
          <a:xfrm>
            <a:off x="-1347909" y="2325068"/>
            <a:ext cx="100989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812348E1-C610-3776-179D-7033657DE137}"/>
              </a:ext>
            </a:extLst>
          </p:cNvPr>
          <p:cNvCxnSpPr>
            <a:cxnSpLocks/>
          </p:cNvCxnSpPr>
          <p:nvPr/>
        </p:nvCxnSpPr>
        <p:spPr>
          <a:xfrm flipV="1">
            <a:off x="-1325350" y="2342528"/>
            <a:ext cx="0" cy="820019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Straight Connector 114">
            <a:extLst>
              <a:ext uri="{FF2B5EF4-FFF2-40B4-BE49-F238E27FC236}">
                <a16:creationId xmlns:a16="http://schemas.microsoft.com/office/drawing/2014/main" id="{BCBBDB98-99E6-CB8C-C2D0-5E792D57E9AA}"/>
              </a:ext>
            </a:extLst>
          </p:cNvPr>
          <p:cNvCxnSpPr>
            <a:cxnSpLocks/>
          </p:cNvCxnSpPr>
          <p:nvPr/>
        </p:nvCxnSpPr>
        <p:spPr>
          <a:xfrm>
            <a:off x="-1334414" y="3146204"/>
            <a:ext cx="5572600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Straight Connector 116">
            <a:extLst>
              <a:ext uri="{FF2B5EF4-FFF2-40B4-BE49-F238E27FC236}">
                <a16:creationId xmlns:a16="http://schemas.microsoft.com/office/drawing/2014/main" id="{57049969-6E54-AB71-CFB4-89D0B6B6473A}"/>
              </a:ext>
            </a:extLst>
          </p:cNvPr>
          <p:cNvCxnSpPr>
            <a:cxnSpLocks/>
          </p:cNvCxnSpPr>
          <p:nvPr/>
        </p:nvCxnSpPr>
        <p:spPr>
          <a:xfrm flipV="1">
            <a:off x="4216932" y="2271164"/>
            <a:ext cx="0" cy="891383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Straight Connector 118">
            <a:extLst>
              <a:ext uri="{FF2B5EF4-FFF2-40B4-BE49-F238E27FC236}">
                <a16:creationId xmlns:a16="http://schemas.microsoft.com/office/drawing/2014/main" id="{BCD0416A-6AB3-1CB1-1BAD-263C047958F3}"/>
              </a:ext>
            </a:extLst>
          </p:cNvPr>
          <p:cNvCxnSpPr>
            <a:cxnSpLocks/>
          </p:cNvCxnSpPr>
          <p:nvPr/>
        </p:nvCxnSpPr>
        <p:spPr>
          <a:xfrm flipV="1">
            <a:off x="-1327552" y="-575626"/>
            <a:ext cx="0" cy="837017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" name="Straight Connector 119">
            <a:extLst>
              <a:ext uri="{FF2B5EF4-FFF2-40B4-BE49-F238E27FC236}">
                <a16:creationId xmlns:a16="http://schemas.microsoft.com/office/drawing/2014/main" id="{2C4DCC6D-F3C2-F653-EC82-15BD9A0B11A2}"/>
              </a:ext>
            </a:extLst>
          </p:cNvPr>
          <p:cNvCxnSpPr>
            <a:cxnSpLocks/>
          </p:cNvCxnSpPr>
          <p:nvPr/>
        </p:nvCxnSpPr>
        <p:spPr>
          <a:xfrm>
            <a:off x="-1338997" y="-588719"/>
            <a:ext cx="5572600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Straight Connector 120">
            <a:extLst>
              <a:ext uri="{FF2B5EF4-FFF2-40B4-BE49-F238E27FC236}">
                <a16:creationId xmlns:a16="http://schemas.microsoft.com/office/drawing/2014/main" id="{BC8A4C59-ADBC-9ABB-2458-DB680D9623E9}"/>
              </a:ext>
            </a:extLst>
          </p:cNvPr>
          <p:cNvCxnSpPr>
            <a:cxnSpLocks/>
          </p:cNvCxnSpPr>
          <p:nvPr/>
        </p:nvCxnSpPr>
        <p:spPr>
          <a:xfrm flipV="1">
            <a:off x="4217111" y="-607767"/>
            <a:ext cx="0" cy="85216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6" name="Straight Connector 125">
            <a:extLst>
              <a:ext uri="{FF2B5EF4-FFF2-40B4-BE49-F238E27FC236}">
                <a16:creationId xmlns:a16="http://schemas.microsoft.com/office/drawing/2014/main" id="{E6909598-8092-5992-6E70-61605051565B}"/>
              </a:ext>
            </a:extLst>
          </p:cNvPr>
          <p:cNvCxnSpPr>
            <a:cxnSpLocks/>
          </p:cNvCxnSpPr>
          <p:nvPr/>
        </p:nvCxnSpPr>
        <p:spPr>
          <a:xfrm>
            <a:off x="3451260" y="866612"/>
            <a:ext cx="711995" cy="186339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7" name="Straight Connector 126">
            <a:extLst>
              <a:ext uri="{FF2B5EF4-FFF2-40B4-BE49-F238E27FC236}">
                <a16:creationId xmlns:a16="http://schemas.microsoft.com/office/drawing/2014/main" id="{CFA83AD1-DDC4-2E7E-0F8F-337A2F941787}"/>
              </a:ext>
            </a:extLst>
          </p:cNvPr>
          <p:cNvCxnSpPr>
            <a:cxnSpLocks/>
          </p:cNvCxnSpPr>
          <p:nvPr/>
        </p:nvCxnSpPr>
        <p:spPr>
          <a:xfrm>
            <a:off x="3448878" y="246478"/>
            <a:ext cx="711995" cy="186339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Straight Connector 127">
            <a:extLst>
              <a:ext uri="{FF2B5EF4-FFF2-40B4-BE49-F238E27FC236}">
                <a16:creationId xmlns:a16="http://schemas.microsoft.com/office/drawing/2014/main" id="{8C7E1C32-439D-87ED-1F6A-902B781621A7}"/>
              </a:ext>
            </a:extLst>
          </p:cNvPr>
          <p:cNvCxnSpPr>
            <a:cxnSpLocks/>
          </p:cNvCxnSpPr>
          <p:nvPr/>
        </p:nvCxnSpPr>
        <p:spPr>
          <a:xfrm>
            <a:off x="3448085" y="1695779"/>
            <a:ext cx="711995" cy="186339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9" name="Straight Connector 128">
            <a:extLst>
              <a:ext uri="{FF2B5EF4-FFF2-40B4-BE49-F238E27FC236}">
                <a16:creationId xmlns:a16="http://schemas.microsoft.com/office/drawing/2014/main" id="{67D09F2D-36FC-CBD4-05AD-690DFF276383}"/>
              </a:ext>
            </a:extLst>
          </p:cNvPr>
          <p:cNvCxnSpPr>
            <a:cxnSpLocks/>
          </p:cNvCxnSpPr>
          <p:nvPr/>
        </p:nvCxnSpPr>
        <p:spPr>
          <a:xfrm>
            <a:off x="3448084" y="1904972"/>
            <a:ext cx="711995" cy="185246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0" name="Straight Connector 129">
            <a:extLst>
              <a:ext uri="{FF2B5EF4-FFF2-40B4-BE49-F238E27FC236}">
                <a16:creationId xmlns:a16="http://schemas.microsoft.com/office/drawing/2014/main" id="{61813BEC-C664-78D9-4F84-82735F215364}"/>
              </a:ext>
            </a:extLst>
          </p:cNvPr>
          <p:cNvCxnSpPr>
            <a:cxnSpLocks/>
          </p:cNvCxnSpPr>
          <p:nvPr/>
        </p:nvCxnSpPr>
        <p:spPr>
          <a:xfrm>
            <a:off x="3436419" y="2113072"/>
            <a:ext cx="780513" cy="181111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1" name="Straight Connector 130">
            <a:extLst>
              <a:ext uri="{FF2B5EF4-FFF2-40B4-BE49-F238E27FC236}">
                <a16:creationId xmlns:a16="http://schemas.microsoft.com/office/drawing/2014/main" id="{CAEBDAFD-844E-F943-E3E6-D90FB01AC7A3}"/>
              </a:ext>
            </a:extLst>
          </p:cNvPr>
          <p:cNvCxnSpPr>
            <a:cxnSpLocks/>
          </p:cNvCxnSpPr>
          <p:nvPr/>
        </p:nvCxnSpPr>
        <p:spPr>
          <a:xfrm>
            <a:off x="3448084" y="1486586"/>
            <a:ext cx="711995" cy="186339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9" name="Straight Connector 138">
            <a:extLst>
              <a:ext uri="{FF2B5EF4-FFF2-40B4-BE49-F238E27FC236}">
                <a16:creationId xmlns:a16="http://schemas.microsoft.com/office/drawing/2014/main" id="{DEE28BCC-512E-21DD-7CC0-CF5C6CCEBBFB}"/>
              </a:ext>
            </a:extLst>
          </p:cNvPr>
          <p:cNvCxnSpPr>
            <a:cxnSpLocks/>
          </p:cNvCxnSpPr>
          <p:nvPr/>
        </p:nvCxnSpPr>
        <p:spPr>
          <a:xfrm>
            <a:off x="3449672" y="457259"/>
            <a:ext cx="711995" cy="186339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0" name="Straight Connector 139">
            <a:extLst>
              <a:ext uri="{FF2B5EF4-FFF2-40B4-BE49-F238E27FC236}">
                <a16:creationId xmlns:a16="http://schemas.microsoft.com/office/drawing/2014/main" id="{F32B9242-8FC0-46DC-A7A6-4642D22C8627}"/>
              </a:ext>
            </a:extLst>
          </p:cNvPr>
          <p:cNvCxnSpPr>
            <a:cxnSpLocks/>
          </p:cNvCxnSpPr>
          <p:nvPr/>
        </p:nvCxnSpPr>
        <p:spPr>
          <a:xfrm>
            <a:off x="3449671" y="664864"/>
            <a:ext cx="711995" cy="185246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Straight Connector 140">
            <a:extLst>
              <a:ext uri="{FF2B5EF4-FFF2-40B4-BE49-F238E27FC236}">
                <a16:creationId xmlns:a16="http://schemas.microsoft.com/office/drawing/2014/main" id="{1E55C91D-E6CD-4D9D-2BFD-52FDCA73F1EE}"/>
              </a:ext>
            </a:extLst>
          </p:cNvPr>
          <p:cNvCxnSpPr>
            <a:cxnSpLocks/>
          </p:cNvCxnSpPr>
          <p:nvPr/>
        </p:nvCxnSpPr>
        <p:spPr>
          <a:xfrm>
            <a:off x="4138888" y="234257"/>
            <a:ext cx="94715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4" name="Straight Connector 143">
            <a:extLst>
              <a:ext uri="{FF2B5EF4-FFF2-40B4-BE49-F238E27FC236}">
                <a16:creationId xmlns:a16="http://schemas.microsoft.com/office/drawing/2014/main" id="{5A2FC9C6-7B00-11E8-3731-6D057F5D4B0C}"/>
              </a:ext>
            </a:extLst>
          </p:cNvPr>
          <p:cNvCxnSpPr>
            <a:cxnSpLocks/>
          </p:cNvCxnSpPr>
          <p:nvPr/>
        </p:nvCxnSpPr>
        <p:spPr>
          <a:xfrm>
            <a:off x="4138888" y="1043217"/>
            <a:ext cx="727472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7" name="Straight Connector 146">
            <a:extLst>
              <a:ext uri="{FF2B5EF4-FFF2-40B4-BE49-F238E27FC236}">
                <a16:creationId xmlns:a16="http://schemas.microsoft.com/office/drawing/2014/main" id="{0C32814A-F663-0BAA-A967-23295BBE9921}"/>
              </a:ext>
            </a:extLst>
          </p:cNvPr>
          <p:cNvCxnSpPr>
            <a:cxnSpLocks/>
          </p:cNvCxnSpPr>
          <p:nvPr/>
        </p:nvCxnSpPr>
        <p:spPr>
          <a:xfrm>
            <a:off x="4138888" y="1507100"/>
            <a:ext cx="727472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8" name="Oval 147">
            <a:extLst>
              <a:ext uri="{FF2B5EF4-FFF2-40B4-BE49-F238E27FC236}">
                <a16:creationId xmlns:a16="http://schemas.microsoft.com/office/drawing/2014/main" id="{F922F8DD-9DFA-AA80-243D-43B1E5234792}"/>
              </a:ext>
            </a:extLst>
          </p:cNvPr>
          <p:cNvSpPr/>
          <p:nvPr/>
        </p:nvSpPr>
        <p:spPr>
          <a:xfrm>
            <a:off x="4883644" y="1447270"/>
            <a:ext cx="117698" cy="117698"/>
          </a:xfrm>
          <a:prstGeom prst="ellipse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0" name="Oval 149">
            <a:extLst>
              <a:ext uri="{FF2B5EF4-FFF2-40B4-BE49-F238E27FC236}">
                <a16:creationId xmlns:a16="http://schemas.microsoft.com/office/drawing/2014/main" id="{E2B85ADF-7B13-834D-2D1A-7C54141682B3}"/>
              </a:ext>
            </a:extLst>
          </p:cNvPr>
          <p:cNvSpPr/>
          <p:nvPr/>
        </p:nvSpPr>
        <p:spPr>
          <a:xfrm>
            <a:off x="4881680" y="993314"/>
            <a:ext cx="119661" cy="119661"/>
          </a:xfrm>
          <a:prstGeom prst="ellipse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2" name="Oval 151">
            <a:extLst>
              <a:ext uri="{FF2B5EF4-FFF2-40B4-BE49-F238E27FC236}">
                <a16:creationId xmlns:a16="http://schemas.microsoft.com/office/drawing/2014/main" id="{E966EE21-1970-8501-BF1D-A65A98EB53A8}"/>
              </a:ext>
            </a:extLst>
          </p:cNvPr>
          <p:cNvSpPr/>
          <p:nvPr/>
        </p:nvSpPr>
        <p:spPr>
          <a:xfrm>
            <a:off x="-2116959" y="1447060"/>
            <a:ext cx="119662" cy="119662"/>
          </a:xfrm>
          <a:prstGeom prst="ellipse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4" name="Oval 153">
            <a:extLst>
              <a:ext uri="{FF2B5EF4-FFF2-40B4-BE49-F238E27FC236}">
                <a16:creationId xmlns:a16="http://schemas.microsoft.com/office/drawing/2014/main" id="{6EF50DD2-D2FF-B972-C60B-27FB05AE2A2A}"/>
              </a:ext>
            </a:extLst>
          </p:cNvPr>
          <p:cNvSpPr/>
          <p:nvPr/>
        </p:nvSpPr>
        <p:spPr>
          <a:xfrm>
            <a:off x="-2116959" y="996677"/>
            <a:ext cx="119661" cy="119661"/>
          </a:xfrm>
          <a:prstGeom prst="ellipse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8" name="Oval 157">
            <a:extLst>
              <a:ext uri="{FF2B5EF4-FFF2-40B4-BE49-F238E27FC236}">
                <a16:creationId xmlns:a16="http://schemas.microsoft.com/office/drawing/2014/main" id="{18BD0B88-2734-75F7-4679-F7E203CA8500}"/>
              </a:ext>
            </a:extLst>
          </p:cNvPr>
          <p:cNvSpPr/>
          <p:nvPr/>
        </p:nvSpPr>
        <p:spPr>
          <a:xfrm>
            <a:off x="71291" y="1037081"/>
            <a:ext cx="119662" cy="119662"/>
          </a:xfrm>
          <a:prstGeom prst="ellipse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0" name="Oval 159">
            <a:extLst>
              <a:ext uri="{FF2B5EF4-FFF2-40B4-BE49-F238E27FC236}">
                <a16:creationId xmlns:a16="http://schemas.microsoft.com/office/drawing/2014/main" id="{A9B8B4C7-2690-8A41-7405-BB6A017DCE5A}"/>
              </a:ext>
            </a:extLst>
          </p:cNvPr>
          <p:cNvSpPr/>
          <p:nvPr/>
        </p:nvSpPr>
        <p:spPr>
          <a:xfrm>
            <a:off x="71291" y="211322"/>
            <a:ext cx="119661" cy="119661"/>
          </a:xfrm>
          <a:prstGeom prst="ellipse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2" name="Oval 161">
            <a:extLst>
              <a:ext uri="{FF2B5EF4-FFF2-40B4-BE49-F238E27FC236}">
                <a16:creationId xmlns:a16="http://schemas.microsoft.com/office/drawing/2014/main" id="{09A01FB8-8DD4-D4ED-54AA-0E59986C1AFF}"/>
              </a:ext>
            </a:extLst>
          </p:cNvPr>
          <p:cNvSpPr/>
          <p:nvPr/>
        </p:nvSpPr>
        <p:spPr>
          <a:xfrm>
            <a:off x="71291" y="1433900"/>
            <a:ext cx="119661" cy="119661"/>
          </a:xfrm>
          <a:prstGeom prst="ellipse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4" name="Oval 163">
            <a:extLst>
              <a:ext uri="{FF2B5EF4-FFF2-40B4-BE49-F238E27FC236}">
                <a16:creationId xmlns:a16="http://schemas.microsoft.com/office/drawing/2014/main" id="{7EE03CD9-5BC3-CA82-816B-5040856019BD}"/>
              </a:ext>
            </a:extLst>
          </p:cNvPr>
          <p:cNvSpPr/>
          <p:nvPr/>
        </p:nvSpPr>
        <p:spPr>
          <a:xfrm>
            <a:off x="71291" y="2255035"/>
            <a:ext cx="119661" cy="119661"/>
          </a:xfrm>
          <a:prstGeom prst="ellipse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68" name="Graphic 167">
            <a:extLst>
              <a:ext uri="{FF2B5EF4-FFF2-40B4-BE49-F238E27FC236}">
                <a16:creationId xmlns:a16="http://schemas.microsoft.com/office/drawing/2014/main" id="{AC3345B4-4F00-A1A0-6938-560158234E9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-2387012" y="933888"/>
            <a:ext cx="104775" cy="238125"/>
          </a:xfrm>
          <a:prstGeom prst="rect">
            <a:avLst/>
          </a:prstGeom>
        </p:spPr>
      </p:pic>
      <p:pic>
        <p:nvPicPr>
          <p:cNvPr id="170" name="Graphic 169">
            <a:extLst>
              <a:ext uri="{FF2B5EF4-FFF2-40B4-BE49-F238E27FC236}">
                <a16:creationId xmlns:a16="http://schemas.microsoft.com/office/drawing/2014/main" id="{54C051EA-57F8-BF6E-A1EF-FECDCF658B7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-193797" y="2201993"/>
            <a:ext cx="142875" cy="238125"/>
          </a:xfrm>
          <a:prstGeom prst="rect">
            <a:avLst/>
          </a:prstGeom>
        </p:spPr>
      </p:pic>
      <p:pic>
        <p:nvPicPr>
          <p:cNvPr id="172" name="Graphic 171">
            <a:extLst>
              <a:ext uri="{FF2B5EF4-FFF2-40B4-BE49-F238E27FC236}">
                <a16:creationId xmlns:a16="http://schemas.microsoft.com/office/drawing/2014/main" id="{6514A9A0-CAA8-DA2D-ACB9-66FEE118E82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-189706" y="1359145"/>
            <a:ext cx="142875" cy="247650"/>
          </a:xfrm>
          <a:prstGeom prst="rect">
            <a:avLst/>
          </a:prstGeom>
        </p:spPr>
      </p:pic>
      <p:pic>
        <p:nvPicPr>
          <p:cNvPr id="174" name="Graphic 173">
            <a:extLst>
              <a:ext uri="{FF2B5EF4-FFF2-40B4-BE49-F238E27FC236}">
                <a16:creationId xmlns:a16="http://schemas.microsoft.com/office/drawing/2014/main" id="{647BB8F1-943B-A176-DCB5-EACC951A9D6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-189035" y="985344"/>
            <a:ext cx="133350" cy="238125"/>
          </a:xfrm>
          <a:prstGeom prst="rect">
            <a:avLst/>
          </a:prstGeom>
        </p:spPr>
      </p:pic>
      <p:pic>
        <p:nvPicPr>
          <p:cNvPr id="176" name="Graphic 175">
            <a:extLst>
              <a:ext uri="{FF2B5EF4-FFF2-40B4-BE49-F238E27FC236}">
                <a16:creationId xmlns:a16="http://schemas.microsoft.com/office/drawing/2014/main" id="{58C6A4FD-9B16-25DE-9912-7BEC220F404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-177778" y="177150"/>
            <a:ext cx="133350" cy="238125"/>
          </a:xfrm>
          <a:prstGeom prst="rect">
            <a:avLst/>
          </a:prstGeom>
        </p:spPr>
      </p:pic>
      <p:pic>
        <p:nvPicPr>
          <p:cNvPr id="178" name="Graphic 177">
            <a:extLst>
              <a:ext uri="{FF2B5EF4-FFF2-40B4-BE49-F238E27FC236}">
                <a16:creationId xmlns:a16="http://schemas.microsoft.com/office/drawing/2014/main" id="{E0F17E89-35C8-21B7-EBD5-A43206884E9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205851" y="1387056"/>
            <a:ext cx="152400" cy="238125"/>
          </a:xfrm>
          <a:prstGeom prst="rect">
            <a:avLst/>
          </a:prstGeom>
        </p:spPr>
      </p:pic>
      <p:pic>
        <p:nvPicPr>
          <p:cNvPr id="180" name="Graphic 179">
            <a:extLst>
              <a:ext uri="{FF2B5EF4-FFF2-40B4-BE49-F238E27FC236}">
                <a16:creationId xmlns:a16="http://schemas.microsoft.com/office/drawing/2014/main" id="{AFA0C046-0DAC-1529-99FF-6EAB1BBCDDD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-2415906" y="1387055"/>
            <a:ext cx="142875" cy="238125"/>
          </a:xfrm>
          <a:prstGeom prst="rect">
            <a:avLst/>
          </a:prstGeom>
        </p:spPr>
      </p:pic>
      <p:pic>
        <p:nvPicPr>
          <p:cNvPr id="182" name="Graphic 181">
            <a:extLst>
              <a:ext uri="{FF2B5EF4-FFF2-40B4-BE49-F238E27FC236}">
                <a16:creationId xmlns:a16="http://schemas.microsoft.com/office/drawing/2014/main" id="{3EFAE318-1609-97D6-267E-D818D95AF7E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219006" y="922388"/>
            <a:ext cx="133350" cy="238125"/>
          </a:xfrm>
          <a:prstGeom prst="rect">
            <a:avLst/>
          </a:prstGeom>
        </p:spPr>
      </p:pic>
      <p:pic>
        <p:nvPicPr>
          <p:cNvPr id="184" name="Graphic 183">
            <a:extLst>
              <a:ext uri="{FF2B5EF4-FFF2-40B4-BE49-F238E27FC236}">
                <a16:creationId xmlns:a16="http://schemas.microsoft.com/office/drawing/2014/main" id="{0AE2B202-826F-1007-059F-D14A8EE0B97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-1862729" y="594543"/>
            <a:ext cx="381000" cy="371475"/>
          </a:xfrm>
          <a:prstGeom prst="rect">
            <a:avLst/>
          </a:prstGeom>
        </p:spPr>
      </p:pic>
      <p:pic>
        <p:nvPicPr>
          <p:cNvPr id="186" name="Graphic 185">
            <a:extLst>
              <a:ext uri="{FF2B5EF4-FFF2-40B4-BE49-F238E27FC236}">
                <a16:creationId xmlns:a16="http://schemas.microsoft.com/office/drawing/2014/main" id="{6A26518A-9458-5337-FC0E-B09CCA427ED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280236" y="461619"/>
            <a:ext cx="390525" cy="371475"/>
          </a:xfrm>
          <a:prstGeom prst="rect">
            <a:avLst/>
          </a:prstGeom>
        </p:spPr>
      </p:pic>
      <p:pic>
        <p:nvPicPr>
          <p:cNvPr id="188" name="Graphic 187">
            <a:extLst>
              <a:ext uri="{FF2B5EF4-FFF2-40B4-BE49-F238E27FC236}">
                <a16:creationId xmlns:a16="http://schemas.microsoft.com/office/drawing/2014/main" id="{89283131-6941-024D-A7E8-44B7005743A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280236" y="1695779"/>
            <a:ext cx="457200" cy="371475"/>
          </a:xfrm>
          <a:prstGeom prst="rect">
            <a:avLst/>
          </a:prstGeom>
        </p:spPr>
      </p:pic>
      <p:pic>
        <p:nvPicPr>
          <p:cNvPr id="190" name="Graphic 189">
            <a:extLst>
              <a:ext uri="{FF2B5EF4-FFF2-40B4-BE49-F238E27FC236}">
                <a16:creationId xmlns:a16="http://schemas.microsoft.com/office/drawing/2014/main" id="{2CCDC6B1-42D6-C0F6-8405-025EA032D58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-1932102" y="1752176"/>
            <a:ext cx="447675" cy="371475"/>
          </a:xfrm>
          <a:prstGeom prst="rect">
            <a:avLst/>
          </a:prstGeom>
        </p:spPr>
      </p:pic>
      <p:sp>
        <p:nvSpPr>
          <p:cNvPr id="193" name="Isosceles Triangle 192">
            <a:extLst>
              <a:ext uri="{FF2B5EF4-FFF2-40B4-BE49-F238E27FC236}">
                <a16:creationId xmlns:a16="http://schemas.microsoft.com/office/drawing/2014/main" id="{B51B7EAA-7AC7-7299-20F4-3F227465F502}"/>
              </a:ext>
            </a:extLst>
          </p:cNvPr>
          <p:cNvSpPr/>
          <p:nvPr/>
        </p:nvSpPr>
        <p:spPr>
          <a:xfrm rot="5400000">
            <a:off x="402500" y="182283"/>
            <a:ext cx="184549" cy="180974"/>
          </a:xfrm>
          <a:prstGeom prst="triangl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5" name="Isosceles Triangle 194">
            <a:extLst>
              <a:ext uri="{FF2B5EF4-FFF2-40B4-BE49-F238E27FC236}">
                <a16:creationId xmlns:a16="http://schemas.microsoft.com/office/drawing/2014/main" id="{5BF98B04-32E9-DA4A-F1A9-76EAE54D1B18}"/>
              </a:ext>
            </a:extLst>
          </p:cNvPr>
          <p:cNvSpPr/>
          <p:nvPr/>
        </p:nvSpPr>
        <p:spPr>
          <a:xfrm rot="5400000">
            <a:off x="402294" y="2217458"/>
            <a:ext cx="184549" cy="180974"/>
          </a:xfrm>
          <a:prstGeom prst="triangl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7" name="Isosceles Triangle 196">
            <a:extLst>
              <a:ext uri="{FF2B5EF4-FFF2-40B4-BE49-F238E27FC236}">
                <a16:creationId xmlns:a16="http://schemas.microsoft.com/office/drawing/2014/main" id="{7C843846-CC52-D92A-E801-206A93389544}"/>
              </a:ext>
            </a:extLst>
          </p:cNvPr>
          <p:cNvSpPr/>
          <p:nvPr/>
        </p:nvSpPr>
        <p:spPr>
          <a:xfrm rot="5400000">
            <a:off x="-1662250" y="964920"/>
            <a:ext cx="184549" cy="180974"/>
          </a:xfrm>
          <a:prstGeom prst="triangl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9" name="Isosceles Triangle 198">
            <a:extLst>
              <a:ext uri="{FF2B5EF4-FFF2-40B4-BE49-F238E27FC236}">
                <a16:creationId xmlns:a16="http://schemas.microsoft.com/office/drawing/2014/main" id="{34EABD4C-9BC6-83A7-D6AF-AEE8B6AE85CC}"/>
              </a:ext>
            </a:extLst>
          </p:cNvPr>
          <p:cNvSpPr/>
          <p:nvPr/>
        </p:nvSpPr>
        <p:spPr>
          <a:xfrm rot="16200000" flipH="1">
            <a:off x="-1683682" y="1414974"/>
            <a:ext cx="184549" cy="180974"/>
          </a:xfrm>
          <a:prstGeom prst="triangl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1" name="Isosceles Triangle 200">
            <a:extLst>
              <a:ext uri="{FF2B5EF4-FFF2-40B4-BE49-F238E27FC236}">
                <a16:creationId xmlns:a16="http://schemas.microsoft.com/office/drawing/2014/main" id="{4B8205EB-DE90-13E6-4384-BAC0D46E1F12}"/>
              </a:ext>
            </a:extLst>
          </p:cNvPr>
          <p:cNvSpPr/>
          <p:nvPr/>
        </p:nvSpPr>
        <p:spPr>
          <a:xfrm rot="16200000" flipH="1">
            <a:off x="380204" y="1399895"/>
            <a:ext cx="184549" cy="180974"/>
          </a:xfrm>
          <a:prstGeom prst="triangl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5" name="Isosceles Triangle 204">
            <a:extLst>
              <a:ext uri="{FF2B5EF4-FFF2-40B4-BE49-F238E27FC236}">
                <a16:creationId xmlns:a16="http://schemas.microsoft.com/office/drawing/2014/main" id="{A4A1264F-1B72-F579-C4F2-FCED459F5871}"/>
              </a:ext>
            </a:extLst>
          </p:cNvPr>
          <p:cNvSpPr/>
          <p:nvPr/>
        </p:nvSpPr>
        <p:spPr>
          <a:xfrm rot="16200000" flipH="1">
            <a:off x="380205" y="998256"/>
            <a:ext cx="184549" cy="180974"/>
          </a:xfrm>
          <a:prstGeom prst="triangl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7" name="Isosceles Triangle 206">
            <a:extLst>
              <a:ext uri="{FF2B5EF4-FFF2-40B4-BE49-F238E27FC236}">
                <a16:creationId xmlns:a16="http://schemas.microsoft.com/office/drawing/2014/main" id="{9FC49F0E-474D-1D3A-C545-D5A7AA6BF857}"/>
              </a:ext>
            </a:extLst>
          </p:cNvPr>
          <p:cNvSpPr/>
          <p:nvPr/>
        </p:nvSpPr>
        <p:spPr>
          <a:xfrm rot="16200000" flipH="1">
            <a:off x="4466908" y="1416404"/>
            <a:ext cx="184549" cy="180974"/>
          </a:xfrm>
          <a:prstGeom prst="triangl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9" name="Isosceles Triangle 208">
            <a:extLst>
              <a:ext uri="{FF2B5EF4-FFF2-40B4-BE49-F238E27FC236}">
                <a16:creationId xmlns:a16="http://schemas.microsoft.com/office/drawing/2014/main" id="{D80648F2-0C3A-28B9-C3C7-3926AA5A7DD8}"/>
              </a:ext>
            </a:extLst>
          </p:cNvPr>
          <p:cNvSpPr/>
          <p:nvPr/>
        </p:nvSpPr>
        <p:spPr>
          <a:xfrm rot="5400000">
            <a:off x="4495870" y="961287"/>
            <a:ext cx="184549" cy="180974"/>
          </a:xfrm>
          <a:prstGeom prst="triangl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12" name="Straight Arrow Connector 211">
            <a:extLst>
              <a:ext uri="{FF2B5EF4-FFF2-40B4-BE49-F238E27FC236}">
                <a16:creationId xmlns:a16="http://schemas.microsoft.com/office/drawing/2014/main" id="{A27FE609-943C-94F3-DDC2-A9977D2EC10B}"/>
              </a:ext>
            </a:extLst>
          </p:cNvPr>
          <p:cNvCxnSpPr>
            <a:cxnSpLocks/>
          </p:cNvCxnSpPr>
          <p:nvPr/>
        </p:nvCxnSpPr>
        <p:spPr>
          <a:xfrm flipV="1">
            <a:off x="1466410" y="-324494"/>
            <a:ext cx="0" cy="3145536"/>
          </a:xfrm>
          <a:prstGeom prst="straightConnector1">
            <a:avLst/>
          </a:prstGeom>
          <a:ln w="508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EB25F3C6-88F4-761F-CB16-CD8ABAD1B11C}"/>
              </a:ext>
            </a:extLst>
          </p:cNvPr>
          <p:cNvCxnSpPr>
            <a:cxnSpLocks/>
          </p:cNvCxnSpPr>
          <p:nvPr/>
        </p:nvCxnSpPr>
        <p:spPr>
          <a:xfrm>
            <a:off x="1807358" y="-367763"/>
            <a:ext cx="2206038" cy="0"/>
          </a:xfrm>
          <a:prstGeom prst="straightConnector1">
            <a:avLst/>
          </a:prstGeom>
          <a:ln w="50800">
            <a:solidFill>
              <a:srgbClr val="FF0000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0F441D73-7624-BB38-4A62-2A8E27753C6F}"/>
              </a:ext>
            </a:extLst>
          </p:cNvPr>
          <p:cNvCxnSpPr>
            <a:cxnSpLocks/>
          </p:cNvCxnSpPr>
          <p:nvPr/>
        </p:nvCxnSpPr>
        <p:spPr>
          <a:xfrm>
            <a:off x="4007245" y="-381544"/>
            <a:ext cx="0" cy="3246274"/>
          </a:xfrm>
          <a:prstGeom prst="straightConnector1">
            <a:avLst/>
          </a:prstGeom>
          <a:ln w="50800">
            <a:solidFill>
              <a:srgbClr val="FF0000"/>
            </a:solidFill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007E98E1-2ED9-F516-BF42-FF7EDAC51F13}"/>
              </a:ext>
            </a:extLst>
          </p:cNvPr>
          <p:cNvCxnSpPr>
            <a:cxnSpLocks/>
          </p:cNvCxnSpPr>
          <p:nvPr/>
        </p:nvCxnSpPr>
        <p:spPr>
          <a:xfrm>
            <a:off x="-1084384" y="-367763"/>
            <a:ext cx="2924839" cy="0"/>
          </a:xfrm>
          <a:prstGeom prst="straightConnector1">
            <a:avLst/>
          </a:prstGeom>
          <a:ln w="50800">
            <a:solidFill>
              <a:srgbClr val="FF0000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6E18F6BE-E57D-D6E2-EFBC-EDF4F13269D8}"/>
              </a:ext>
            </a:extLst>
          </p:cNvPr>
          <p:cNvCxnSpPr>
            <a:cxnSpLocks/>
          </p:cNvCxnSpPr>
          <p:nvPr/>
        </p:nvCxnSpPr>
        <p:spPr>
          <a:xfrm>
            <a:off x="-1067675" y="-364691"/>
            <a:ext cx="0" cy="3206561"/>
          </a:xfrm>
          <a:prstGeom prst="straightConnector1">
            <a:avLst/>
          </a:prstGeom>
          <a:ln w="50800">
            <a:solidFill>
              <a:srgbClr val="FF0000"/>
            </a:solidFill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E5BC3F2D-D510-8732-E46D-D654DD2D0C49}"/>
              </a:ext>
            </a:extLst>
          </p:cNvPr>
          <p:cNvCxnSpPr>
            <a:cxnSpLocks/>
          </p:cNvCxnSpPr>
          <p:nvPr/>
        </p:nvCxnSpPr>
        <p:spPr>
          <a:xfrm>
            <a:off x="1485080" y="2847877"/>
            <a:ext cx="2513076" cy="0"/>
          </a:xfrm>
          <a:prstGeom prst="straightConnector1">
            <a:avLst/>
          </a:prstGeom>
          <a:ln w="50800">
            <a:solidFill>
              <a:srgbClr val="FF0000"/>
            </a:solidFill>
            <a:headEnd type="triangl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F95F7D7C-7081-FF55-1ED4-F2D08E59251B}"/>
              </a:ext>
            </a:extLst>
          </p:cNvPr>
          <p:cNvCxnSpPr>
            <a:cxnSpLocks/>
          </p:cNvCxnSpPr>
          <p:nvPr/>
        </p:nvCxnSpPr>
        <p:spPr>
          <a:xfrm>
            <a:off x="-1081336" y="2847877"/>
            <a:ext cx="2505456" cy="0"/>
          </a:xfrm>
          <a:prstGeom prst="straightConnector1">
            <a:avLst/>
          </a:prstGeom>
          <a:ln w="508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1">
            <a:extLst>
              <a:ext uri="{FF2B5EF4-FFF2-40B4-BE49-F238E27FC236}">
                <a16:creationId xmlns:a16="http://schemas.microsoft.com/office/drawing/2014/main" id="{0B263A59-322D-9262-0F37-490AFA285D5E}"/>
              </a:ext>
            </a:extLst>
          </p:cNvPr>
          <p:cNvCxnSpPr>
            <a:cxnSpLocks/>
          </p:cNvCxnSpPr>
          <p:nvPr/>
        </p:nvCxnSpPr>
        <p:spPr>
          <a:xfrm flipV="1">
            <a:off x="1023816" y="-86750"/>
            <a:ext cx="0" cy="2688336"/>
          </a:xfrm>
          <a:prstGeom prst="straightConnector1">
            <a:avLst/>
          </a:prstGeom>
          <a:ln w="50800">
            <a:solidFill>
              <a:srgbClr val="0070C0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D2B5997D-3069-6E68-BBDF-DCED7C5EDE96}"/>
              </a:ext>
            </a:extLst>
          </p:cNvPr>
          <p:cNvCxnSpPr>
            <a:cxnSpLocks/>
          </p:cNvCxnSpPr>
          <p:nvPr/>
        </p:nvCxnSpPr>
        <p:spPr>
          <a:xfrm>
            <a:off x="-742525" y="-119264"/>
            <a:ext cx="2195601" cy="0"/>
          </a:xfrm>
          <a:prstGeom prst="straightConnector1">
            <a:avLst/>
          </a:prstGeom>
          <a:ln w="50800">
            <a:solidFill>
              <a:srgbClr val="0070C0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F60094FA-B760-7E48-B62A-2957026AF2E7}"/>
              </a:ext>
            </a:extLst>
          </p:cNvPr>
          <p:cNvCxnSpPr>
            <a:cxnSpLocks/>
          </p:cNvCxnSpPr>
          <p:nvPr/>
        </p:nvCxnSpPr>
        <p:spPr>
          <a:xfrm flipV="1">
            <a:off x="-738190" y="-131361"/>
            <a:ext cx="0" cy="2778757"/>
          </a:xfrm>
          <a:prstGeom prst="straightConnector1">
            <a:avLst/>
          </a:prstGeom>
          <a:ln w="50800">
            <a:solidFill>
              <a:srgbClr val="0070C0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E0B727AD-3BC9-C7DE-2113-84C59ACA3D32}"/>
              </a:ext>
            </a:extLst>
          </p:cNvPr>
          <p:cNvCxnSpPr>
            <a:cxnSpLocks/>
          </p:cNvCxnSpPr>
          <p:nvPr/>
        </p:nvCxnSpPr>
        <p:spPr>
          <a:xfrm>
            <a:off x="-743593" y="2631556"/>
            <a:ext cx="2183969" cy="0"/>
          </a:xfrm>
          <a:prstGeom prst="straightConnector1">
            <a:avLst/>
          </a:prstGeom>
          <a:ln w="50800">
            <a:solidFill>
              <a:srgbClr val="0070C0"/>
            </a:solidFill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Straight Arrow Connector 84">
            <a:extLst>
              <a:ext uri="{FF2B5EF4-FFF2-40B4-BE49-F238E27FC236}">
                <a16:creationId xmlns:a16="http://schemas.microsoft.com/office/drawing/2014/main" id="{8893E534-B987-A104-3E95-999F6FF7F44A}"/>
              </a:ext>
            </a:extLst>
          </p:cNvPr>
          <p:cNvCxnSpPr>
            <a:cxnSpLocks/>
          </p:cNvCxnSpPr>
          <p:nvPr/>
        </p:nvCxnSpPr>
        <p:spPr>
          <a:xfrm>
            <a:off x="1802503" y="-80654"/>
            <a:ext cx="0" cy="2683764"/>
          </a:xfrm>
          <a:prstGeom prst="straightConnector1">
            <a:avLst/>
          </a:prstGeom>
          <a:ln w="50800">
            <a:solidFill>
              <a:srgbClr val="0070C0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00DE1816-36E3-D0D7-2E96-A49CABD71909}"/>
              </a:ext>
            </a:extLst>
          </p:cNvPr>
          <p:cNvCxnSpPr>
            <a:cxnSpLocks/>
          </p:cNvCxnSpPr>
          <p:nvPr/>
        </p:nvCxnSpPr>
        <p:spPr>
          <a:xfrm flipH="1">
            <a:off x="1453076" y="-119264"/>
            <a:ext cx="2170632" cy="0"/>
          </a:xfrm>
          <a:prstGeom prst="straightConnector1">
            <a:avLst/>
          </a:prstGeom>
          <a:ln w="50800">
            <a:solidFill>
              <a:srgbClr val="0070C0"/>
            </a:solidFill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Straight Arrow Connector 86">
            <a:extLst>
              <a:ext uri="{FF2B5EF4-FFF2-40B4-BE49-F238E27FC236}">
                <a16:creationId xmlns:a16="http://schemas.microsoft.com/office/drawing/2014/main" id="{3C4D1A56-F3E2-893A-E766-BA0FE0346C5B}"/>
              </a:ext>
            </a:extLst>
          </p:cNvPr>
          <p:cNvCxnSpPr>
            <a:cxnSpLocks/>
          </p:cNvCxnSpPr>
          <p:nvPr/>
        </p:nvCxnSpPr>
        <p:spPr>
          <a:xfrm flipH="1" flipV="1">
            <a:off x="3619373" y="-131361"/>
            <a:ext cx="0" cy="2778757"/>
          </a:xfrm>
          <a:prstGeom prst="straightConnector1">
            <a:avLst/>
          </a:prstGeom>
          <a:ln w="50800">
            <a:solidFill>
              <a:srgbClr val="0070C0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Straight Arrow Connector 87">
            <a:extLst>
              <a:ext uri="{FF2B5EF4-FFF2-40B4-BE49-F238E27FC236}">
                <a16:creationId xmlns:a16="http://schemas.microsoft.com/office/drawing/2014/main" id="{D49D1821-2AAF-6C43-64A2-060B66E33787}"/>
              </a:ext>
            </a:extLst>
          </p:cNvPr>
          <p:cNvCxnSpPr>
            <a:cxnSpLocks/>
          </p:cNvCxnSpPr>
          <p:nvPr/>
        </p:nvCxnSpPr>
        <p:spPr>
          <a:xfrm flipH="1">
            <a:off x="1440376" y="2631556"/>
            <a:ext cx="2184400" cy="0"/>
          </a:xfrm>
          <a:prstGeom prst="straightConnector1">
            <a:avLst/>
          </a:prstGeom>
          <a:ln w="50800">
            <a:solidFill>
              <a:srgbClr val="0070C0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>
            <a:extLst>
              <a:ext uri="{FF2B5EF4-FFF2-40B4-BE49-F238E27FC236}">
                <a16:creationId xmlns:a16="http://schemas.microsoft.com/office/drawing/2014/main" id="{6ABDB461-1879-78FB-FC6B-EF5069D5E7AD}"/>
              </a:ext>
            </a:extLst>
          </p:cNvPr>
          <p:cNvSpPr/>
          <p:nvPr/>
        </p:nvSpPr>
        <p:spPr>
          <a:xfrm>
            <a:off x="-1227261" y="4116621"/>
            <a:ext cx="5387340" cy="3569970"/>
          </a:xfrm>
          <a:prstGeom prst="rect">
            <a:avLst/>
          </a:prstGeom>
          <a:solidFill>
            <a:srgbClr val="80808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8E876173-7FE2-C3C4-375E-A82D1E34C54A}"/>
              </a:ext>
            </a:extLst>
          </p:cNvPr>
          <p:cNvSpPr/>
          <p:nvPr/>
        </p:nvSpPr>
        <p:spPr>
          <a:xfrm>
            <a:off x="-574793" y="4705742"/>
            <a:ext cx="1401841" cy="239172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103AA574-06D2-C9CE-CF76-3C574F2CB9E3}"/>
              </a:ext>
            </a:extLst>
          </p:cNvPr>
          <p:cNvSpPr/>
          <p:nvPr/>
        </p:nvSpPr>
        <p:spPr>
          <a:xfrm>
            <a:off x="1987753" y="4705742"/>
            <a:ext cx="1491616" cy="239172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18556AD6-91FA-0B5A-B9B5-FEE7837CC8A2}"/>
              </a:ext>
            </a:extLst>
          </p:cNvPr>
          <p:cNvCxnSpPr>
            <a:cxnSpLocks/>
          </p:cNvCxnSpPr>
          <p:nvPr/>
        </p:nvCxnSpPr>
        <p:spPr>
          <a:xfrm>
            <a:off x="796803" y="5612999"/>
            <a:ext cx="1221581" cy="108346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A703EA78-2304-09B3-84EC-8012767DB4F6}"/>
              </a:ext>
            </a:extLst>
          </p:cNvPr>
          <p:cNvCxnSpPr>
            <a:cxnSpLocks/>
          </p:cNvCxnSpPr>
          <p:nvPr/>
        </p:nvCxnSpPr>
        <p:spPr>
          <a:xfrm>
            <a:off x="796803" y="5542042"/>
            <a:ext cx="1221581" cy="108346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7A11484A-6A49-6D60-6CB5-CA0D952669D1}"/>
              </a:ext>
            </a:extLst>
          </p:cNvPr>
          <p:cNvCxnSpPr>
            <a:cxnSpLocks/>
          </p:cNvCxnSpPr>
          <p:nvPr/>
        </p:nvCxnSpPr>
        <p:spPr>
          <a:xfrm>
            <a:off x="796803" y="4903411"/>
            <a:ext cx="1221581" cy="108346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DE3AEA5A-5C4F-C6F6-1756-F48F1D9F2AB2}"/>
              </a:ext>
            </a:extLst>
          </p:cNvPr>
          <p:cNvCxnSpPr>
            <a:cxnSpLocks/>
          </p:cNvCxnSpPr>
          <p:nvPr/>
        </p:nvCxnSpPr>
        <p:spPr>
          <a:xfrm>
            <a:off x="796803" y="4974370"/>
            <a:ext cx="1221581" cy="108346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93E46B42-43EA-A564-18E1-693A6127CDC0}"/>
              </a:ext>
            </a:extLst>
          </p:cNvPr>
          <p:cNvCxnSpPr>
            <a:cxnSpLocks/>
          </p:cNvCxnSpPr>
          <p:nvPr/>
        </p:nvCxnSpPr>
        <p:spPr>
          <a:xfrm>
            <a:off x="796803" y="5045329"/>
            <a:ext cx="1221581" cy="108346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408B19E1-9C1F-4C64-06CD-60F172C3A246}"/>
              </a:ext>
            </a:extLst>
          </p:cNvPr>
          <p:cNvCxnSpPr>
            <a:cxnSpLocks/>
          </p:cNvCxnSpPr>
          <p:nvPr/>
        </p:nvCxnSpPr>
        <p:spPr>
          <a:xfrm>
            <a:off x="796803" y="5116288"/>
            <a:ext cx="1221581" cy="108346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E367F272-7627-B4A0-1921-293E24D43F99}"/>
              </a:ext>
            </a:extLst>
          </p:cNvPr>
          <p:cNvCxnSpPr>
            <a:cxnSpLocks/>
          </p:cNvCxnSpPr>
          <p:nvPr/>
        </p:nvCxnSpPr>
        <p:spPr>
          <a:xfrm>
            <a:off x="796803" y="5187247"/>
            <a:ext cx="1221581" cy="108346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0646228E-8261-13D1-61CC-A252F211BB66}"/>
              </a:ext>
            </a:extLst>
          </p:cNvPr>
          <p:cNvCxnSpPr>
            <a:cxnSpLocks/>
          </p:cNvCxnSpPr>
          <p:nvPr/>
        </p:nvCxnSpPr>
        <p:spPr>
          <a:xfrm>
            <a:off x="796803" y="5258206"/>
            <a:ext cx="1221581" cy="108346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CA73687B-C9DA-2FA6-DF2E-73878D826993}"/>
              </a:ext>
            </a:extLst>
          </p:cNvPr>
          <p:cNvCxnSpPr>
            <a:cxnSpLocks/>
          </p:cNvCxnSpPr>
          <p:nvPr/>
        </p:nvCxnSpPr>
        <p:spPr>
          <a:xfrm>
            <a:off x="796803" y="5329165"/>
            <a:ext cx="1221581" cy="108346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E161816C-BBAD-6C3D-EFCA-DF39064A518E}"/>
              </a:ext>
            </a:extLst>
          </p:cNvPr>
          <p:cNvCxnSpPr>
            <a:cxnSpLocks/>
          </p:cNvCxnSpPr>
          <p:nvPr/>
        </p:nvCxnSpPr>
        <p:spPr>
          <a:xfrm>
            <a:off x="796803" y="5400124"/>
            <a:ext cx="1221581" cy="108346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00909FCA-7759-51F5-4047-584E28516E21}"/>
              </a:ext>
            </a:extLst>
          </p:cNvPr>
          <p:cNvCxnSpPr>
            <a:cxnSpLocks/>
          </p:cNvCxnSpPr>
          <p:nvPr/>
        </p:nvCxnSpPr>
        <p:spPr>
          <a:xfrm>
            <a:off x="796803" y="5471083"/>
            <a:ext cx="1221581" cy="108346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C2BD499B-5FC6-9032-BE56-57E9292BA6C5}"/>
              </a:ext>
            </a:extLst>
          </p:cNvPr>
          <p:cNvCxnSpPr>
            <a:cxnSpLocks/>
          </p:cNvCxnSpPr>
          <p:nvPr/>
        </p:nvCxnSpPr>
        <p:spPr>
          <a:xfrm flipH="1">
            <a:off x="796803" y="6828123"/>
            <a:ext cx="1221581" cy="108346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A2D78A58-7AA0-6820-E480-3C4B51F964AE}"/>
              </a:ext>
            </a:extLst>
          </p:cNvPr>
          <p:cNvCxnSpPr>
            <a:cxnSpLocks/>
          </p:cNvCxnSpPr>
          <p:nvPr/>
        </p:nvCxnSpPr>
        <p:spPr>
          <a:xfrm flipH="1">
            <a:off x="796803" y="6757166"/>
            <a:ext cx="1221581" cy="108346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400D8ED1-C4DE-DB38-CFF7-276E49B8E3CF}"/>
              </a:ext>
            </a:extLst>
          </p:cNvPr>
          <p:cNvCxnSpPr>
            <a:cxnSpLocks/>
          </p:cNvCxnSpPr>
          <p:nvPr/>
        </p:nvCxnSpPr>
        <p:spPr>
          <a:xfrm flipH="1">
            <a:off x="796803" y="6118535"/>
            <a:ext cx="1221581" cy="108346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B3223E2F-3DCB-749E-E406-B6DDBC7A46D2}"/>
              </a:ext>
            </a:extLst>
          </p:cNvPr>
          <p:cNvCxnSpPr>
            <a:cxnSpLocks/>
          </p:cNvCxnSpPr>
          <p:nvPr/>
        </p:nvCxnSpPr>
        <p:spPr>
          <a:xfrm flipH="1">
            <a:off x="796803" y="6189494"/>
            <a:ext cx="1221581" cy="108346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690ADCD2-6BBF-F050-AAE2-9ED5CE903C2E}"/>
              </a:ext>
            </a:extLst>
          </p:cNvPr>
          <p:cNvCxnSpPr>
            <a:cxnSpLocks/>
          </p:cNvCxnSpPr>
          <p:nvPr/>
        </p:nvCxnSpPr>
        <p:spPr>
          <a:xfrm flipH="1">
            <a:off x="796803" y="6260453"/>
            <a:ext cx="1221581" cy="108346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11CE28FD-2DE9-C935-5A55-34E549C7C226}"/>
              </a:ext>
            </a:extLst>
          </p:cNvPr>
          <p:cNvCxnSpPr>
            <a:cxnSpLocks/>
          </p:cNvCxnSpPr>
          <p:nvPr/>
        </p:nvCxnSpPr>
        <p:spPr>
          <a:xfrm flipH="1">
            <a:off x="796803" y="6331412"/>
            <a:ext cx="1221581" cy="108346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FFBF7333-B79A-EC6E-EF3B-B4103D162CCF}"/>
              </a:ext>
            </a:extLst>
          </p:cNvPr>
          <p:cNvCxnSpPr>
            <a:cxnSpLocks/>
          </p:cNvCxnSpPr>
          <p:nvPr/>
        </p:nvCxnSpPr>
        <p:spPr>
          <a:xfrm flipH="1">
            <a:off x="796803" y="6402371"/>
            <a:ext cx="1221581" cy="108346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AAF7652C-B71F-8CA1-CD2C-4F4A30B084C4}"/>
              </a:ext>
            </a:extLst>
          </p:cNvPr>
          <p:cNvCxnSpPr>
            <a:cxnSpLocks/>
          </p:cNvCxnSpPr>
          <p:nvPr/>
        </p:nvCxnSpPr>
        <p:spPr>
          <a:xfrm flipH="1">
            <a:off x="796803" y="6473330"/>
            <a:ext cx="1221581" cy="108346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85CCA00E-8B8D-0442-5193-813348516DA8}"/>
              </a:ext>
            </a:extLst>
          </p:cNvPr>
          <p:cNvCxnSpPr>
            <a:cxnSpLocks/>
          </p:cNvCxnSpPr>
          <p:nvPr/>
        </p:nvCxnSpPr>
        <p:spPr>
          <a:xfrm flipH="1">
            <a:off x="796803" y="6544289"/>
            <a:ext cx="1221581" cy="108346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2516D0FC-4DFB-B441-BF7A-1E5CE7EE6C1F}"/>
              </a:ext>
            </a:extLst>
          </p:cNvPr>
          <p:cNvCxnSpPr>
            <a:cxnSpLocks/>
          </p:cNvCxnSpPr>
          <p:nvPr/>
        </p:nvCxnSpPr>
        <p:spPr>
          <a:xfrm flipH="1">
            <a:off x="796803" y="6615248"/>
            <a:ext cx="1221581" cy="108346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D7FC1C85-789C-927E-7564-277ED3FF570D}"/>
              </a:ext>
            </a:extLst>
          </p:cNvPr>
          <p:cNvCxnSpPr>
            <a:cxnSpLocks/>
          </p:cNvCxnSpPr>
          <p:nvPr/>
        </p:nvCxnSpPr>
        <p:spPr>
          <a:xfrm flipH="1">
            <a:off x="796803" y="6686207"/>
            <a:ext cx="1221581" cy="108346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11ED4659-B1FB-6711-1BDB-8832BAA9A42C}"/>
              </a:ext>
            </a:extLst>
          </p:cNvPr>
          <p:cNvCxnSpPr>
            <a:cxnSpLocks/>
          </p:cNvCxnSpPr>
          <p:nvPr/>
        </p:nvCxnSpPr>
        <p:spPr>
          <a:xfrm>
            <a:off x="-1334415" y="4891482"/>
            <a:ext cx="778669" cy="197189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CA4F40AB-50C9-D73A-C8B3-46AAF3D55F6B}"/>
              </a:ext>
            </a:extLst>
          </p:cNvPr>
          <p:cNvCxnSpPr>
            <a:cxnSpLocks/>
          </p:cNvCxnSpPr>
          <p:nvPr/>
        </p:nvCxnSpPr>
        <p:spPr>
          <a:xfrm>
            <a:off x="-1267741" y="5105457"/>
            <a:ext cx="711995" cy="186339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BE3FF823-62FA-97E7-C1B8-3C8EF4C03BF5}"/>
              </a:ext>
            </a:extLst>
          </p:cNvPr>
          <p:cNvCxnSpPr>
            <a:cxnSpLocks/>
          </p:cNvCxnSpPr>
          <p:nvPr/>
        </p:nvCxnSpPr>
        <p:spPr>
          <a:xfrm>
            <a:off x="-1267741" y="5306954"/>
            <a:ext cx="711995" cy="186339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AE1A4E41-77C9-A29B-300A-DB7663DE7B31}"/>
              </a:ext>
            </a:extLst>
          </p:cNvPr>
          <p:cNvCxnSpPr>
            <a:cxnSpLocks/>
          </p:cNvCxnSpPr>
          <p:nvPr/>
        </p:nvCxnSpPr>
        <p:spPr>
          <a:xfrm>
            <a:off x="-1267741" y="5519829"/>
            <a:ext cx="711995" cy="186339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F4BC2CCF-EC81-AD4B-85F8-6A648C90A1D2}"/>
              </a:ext>
            </a:extLst>
          </p:cNvPr>
          <p:cNvCxnSpPr>
            <a:cxnSpLocks/>
          </p:cNvCxnSpPr>
          <p:nvPr/>
        </p:nvCxnSpPr>
        <p:spPr>
          <a:xfrm>
            <a:off x="-1267741" y="6342261"/>
            <a:ext cx="711995" cy="186339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6592DC31-9C8C-7946-7D79-A59C8C5E3A13}"/>
              </a:ext>
            </a:extLst>
          </p:cNvPr>
          <p:cNvCxnSpPr>
            <a:cxnSpLocks/>
          </p:cNvCxnSpPr>
          <p:nvPr/>
        </p:nvCxnSpPr>
        <p:spPr>
          <a:xfrm>
            <a:off x="-1267741" y="6543758"/>
            <a:ext cx="711995" cy="186339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41088332-035D-3F0F-D61D-A5E3DA5F38D4}"/>
              </a:ext>
            </a:extLst>
          </p:cNvPr>
          <p:cNvCxnSpPr>
            <a:cxnSpLocks/>
          </p:cNvCxnSpPr>
          <p:nvPr/>
        </p:nvCxnSpPr>
        <p:spPr>
          <a:xfrm>
            <a:off x="-1267741" y="6756633"/>
            <a:ext cx="711995" cy="186339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80801C71-3028-7E91-A85E-76AC13EDC26F}"/>
              </a:ext>
            </a:extLst>
          </p:cNvPr>
          <p:cNvCxnSpPr>
            <a:cxnSpLocks/>
          </p:cNvCxnSpPr>
          <p:nvPr/>
        </p:nvCxnSpPr>
        <p:spPr>
          <a:xfrm>
            <a:off x="-1267742" y="6140764"/>
            <a:ext cx="711995" cy="186339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B7C83D65-E699-3073-0B45-15C533410A67}"/>
              </a:ext>
            </a:extLst>
          </p:cNvPr>
          <p:cNvCxnSpPr>
            <a:cxnSpLocks/>
            <a:stCxn id="135" idx="6"/>
          </p:cNvCxnSpPr>
          <p:nvPr/>
        </p:nvCxnSpPr>
        <p:spPr>
          <a:xfrm>
            <a:off x="-1997298" y="6136982"/>
            <a:ext cx="746705" cy="209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Straight Connector 78">
            <a:extLst>
              <a:ext uri="{FF2B5EF4-FFF2-40B4-BE49-F238E27FC236}">
                <a16:creationId xmlns:a16="http://schemas.microsoft.com/office/drawing/2014/main" id="{6730A703-D9F6-89C6-FF1E-405C2996BA1C}"/>
              </a:ext>
            </a:extLst>
          </p:cNvPr>
          <p:cNvCxnSpPr>
            <a:cxnSpLocks/>
            <a:endCxn id="136" idx="6"/>
          </p:cNvCxnSpPr>
          <p:nvPr/>
        </p:nvCxnSpPr>
        <p:spPr>
          <a:xfrm flipH="1" flipV="1">
            <a:off x="-1997299" y="5686599"/>
            <a:ext cx="746706" cy="1409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260A6C70-68F8-4A51-DF8B-B91854D4B4E3}"/>
              </a:ext>
            </a:extLst>
          </p:cNvPr>
          <p:cNvCxnSpPr>
            <a:cxnSpLocks/>
          </p:cNvCxnSpPr>
          <p:nvPr/>
        </p:nvCxnSpPr>
        <p:spPr>
          <a:xfrm flipH="1">
            <a:off x="207443" y="4903411"/>
            <a:ext cx="623176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Straight Connector 80">
            <a:extLst>
              <a:ext uri="{FF2B5EF4-FFF2-40B4-BE49-F238E27FC236}">
                <a16:creationId xmlns:a16="http://schemas.microsoft.com/office/drawing/2014/main" id="{33DA3333-36E0-C6AC-2836-3335E392E42B}"/>
              </a:ext>
            </a:extLst>
          </p:cNvPr>
          <p:cNvCxnSpPr>
            <a:cxnSpLocks/>
          </p:cNvCxnSpPr>
          <p:nvPr/>
        </p:nvCxnSpPr>
        <p:spPr>
          <a:xfrm flipH="1">
            <a:off x="203873" y="5721345"/>
            <a:ext cx="623176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Straight Connector 81">
            <a:extLst>
              <a:ext uri="{FF2B5EF4-FFF2-40B4-BE49-F238E27FC236}">
                <a16:creationId xmlns:a16="http://schemas.microsoft.com/office/drawing/2014/main" id="{95C78CC7-441F-3735-0915-53447598B572}"/>
              </a:ext>
            </a:extLst>
          </p:cNvPr>
          <p:cNvCxnSpPr>
            <a:cxnSpLocks/>
          </p:cNvCxnSpPr>
          <p:nvPr/>
        </p:nvCxnSpPr>
        <p:spPr>
          <a:xfrm flipH="1">
            <a:off x="207443" y="6122656"/>
            <a:ext cx="623176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Straight Connector 82">
            <a:extLst>
              <a:ext uri="{FF2B5EF4-FFF2-40B4-BE49-F238E27FC236}">
                <a16:creationId xmlns:a16="http://schemas.microsoft.com/office/drawing/2014/main" id="{97D09120-DB21-ED7C-FAA7-9A0D53B10E46}"/>
              </a:ext>
            </a:extLst>
          </p:cNvPr>
          <p:cNvCxnSpPr>
            <a:cxnSpLocks/>
          </p:cNvCxnSpPr>
          <p:nvPr/>
        </p:nvCxnSpPr>
        <p:spPr>
          <a:xfrm flipH="1">
            <a:off x="203873" y="6939399"/>
            <a:ext cx="623176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Straight Connector 88">
            <a:extLst>
              <a:ext uri="{FF2B5EF4-FFF2-40B4-BE49-F238E27FC236}">
                <a16:creationId xmlns:a16="http://schemas.microsoft.com/office/drawing/2014/main" id="{3F9E0504-85B1-0C84-6A91-E94172176B45}"/>
              </a:ext>
            </a:extLst>
          </p:cNvPr>
          <p:cNvCxnSpPr>
            <a:cxnSpLocks/>
          </p:cNvCxnSpPr>
          <p:nvPr/>
        </p:nvCxnSpPr>
        <p:spPr>
          <a:xfrm>
            <a:off x="-1347910" y="6955159"/>
            <a:ext cx="100989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Straight Connector 97">
            <a:extLst>
              <a:ext uri="{FF2B5EF4-FFF2-40B4-BE49-F238E27FC236}">
                <a16:creationId xmlns:a16="http://schemas.microsoft.com/office/drawing/2014/main" id="{84B778DA-F7AB-F15A-3632-0698C8F3C004}"/>
              </a:ext>
            </a:extLst>
          </p:cNvPr>
          <p:cNvCxnSpPr>
            <a:cxnSpLocks/>
          </p:cNvCxnSpPr>
          <p:nvPr/>
        </p:nvCxnSpPr>
        <p:spPr>
          <a:xfrm flipV="1">
            <a:off x="-1325351" y="6972619"/>
            <a:ext cx="0" cy="820019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Straight Connector 98">
            <a:extLst>
              <a:ext uri="{FF2B5EF4-FFF2-40B4-BE49-F238E27FC236}">
                <a16:creationId xmlns:a16="http://schemas.microsoft.com/office/drawing/2014/main" id="{FB2CE0F6-5E73-CAEB-3B24-B750A0F528D0}"/>
              </a:ext>
            </a:extLst>
          </p:cNvPr>
          <p:cNvCxnSpPr>
            <a:cxnSpLocks/>
          </p:cNvCxnSpPr>
          <p:nvPr/>
        </p:nvCxnSpPr>
        <p:spPr>
          <a:xfrm>
            <a:off x="-1334415" y="7776295"/>
            <a:ext cx="5572600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Straight Connector 99">
            <a:extLst>
              <a:ext uri="{FF2B5EF4-FFF2-40B4-BE49-F238E27FC236}">
                <a16:creationId xmlns:a16="http://schemas.microsoft.com/office/drawing/2014/main" id="{A32D2712-B0A0-1ABC-CE55-89667794EA72}"/>
              </a:ext>
            </a:extLst>
          </p:cNvPr>
          <p:cNvCxnSpPr>
            <a:cxnSpLocks/>
          </p:cNvCxnSpPr>
          <p:nvPr/>
        </p:nvCxnSpPr>
        <p:spPr>
          <a:xfrm flipV="1">
            <a:off x="4216931" y="6901255"/>
            <a:ext cx="0" cy="891383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Straight Connector 100">
            <a:extLst>
              <a:ext uri="{FF2B5EF4-FFF2-40B4-BE49-F238E27FC236}">
                <a16:creationId xmlns:a16="http://schemas.microsoft.com/office/drawing/2014/main" id="{47A44E85-9CB6-CDDB-E49E-9234840263BD}"/>
              </a:ext>
            </a:extLst>
          </p:cNvPr>
          <p:cNvCxnSpPr>
            <a:cxnSpLocks/>
          </p:cNvCxnSpPr>
          <p:nvPr/>
        </p:nvCxnSpPr>
        <p:spPr>
          <a:xfrm flipV="1">
            <a:off x="-1327553" y="4054465"/>
            <a:ext cx="0" cy="837017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Straight Connector 101">
            <a:extLst>
              <a:ext uri="{FF2B5EF4-FFF2-40B4-BE49-F238E27FC236}">
                <a16:creationId xmlns:a16="http://schemas.microsoft.com/office/drawing/2014/main" id="{5D8DE783-7414-4EC2-80A6-D668FA1A2515}"/>
              </a:ext>
            </a:extLst>
          </p:cNvPr>
          <p:cNvCxnSpPr>
            <a:cxnSpLocks/>
          </p:cNvCxnSpPr>
          <p:nvPr/>
        </p:nvCxnSpPr>
        <p:spPr>
          <a:xfrm>
            <a:off x="-1338998" y="4041372"/>
            <a:ext cx="5572600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Straight Connector 102">
            <a:extLst>
              <a:ext uri="{FF2B5EF4-FFF2-40B4-BE49-F238E27FC236}">
                <a16:creationId xmlns:a16="http://schemas.microsoft.com/office/drawing/2014/main" id="{13161AEC-B5DE-9759-F85C-27E54DFBB400}"/>
              </a:ext>
            </a:extLst>
          </p:cNvPr>
          <p:cNvCxnSpPr>
            <a:cxnSpLocks/>
          </p:cNvCxnSpPr>
          <p:nvPr/>
        </p:nvCxnSpPr>
        <p:spPr>
          <a:xfrm flipV="1">
            <a:off x="4217110" y="4022324"/>
            <a:ext cx="0" cy="85216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Straight Connector 105">
            <a:extLst>
              <a:ext uri="{FF2B5EF4-FFF2-40B4-BE49-F238E27FC236}">
                <a16:creationId xmlns:a16="http://schemas.microsoft.com/office/drawing/2014/main" id="{F13C1A88-E6DD-2F74-48EE-36A1FE8AF697}"/>
              </a:ext>
            </a:extLst>
          </p:cNvPr>
          <p:cNvCxnSpPr>
            <a:cxnSpLocks/>
          </p:cNvCxnSpPr>
          <p:nvPr/>
        </p:nvCxnSpPr>
        <p:spPr>
          <a:xfrm>
            <a:off x="3451259" y="5496703"/>
            <a:ext cx="711995" cy="186339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Straight Connector 110">
            <a:extLst>
              <a:ext uri="{FF2B5EF4-FFF2-40B4-BE49-F238E27FC236}">
                <a16:creationId xmlns:a16="http://schemas.microsoft.com/office/drawing/2014/main" id="{93F9ECDF-C73C-8B87-C69C-A9259C00FC19}"/>
              </a:ext>
            </a:extLst>
          </p:cNvPr>
          <p:cNvCxnSpPr>
            <a:cxnSpLocks/>
          </p:cNvCxnSpPr>
          <p:nvPr/>
        </p:nvCxnSpPr>
        <p:spPr>
          <a:xfrm>
            <a:off x="3448877" y="4876569"/>
            <a:ext cx="711995" cy="186339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Straight Connector 112">
            <a:extLst>
              <a:ext uri="{FF2B5EF4-FFF2-40B4-BE49-F238E27FC236}">
                <a16:creationId xmlns:a16="http://schemas.microsoft.com/office/drawing/2014/main" id="{2C55B2C1-B651-F329-0466-015477197E9E}"/>
              </a:ext>
            </a:extLst>
          </p:cNvPr>
          <p:cNvCxnSpPr>
            <a:cxnSpLocks/>
          </p:cNvCxnSpPr>
          <p:nvPr/>
        </p:nvCxnSpPr>
        <p:spPr>
          <a:xfrm>
            <a:off x="3448084" y="6325870"/>
            <a:ext cx="711995" cy="186339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Straight Connector 113">
            <a:extLst>
              <a:ext uri="{FF2B5EF4-FFF2-40B4-BE49-F238E27FC236}">
                <a16:creationId xmlns:a16="http://schemas.microsoft.com/office/drawing/2014/main" id="{96AFAE61-49DD-3599-F7FE-D5B41A5115A4}"/>
              </a:ext>
            </a:extLst>
          </p:cNvPr>
          <p:cNvCxnSpPr>
            <a:cxnSpLocks/>
          </p:cNvCxnSpPr>
          <p:nvPr/>
        </p:nvCxnSpPr>
        <p:spPr>
          <a:xfrm>
            <a:off x="3448083" y="6535063"/>
            <a:ext cx="711995" cy="185246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" name="Straight Connector 115">
            <a:extLst>
              <a:ext uri="{FF2B5EF4-FFF2-40B4-BE49-F238E27FC236}">
                <a16:creationId xmlns:a16="http://schemas.microsoft.com/office/drawing/2014/main" id="{09E2FD36-0692-794E-920C-101EAB2A20F7}"/>
              </a:ext>
            </a:extLst>
          </p:cNvPr>
          <p:cNvCxnSpPr>
            <a:cxnSpLocks/>
          </p:cNvCxnSpPr>
          <p:nvPr/>
        </p:nvCxnSpPr>
        <p:spPr>
          <a:xfrm>
            <a:off x="3436418" y="6743163"/>
            <a:ext cx="780513" cy="181111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Connector 117">
            <a:extLst>
              <a:ext uri="{FF2B5EF4-FFF2-40B4-BE49-F238E27FC236}">
                <a16:creationId xmlns:a16="http://schemas.microsoft.com/office/drawing/2014/main" id="{9B44A72A-2379-ABA3-B5D3-10EA5715B8B5}"/>
              </a:ext>
            </a:extLst>
          </p:cNvPr>
          <p:cNvCxnSpPr>
            <a:cxnSpLocks/>
          </p:cNvCxnSpPr>
          <p:nvPr/>
        </p:nvCxnSpPr>
        <p:spPr>
          <a:xfrm>
            <a:off x="3448083" y="6116677"/>
            <a:ext cx="711995" cy="186339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" name="Straight Connector 121">
            <a:extLst>
              <a:ext uri="{FF2B5EF4-FFF2-40B4-BE49-F238E27FC236}">
                <a16:creationId xmlns:a16="http://schemas.microsoft.com/office/drawing/2014/main" id="{6F2F1E40-D3CE-4A1E-BFE5-1148984EA91C}"/>
              </a:ext>
            </a:extLst>
          </p:cNvPr>
          <p:cNvCxnSpPr>
            <a:cxnSpLocks/>
          </p:cNvCxnSpPr>
          <p:nvPr/>
        </p:nvCxnSpPr>
        <p:spPr>
          <a:xfrm>
            <a:off x="3449671" y="5087350"/>
            <a:ext cx="711995" cy="186339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" name="Straight Connector 122">
            <a:extLst>
              <a:ext uri="{FF2B5EF4-FFF2-40B4-BE49-F238E27FC236}">
                <a16:creationId xmlns:a16="http://schemas.microsoft.com/office/drawing/2014/main" id="{BD55330A-3529-FDA8-4B7F-82B37C5B6855}"/>
              </a:ext>
            </a:extLst>
          </p:cNvPr>
          <p:cNvCxnSpPr>
            <a:cxnSpLocks/>
          </p:cNvCxnSpPr>
          <p:nvPr/>
        </p:nvCxnSpPr>
        <p:spPr>
          <a:xfrm>
            <a:off x="3449670" y="5294955"/>
            <a:ext cx="711995" cy="185246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" name="Straight Connector 123">
            <a:extLst>
              <a:ext uri="{FF2B5EF4-FFF2-40B4-BE49-F238E27FC236}">
                <a16:creationId xmlns:a16="http://schemas.microsoft.com/office/drawing/2014/main" id="{13FCB614-979B-629E-27DC-74BDEB3E6DB6}"/>
              </a:ext>
            </a:extLst>
          </p:cNvPr>
          <p:cNvCxnSpPr>
            <a:cxnSpLocks/>
          </p:cNvCxnSpPr>
          <p:nvPr/>
        </p:nvCxnSpPr>
        <p:spPr>
          <a:xfrm>
            <a:off x="4138887" y="4864348"/>
            <a:ext cx="94715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Straight Connector 124">
            <a:extLst>
              <a:ext uri="{FF2B5EF4-FFF2-40B4-BE49-F238E27FC236}">
                <a16:creationId xmlns:a16="http://schemas.microsoft.com/office/drawing/2014/main" id="{84D00123-D197-F77F-5F6C-384567322154}"/>
              </a:ext>
            </a:extLst>
          </p:cNvPr>
          <p:cNvCxnSpPr>
            <a:cxnSpLocks/>
          </p:cNvCxnSpPr>
          <p:nvPr/>
        </p:nvCxnSpPr>
        <p:spPr>
          <a:xfrm>
            <a:off x="4138887" y="5673308"/>
            <a:ext cx="727472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" name="Straight Connector 131">
            <a:extLst>
              <a:ext uri="{FF2B5EF4-FFF2-40B4-BE49-F238E27FC236}">
                <a16:creationId xmlns:a16="http://schemas.microsoft.com/office/drawing/2014/main" id="{C569672F-D1D1-89C8-340F-06313773F7CF}"/>
              </a:ext>
            </a:extLst>
          </p:cNvPr>
          <p:cNvCxnSpPr>
            <a:cxnSpLocks/>
          </p:cNvCxnSpPr>
          <p:nvPr/>
        </p:nvCxnSpPr>
        <p:spPr>
          <a:xfrm>
            <a:off x="4138887" y="6137191"/>
            <a:ext cx="727472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3" name="Oval 132">
            <a:extLst>
              <a:ext uri="{FF2B5EF4-FFF2-40B4-BE49-F238E27FC236}">
                <a16:creationId xmlns:a16="http://schemas.microsoft.com/office/drawing/2014/main" id="{DC553273-CBA6-6074-1C77-FE9EAA3F6495}"/>
              </a:ext>
            </a:extLst>
          </p:cNvPr>
          <p:cNvSpPr/>
          <p:nvPr/>
        </p:nvSpPr>
        <p:spPr>
          <a:xfrm>
            <a:off x="4883643" y="6077361"/>
            <a:ext cx="117698" cy="117698"/>
          </a:xfrm>
          <a:prstGeom prst="ellipse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4" name="Oval 133">
            <a:extLst>
              <a:ext uri="{FF2B5EF4-FFF2-40B4-BE49-F238E27FC236}">
                <a16:creationId xmlns:a16="http://schemas.microsoft.com/office/drawing/2014/main" id="{FC824C77-9657-79AE-150D-E18C987E93C0}"/>
              </a:ext>
            </a:extLst>
          </p:cNvPr>
          <p:cNvSpPr/>
          <p:nvPr/>
        </p:nvSpPr>
        <p:spPr>
          <a:xfrm>
            <a:off x="4881679" y="5623405"/>
            <a:ext cx="119661" cy="119661"/>
          </a:xfrm>
          <a:prstGeom prst="ellipse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5" name="Oval 134">
            <a:extLst>
              <a:ext uri="{FF2B5EF4-FFF2-40B4-BE49-F238E27FC236}">
                <a16:creationId xmlns:a16="http://schemas.microsoft.com/office/drawing/2014/main" id="{CEE5D29B-872A-D535-928D-5E1698976D6C}"/>
              </a:ext>
            </a:extLst>
          </p:cNvPr>
          <p:cNvSpPr/>
          <p:nvPr/>
        </p:nvSpPr>
        <p:spPr>
          <a:xfrm>
            <a:off x="-2116960" y="6077151"/>
            <a:ext cx="119662" cy="119662"/>
          </a:xfrm>
          <a:prstGeom prst="ellipse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6" name="Oval 135">
            <a:extLst>
              <a:ext uri="{FF2B5EF4-FFF2-40B4-BE49-F238E27FC236}">
                <a16:creationId xmlns:a16="http://schemas.microsoft.com/office/drawing/2014/main" id="{F859A6ED-8BED-D950-AEAA-DFFFD61BB0E3}"/>
              </a:ext>
            </a:extLst>
          </p:cNvPr>
          <p:cNvSpPr/>
          <p:nvPr/>
        </p:nvSpPr>
        <p:spPr>
          <a:xfrm>
            <a:off x="-2116960" y="5626768"/>
            <a:ext cx="119661" cy="119661"/>
          </a:xfrm>
          <a:prstGeom prst="ellipse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7" name="Oval 136">
            <a:extLst>
              <a:ext uri="{FF2B5EF4-FFF2-40B4-BE49-F238E27FC236}">
                <a16:creationId xmlns:a16="http://schemas.microsoft.com/office/drawing/2014/main" id="{8E5BD460-E22E-35B2-589B-8120D4648B97}"/>
              </a:ext>
            </a:extLst>
          </p:cNvPr>
          <p:cNvSpPr/>
          <p:nvPr/>
        </p:nvSpPr>
        <p:spPr>
          <a:xfrm>
            <a:off x="71290" y="5667172"/>
            <a:ext cx="119662" cy="119662"/>
          </a:xfrm>
          <a:prstGeom prst="ellipse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8" name="Oval 137">
            <a:extLst>
              <a:ext uri="{FF2B5EF4-FFF2-40B4-BE49-F238E27FC236}">
                <a16:creationId xmlns:a16="http://schemas.microsoft.com/office/drawing/2014/main" id="{9E50CE5A-4335-E1FB-2EED-E705E1E4741C}"/>
              </a:ext>
            </a:extLst>
          </p:cNvPr>
          <p:cNvSpPr/>
          <p:nvPr/>
        </p:nvSpPr>
        <p:spPr>
          <a:xfrm>
            <a:off x="71290" y="4841413"/>
            <a:ext cx="119661" cy="119661"/>
          </a:xfrm>
          <a:prstGeom prst="ellipse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2" name="Oval 141">
            <a:extLst>
              <a:ext uri="{FF2B5EF4-FFF2-40B4-BE49-F238E27FC236}">
                <a16:creationId xmlns:a16="http://schemas.microsoft.com/office/drawing/2014/main" id="{F110696B-4E18-C5FC-CE20-66C982704559}"/>
              </a:ext>
            </a:extLst>
          </p:cNvPr>
          <p:cNvSpPr/>
          <p:nvPr/>
        </p:nvSpPr>
        <p:spPr>
          <a:xfrm>
            <a:off x="71290" y="6063991"/>
            <a:ext cx="119661" cy="119661"/>
          </a:xfrm>
          <a:prstGeom prst="ellipse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3" name="Oval 142">
            <a:extLst>
              <a:ext uri="{FF2B5EF4-FFF2-40B4-BE49-F238E27FC236}">
                <a16:creationId xmlns:a16="http://schemas.microsoft.com/office/drawing/2014/main" id="{E6CEF3FE-1C72-5353-0967-10D10CCB55A1}"/>
              </a:ext>
            </a:extLst>
          </p:cNvPr>
          <p:cNvSpPr/>
          <p:nvPr/>
        </p:nvSpPr>
        <p:spPr>
          <a:xfrm>
            <a:off x="71290" y="6885126"/>
            <a:ext cx="119661" cy="119661"/>
          </a:xfrm>
          <a:prstGeom prst="ellipse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45" name="Graphic 144">
            <a:extLst>
              <a:ext uri="{FF2B5EF4-FFF2-40B4-BE49-F238E27FC236}">
                <a16:creationId xmlns:a16="http://schemas.microsoft.com/office/drawing/2014/main" id="{7CF71AED-F13A-55FB-9071-1F4ACBB3F84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-2387013" y="5563979"/>
            <a:ext cx="104775" cy="238125"/>
          </a:xfrm>
          <a:prstGeom prst="rect">
            <a:avLst/>
          </a:prstGeom>
        </p:spPr>
      </p:pic>
      <p:pic>
        <p:nvPicPr>
          <p:cNvPr id="146" name="Graphic 145">
            <a:extLst>
              <a:ext uri="{FF2B5EF4-FFF2-40B4-BE49-F238E27FC236}">
                <a16:creationId xmlns:a16="http://schemas.microsoft.com/office/drawing/2014/main" id="{DEFF8F83-905F-4C80-FE17-D237EAA8864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-193798" y="6832084"/>
            <a:ext cx="142875" cy="238125"/>
          </a:xfrm>
          <a:prstGeom prst="rect">
            <a:avLst/>
          </a:prstGeom>
        </p:spPr>
      </p:pic>
      <p:pic>
        <p:nvPicPr>
          <p:cNvPr id="149" name="Graphic 148">
            <a:extLst>
              <a:ext uri="{FF2B5EF4-FFF2-40B4-BE49-F238E27FC236}">
                <a16:creationId xmlns:a16="http://schemas.microsoft.com/office/drawing/2014/main" id="{F37E91C7-39C0-060C-1656-48AE202272D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-189707" y="5989236"/>
            <a:ext cx="142875" cy="247650"/>
          </a:xfrm>
          <a:prstGeom prst="rect">
            <a:avLst/>
          </a:prstGeom>
        </p:spPr>
      </p:pic>
      <p:pic>
        <p:nvPicPr>
          <p:cNvPr id="151" name="Graphic 150">
            <a:extLst>
              <a:ext uri="{FF2B5EF4-FFF2-40B4-BE49-F238E27FC236}">
                <a16:creationId xmlns:a16="http://schemas.microsoft.com/office/drawing/2014/main" id="{374CFEAD-DAE0-DFA4-7934-DD23B0FF0F8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-189036" y="5615435"/>
            <a:ext cx="133350" cy="238125"/>
          </a:xfrm>
          <a:prstGeom prst="rect">
            <a:avLst/>
          </a:prstGeom>
        </p:spPr>
      </p:pic>
      <p:pic>
        <p:nvPicPr>
          <p:cNvPr id="153" name="Graphic 152">
            <a:extLst>
              <a:ext uri="{FF2B5EF4-FFF2-40B4-BE49-F238E27FC236}">
                <a16:creationId xmlns:a16="http://schemas.microsoft.com/office/drawing/2014/main" id="{30CAB572-9454-9E1F-382F-4A5340DD90E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-177779" y="4807241"/>
            <a:ext cx="133350" cy="238125"/>
          </a:xfrm>
          <a:prstGeom prst="rect">
            <a:avLst/>
          </a:prstGeom>
        </p:spPr>
      </p:pic>
      <p:pic>
        <p:nvPicPr>
          <p:cNvPr id="156" name="Graphic 155">
            <a:extLst>
              <a:ext uri="{FF2B5EF4-FFF2-40B4-BE49-F238E27FC236}">
                <a16:creationId xmlns:a16="http://schemas.microsoft.com/office/drawing/2014/main" id="{6A42F63E-22FA-5081-FE37-59316CF438C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-2415907" y="6017146"/>
            <a:ext cx="142875" cy="238125"/>
          </a:xfrm>
          <a:prstGeom prst="rect">
            <a:avLst/>
          </a:prstGeom>
        </p:spPr>
      </p:pic>
      <p:pic>
        <p:nvPicPr>
          <p:cNvPr id="157" name="Graphic 156">
            <a:extLst>
              <a:ext uri="{FF2B5EF4-FFF2-40B4-BE49-F238E27FC236}">
                <a16:creationId xmlns:a16="http://schemas.microsoft.com/office/drawing/2014/main" id="{DD28FC06-E210-5CD3-F128-F5A427A059B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219005" y="5552479"/>
            <a:ext cx="133350" cy="238125"/>
          </a:xfrm>
          <a:prstGeom prst="rect">
            <a:avLst/>
          </a:prstGeom>
        </p:spPr>
      </p:pic>
      <p:pic>
        <p:nvPicPr>
          <p:cNvPr id="159" name="Graphic 158">
            <a:extLst>
              <a:ext uri="{FF2B5EF4-FFF2-40B4-BE49-F238E27FC236}">
                <a16:creationId xmlns:a16="http://schemas.microsoft.com/office/drawing/2014/main" id="{A18F6447-857E-F15E-CA75-396F6DD3C89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-1862730" y="5224634"/>
            <a:ext cx="381000" cy="371475"/>
          </a:xfrm>
          <a:prstGeom prst="rect">
            <a:avLst/>
          </a:prstGeom>
        </p:spPr>
      </p:pic>
      <p:pic>
        <p:nvPicPr>
          <p:cNvPr id="161" name="Graphic 160">
            <a:extLst>
              <a:ext uri="{FF2B5EF4-FFF2-40B4-BE49-F238E27FC236}">
                <a16:creationId xmlns:a16="http://schemas.microsoft.com/office/drawing/2014/main" id="{994035C3-88FA-4ABD-9B9A-CCD29F5E23B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280235" y="5091710"/>
            <a:ext cx="390525" cy="371475"/>
          </a:xfrm>
          <a:prstGeom prst="rect">
            <a:avLst/>
          </a:prstGeom>
        </p:spPr>
      </p:pic>
      <p:pic>
        <p:nvPicPr>
          <p:cNvPr id="163" name="Graphic 162">
            <a:extLst>
              <a:ext uri="{FF2B5EF4-FFF2-40B4-BE49-F238E27FC236}">
                <a16:creationId xmlns:a16="http://schemas.microsoft.com/office/drawing/2014/main" id="{BA1BF2B3-D2B2-E919-C1AC-BCF8BD951EA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280235" y="6325870"/>
            <a:ext cx="457200" cy="371475"/>
          </a:xfrm>
          <a:prstGeom prst="rect">
            <a:avLst/>
          </a:prstGeom>
        </p:spPr>
      </p:pic>
      <p:pic>
        <p:nvPicPr>
          <p:cNvPr id="165" name="Graphic 164">
            <a:extLst>
              <a:ext uri="{FF2B5EF4-FFF2-40B4-BE49-F238E27FC236}">
                <a16:creationId xmlns:a16="http://schemas.microsoft.com/office/drawing/2014/main" id="{7276ECC0-FE27-C1A1-51FC-659BA406F0B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-1932103" y="6382267"/>
            <a:ext cx="447675" cy="371475"/>
          </a:xfrm>
          <a:prstGeom prst="rect">
            <a:avLst/>
          </a:prstGeom>
        </p:spPr>
      </p:pic>
      <p:sp>
        <p:nvSpPr>
          <p:cNvPr id="166" name="Isosceles Triangle 165">
            <a:extLst>
              <a:ext uri="{FF2B5EF4-FFF2-40B4-BE49-F238E27FC236}">
                <a16:creationId xmlns:a16="http://schemas.microsoft.com/office/drawing/2014/main" id="{6E7D9DAB-34E2-7235-A9ED-083E7E14C7EA}"/>
              </a:ext>
            </a:extLst>
          </p:cNvPr>
          <p:cNvSpPr/>
          <p:nvPr/>
        </p:nvSpPr>
        <p:spPr>
          <a:xfrm rot="5400000">
            <a:off x="402499" y="4812374"/>
            <a:ext cx="184549" cy="180974"/>
          </a:xfrm>
          <a:prstGeom prst="triangl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7" name="Isosceles Triangle 166">
            <a:extLst>
              <a:ext uri="{FF2B5EF4-FFF2-40B4-BE49-F238E27FC236}">
                <a16:creationId xmlns:a16="http://schemas.microsoft.com/office/drawing/2014/main" id="{4E4218EC-8122-5447-3649-1197E0483490}"/>
              </a:ext>
            </a:extLst>
          </p:cNvPr>
          <p:cNvSpPr/>
          <p:nvPr/>
        </p:nvSpPr>
        <p:spPr>
          <a:xfrm rot="5400000">
            <a:off x="402293" y="6847549"/>
            <a:ext cx="184549" cy="180974"/>
          </a:xfrm>
          <a:prstGeom prst="triangl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9" name="Isosceles Triangle 168">
            <a:extLst>
              <a:ext uri="{FF2B5EF4-FFF2-40B4-BE49-F238E27FC236}">
                <a16:creationId xmlns:a16="http://schemas.microsoft.com/office/drawing/2014/main" id="{650D6284-7EFA-7E9B-F6F7-392BCD83106F}"/>
              </a:ext>
            </a:extLst>
          </p:cNvPr>
          <p:cNvSpPr/>
          <p:nvPr/>
        </p:nvSpPr>
        <p:spPr>
          <a:xfrm rot="5400000">
            <a:off x="-1662251" y="5595011"/>
            <a:ext cx="184549" cy="180974"/>
          </a:xfrm>
          <a:prstGeom prst="triangl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1" name="Isosceles Triangle 170">
            <a:extLst>
              <a:ext uri="{FF2B5EF4-FFF2-40B4-BE49-F238E27FC236}">
                <a16:creationId xmlns:a16="http://schemas.microsoft.com/office/drawing/2014/main" id="{AE82F666-72F7-970C-9277-7CEF71610F59}"/>
              </a:ext>
            </a:extLst>
          </p:cNvPr>
          <p:cNvSpPr/>
          <p:nvPr/>
        </p:nvSpPr>
        <p:spPr>
          <a:xfrm rot="16200000" flipH="1">
            <a:off x="-1683683" y="6045065"/>
            <a:ext cx="184549" cy="180974"/>
          </a:xfrm>
          <a:prstGeom prst="triangl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3" name="Isosceles Triangle 172">
            <a:extLst>
              <a:ext uri="{FF2B5EF4-FFF2-40B4-BE49-F238E27FC236}">
                <a16:creationId xmlns:a16="http://schemas.microsoft.com/office/drawing/2014/main" id="{17C8E829-FB49-D46A-5E9D-CD1D4C5F5607}"/>
              </a:ext>
            </a:extLst>
          </p:cNvPr>
          <p:cNvSpPr/>
          <p:nvPr/>
        </p:nvSpPr>
        <p:spPr>
          <a:xfrm rot="16200000" flipH="1">
            <a:off x="380203" y="6029986"/>
            <a:ext cx="184549" cy="180974"/>
          </a:xfrm>
          <a:prstGeom prst="triangl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5" name="Isosceles Triangle 174">
            <a:extLst>
              <a:ext uri="{FF2B5EF4-FFF2-40B4-BE49-F238E27FC236}">
                <a16:creationId xmlns:a16="http://schemas.microsoft.com/office/drawing/2014/main" id="{039768E1-BCB7-6E36-9CB2-F5EFE95E154F}"/>
              </a:ext>
            </a:extLst>
          </p:cNvPr>
          <p:cNvSpPr/>
          <p:nvPr/>
        </p:nvSpPr>
        <p:spPr>
          <a:xfrm rot="16200000" flipH="1">
            <a:off x="380204" y="5628347"/>
            <a:ext cx="184549" cy="180974"/>
          </a:xfrm>
          <a:prstGeom prst="triangl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7" name="Isosceles Triangle 176">
            <a:extLst>
              <a:ext uri="{FF2B5EF4-FFF2-40B4-BE49-F238E27FC236}">
                <a16:creationId xmlns:a16="http://schemas.microsoft.com/office/drawing/2014/main" id="{575B965E-68E6-A9D0-F2EE-246669173E26}"/>
              </a:ext>
            </a:extLst>
          </p:cNvPr>
          <p:cNvSpPr/>
          <p:nvPr/>
        </p:nvSpPr>
        <p:spPr>
          <a:xfrm rot="16200000" flipH="1">
            <a:off x="4466907" y="6046495"/>
            <a:ext cx="184549" cy="180974"/>
          </a:xfrm>
          <a:prstGeom prst="triangl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9" name="Isosceles Triangle 178">
            <a:extLst>
              <a:ext uri="{FF2B5EF4-FFF2-40B4-BE49-F238E27FC236}">
                <a16:creationId xmlns:a16="http://schemas.microsoft.com/office/drawing/2014/main" id="{582E44A5-EB6B-B628-822B-E3C290D8AB70}"/>
              </a:ext>
            </a:extLst>
          </p:cNvPr>
          <p:cNvSpPr/>
          <p:nvPr/>
        </p:nvSpPr>
        <p:spPr>
          <a:xfrm rot="5400000">
            <a:off x="4495869" y="5591378"/>
            <a:ext cx="184549" cy="180974"/>
          </a:xfrm>
          <a:prstGeom prst="triangl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94" name="Straight Arrow Connector 193">
            <a:extLst>
              <a:ext uri="{FF2B5EF4-FFF2-40B4-BE49-F238E27FC236}">
                <a16:creationId xmlns:a16="http://schemas.microsoft.com/office/drawing/2014/main" id="{A222C6C2-30EB-2FE8-3965-230226850629}"/>
              </a:ext>
            </a:extLst>
          </p:cNvPr>
          <p:cNvCxnSpPr>
            <a:cxnSpLocks/>
          </p:cNvCxnSpPr>
          <p:nvPr/>
        </p:nvCxnSpPr>
        <p:spPr>
          <a:xfrm flipV="1">
            <a:off x="1023815" y="4543341"/>
            <a:ext cx="0" cy="2688336"/>
          </a:xfrm>
          <a:prstGeom prst="straightConnector1">
            <a:avLst/>
          </a:prstGeom>
          <a:ln w="50800">
            <a:solidFill>
              <a:srgbClr val="0070C0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6" name="Straight Arrow Connector 195">
            <a:extLst>
              <a:ext uri="{FF2B5EF4-FFF2-40B4-BE49-F238E27FC236}">
                <a16:creationId xmlns:a16="http://schemas.microsoft.com/office/drawing/2014/main" id="{56214A38-EFB2-ABBA-739A-C6309DC83293}"/>
              </a:ext>
            </a:extLst>
          </p:cNvPr>
          <p:cNvCxnSpPr>
            <a:cxnSpLocks/>
          </p:cNvCxnSpPr>
          <p:nvPr/>
        </p:nvCxnSpPr>
        <p:spPr>
          <a:xfrm>
            <a:off x="-742526" y="4510827"/>
            <a:ext cx="2195601" cy="0"/>
          </a:xfrm>
          <a:prstGeom prst="straightConnector1">
            <a:avLst/>
          </a:prstGeom>
          <a:ln w="50800">
            <a:solidFill>
              <a:srgbClr val="0070C0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8" name="Straight Arrow Connector 197">
            <a:extLst>
              <a:ext uri="{FF2B5EF4-FFF2-40B4-BE49-F238E27FC236}">
                <a16:creationId xmlns:a16="http://schemas.microsoft.com/office/drawing/2014/main" id="{D1BD4245-290C-0341-75E0-77C271355095}"/>
              </a:ext>
            </a:extLst>
          </p:cNvPr>
          <p:cNvCxnSpPr>
            <a:cxnSpLocks/>
          </p:cNvCxnSpPr>
          <p:nvPr/>
        </p:nvCxnSpPr>
        <p:spPr>
          <a:xfrm flipV="1">
            <a:off x="-738191" y="4498730"/>
            <a:ext cx="0" cy="2778757"/>
          </a:xfrm>
          <a:prstGeom prst="straightConnector1">
            <a:avLst/>
          </a:prstGeom>
          <a:ln w="50800">
            <a:solidFill>
              <a:srgbClr val="0070C0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0" name="Straight Arrow Connector 199">
            <a:extLst>
              <a:ext uri="{FF2B5EF4-FFF2-40B4-BE49-F238E27FC236}">
                <a16:creationId xmlns:a16="http://schemas.microsoft.com/office/drawing/2014/main" id="{833A2D05-3F2B-EBF2-64D3-E9A01243565D}"/>
              </a:ext>
            </a:extLst>
          </p:cNvPr>
          <p:cNvCxnSpPr>
            <a:cxnSpLocks/>
          </p:cNvCxnSpPr>
          <p:nvPr/>
        </p:nvCxnSpPr>
        <p:spPr>
          <a:xfrm>
            <a:off x="-743594" y="7261647"/>
            <a:ext cx="2183969" cy="0"/>
          </a:xfrm>
          <a:prstGeom prst="straightConnector1">
            <a:avLst/>
          </a:prstGeom>
          <a:ln w="50800">
            <a:solidFill>
              <a:srgbClr val="0070C0"/>
            </a:solidFill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2" name="Straight Arrow Connector 201">
            <a:extLst>
              <a:ext uri="{FF2B5EF4-FFF2-40B4-BE49-F238E27FC236}">
                <a16:creationId xmlns:a16="http://schemas.microsoft.com/office/drawing/2014/main" id="{DC70BD6B-362C-A494-21F4-2451457DFE3E}"/>
              </a:ext>
            </a:extLst>
          </p:cNvPr>
          <p:cNvCxnSpPr>
            <a:cxnSpLocks/>
          </p:cNvCxnSpPr>
          <p:nvPr/>
        </p:nvCxnSpPr>
        <p:spPr>
          <a:xfrm>
            <a:off x="1802502" y="4549437"/>
            <a:ext cx="0" cy="2683764"/>
          </a:xfrm>
          <a:prstGeom prst="straightConnector1">
            <a:avLst/>
          </a:prstGeom>
          <a:ln w="50800">
            <a:solidFill>
              <a:srgbClr val="0070C0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3" name="Straight Arrow Connector 202">
            <a:extLst>
              <a:ext uri="{FF2B5EF4-FFF2-40B4-BE49-F238E27FC236}">
                <a16:creationId xmlns:a16="http://schemas.microsoft.com/office/drawing/2014/main" id="{699A5C3C-1AB1-03CE-E523-9C0236B94A24}"/>
              </a:ext>
            </a:extLst>
          </p:cNvPr>
          <p:cNvCxnSpPr>
            <a:cxnSpLocks/>
          </p:cNvCxnSpPr>
          <p:nvPr/>
        </p:nvCxnSpPr>
        <p:spPr>
          <a:xfrm flipH="1">
            <a:off x="1453075" y="4510827"/>
            <a:ext cx="2170632" cy="0"/>
          </a:xfrm>
          <a:prstGeom prst="straightConnector1">
            <a:avLst/>
          </a:prstGeom>
          <a:ln w="50800">
            <a:solidFill>
              <a:srgbClr val="0070C0"/>
            </a:solidFill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4" name="Straight Arrow Connector 203">
            <a:extLst>
              <a:ext uri="{FF2B5EF4-FFF2-40B4-BE49-F238E27FC236}">
                <a16:creationId xmlns:a16="http://schemas.microsoft.com/office/drawing/2014/main" id="{640EF211-7B4F-9937-91BF-AF3E37332101}"/>
              </a:ext>
            </a:extLst>
          </p:cNvPr>
          <p:cNvCxnSpPr>
            <a:cxnSpLocks/>
          </p:cNvCxnSpPr>
          <p:nvPr/>
        </p:nvCxnSpPr>
        <p:spPr>
          <a:xfrm flipH="1" flipV="1">
            <a:off x="3619372" y="4498730"/>
            <a:ext cx="0" cy="2778757"/>
          </a:xfrm>
          <a:prstGeom prst="straightConnector1">
            <a:avLst/>
          </a:prstGeom>
          <a:ln w="50800">
            <a:solidFill>
              <a:srgbClr val="0070C0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6" name="Straight Arrow Connector 205">
            <a:extLst>
              <a:ext uri="{FF2B5EF4-FFF2-40B4-BE49-F238E27FC236}">
                <a16:creationId xmlns:a16="http://schemas.microsoft.com/office/drawing/2014/main" id="{48530467-2843-86AA-5798-A43AEE9BA65C}"/>
              </a:ext>
            </a:extLst>
          </p:cNvPr>
          <p:cNvCxnSpPr>
            <a:cxnSpLocks/>
          </p:cNvCxnSpPr>
          <p:nvPr/>
        </p:nvCxnSpPr>
        <p:spPr>
          <a:xfrm flipH="1">
            <a:off x="1440375" y="7261647"/>
            <a:ext cx="2184400" cy="0"/>
          </a:xfrm>
          <a:prstGeom prst="straightConnector1">
            <a:avLst/>
          </a:prstGeom>
          <a:ln w="50800">
            <a:solidFill>
              <a:srgbClr val="0070C0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8" name="Rectangle 207">
            <a:extLst>
              <a:ext uri="{FF2B5EF4-FFF2-40B4-BE49-F238E27FC236}">
                <a16:creationId xmlns:a16="http://schemas.microsoft.com/office/drawing/2014/main" id="{B9F32BD4-A32E-85C6-4D67-C7246946B2F8}"/>
              </a:ext>
            </a:extLst>
          </p:cNvPr>
          <p:cNvSpPr/>
          <p:nvPr/>
        </p:nvSpPr>
        <p:spPr>
          <a:xfrm>
            <a:off x="7079370" y="-513470"/>
            <a:ext cx="5387340" cy="3569970"/>
          </a:xfrm>
          <a:prstGeom prst="rect">
            <a:avLst/>
          </a:prstGeom>
          <a:solidFill>
            <a:srgbClr val="80808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0" name="Rectangle 209">
            <a:extLst>
              <a:ext uri="{FF2B5EF4-FFF2-40B4-BE49-F238E27FC236}">
                <a16:creationId xmlns:a16="http://schemas.microsoft.com/office/drawing/2014/main" id="{A63E417D-5312-DBF7-AD5D-E824E31E1C02}"/>
              </a:ext>
            </a:extLst>
          </p:cNvPr>
          <p:cNvSpPr/>
          <p:nvPr/>
        </p:nvSpPr>
        <p:spPr>
          <a:xfrm>
            <a:off x="7731838" y="75651"/>
            <a:ext cx="1401841" cy="239172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11" name="Rectangle 210">
            <a:extLst>
              <a:ext uri="{FF2B5EF4-FFF2-40B4-BE49-F238E27FC236}">
                <a16:creationId xmlns:a16="http://schemas.microsoft.com/office/drawing/2014/main" id="{B5CCB43C-D36C-FA40-9A08-FC991ED8450A}"/>
              </a:ext>
            </a:extLst>
          </p:cNvPr>
          <p:cNvSpPr/>
          <p:nvPr/>
        </p:nvSpPr>
        <p:spPr>
          <a:xfrm>
            <a:off x="10294384" y="75651"/>
            <a:ext cx="1491616" cy="239172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13" name="Straight Connector 212">
            <a:extLst>
              <a:ext uri="{FF2B5EF4-FFF2-40B4-BE49-F238E27FC236}">
                <a16:creationId xmlns:a16="http://schemas.microsoft.com/office/drawing/2014/main" id="{21A34AA5-9CC4-9DA7-78C6-A6CA986F7917}"/>
              </a:ext>
            </a:extLst>
          </p:cNvPr>
          <p:cNvCxnSpPr>
            <a:cxnSpLocks/>
          </p:cNvCxnSpPr>
          <p:nvPr/>
        </p:nvCxnSpPr>
        <p:spPr>
          <a:xfrm>
            <a:off x="9103434" y="982908"/>
            <a:ext cx="1221581" cy="108346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4" name="Straight Connector 213">
            <a:extLst>
              <a:ext uri="{FF2B5EF4-FFF2-40B4-BE49-F238E27FC236}">
                <a16:creationId xmlns:a16="http://schemas.microsoft.com/office/drawing/2014/main" id="{7DBD4B04-0521-80D2-325F-18733C5EC46D}"/>
              </a:ext>
            </a:extLst>
          </p:cNvPr>
          <p:cNvCxnSpPr>
            <a:cxnSpLocks/>
          </p:cNvCxnSpPr>
          <p:nvPr/>
        </p:nvCxnSpPr>
        <p:spPr>
          <a:xfrm>
            <a:off x="9103434" y="911951"/>
            <a:ext cx="1221581" cy="108346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5" name="Straight Connector 214">
            <a:extLst>
              <a:ext uri="{FF2B5EF4-FFF2-40B4-BE49-F238E27FC236}">
                <a16:creationId xmlns:a16="http://schemas.microsoft.com/office/drawing/2014/main" id="{885CCA30-C94F-01FB-C972-2F7F3C6FCC64}"/>
              </a:ext>
            </a:extLst>
          </p:cNvPr>
          <p:cNvCxnSpPr>
            <a:cxnSpLocks/>
          </p:cNvCxnSpPr>
          <p:nvPr/>
        </p:nvCxnSpPr>
        <p:spPr>
          <a:xfrm>
            <a:off x="9103434" y="273320"/>
            <a:ext cx="1221581" cy="108346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6" name="Straight Connector 215">
            <a:extLst>
              <a:ext uri="{FF2B5EF4-FFF2-40B4-BE49-F238E27FC236}">
                <a16:creationId xmlns:a16="http://schemas.microsoft.com/office/drawing/2014/main" id="{E2544C7E-2B33-E21C-034D-1AB37A8C8B6F}"/>
              </a:ext>
            </a:extLst>
          </p:cNvPr>
          <p:cNvCxnSpPr>
            <a:cxnSpLocks/>
          </p:cNvCxnSpPr>
          <p:nvPr/>
        </p:nvCxnSpPr>
        <p:spPr>
          <a:xfrm>
            <a:off x="9103434" y="344279"/>
            <a:ext cx="1221581" cy="108346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7" name="Straight Connector 216">
            <a:extLst>
              <a:ext uri="{FF2B5EF4-FFF2-40B4-BE49-F238E27FC236}">
                <a16:creationId xmlns:a16="http://schemas.microsoft.com/office/drawing/2014/main" id="{D93BFD88-71A1-CAE9-D2D9-760E18465AAB}"/>
              </a:ext>
            </a:extLst>
          </p:cNvPr>
          <p:cNvCxnSpPr>
            <a:cxnSpLocks/>
          </p:cNvCxnSpPr>
          <p:nvPr/>
        </p:nvCxnSpPr>
        <p:spPr>
          <a:xfrm>
            <a:off x="9103434" y="415238"/>
            <a:ext cx="1221581" cy="108346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8" name="Straight Connector 217">
            <a:extLst>
              <a:ext uri="{FF2B5EF4-FFF2-40B4-BE49-F238E27FC236}">
                <a16:creationId xmlns:a16="http://schemas.microsoft.com/office/drawing/2014/main" id="{CA2541C3-27B4-506D-A59B-95F66C7C62AF}"/>
              </a:ext>
            </a:extLst>
          </p:cNvPr>
          <p:cNvCxnSpPr>
            <a:cxnSpLocks/>
          </p:cNvCxnSpPr>
          <p:nvPr/>
        </p:nvCxnSpPr>
        <p:spPr>
          <a:xfrm>
            <a:off x="9103434" y="486197"/>
            <a:ext cx="1221581" cy="108346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9" name="Straight Connector 218">
            <a:extLst>
              <a:ext uri="{FF2B5EF4-FFF2-40B4-BE49-F238E27FC236}">
                <a16:creationId xmlns:a16="http://schemas.microsoft.com/office/drawing/2014/main" id="{EA5F08B1-FEA2-41DC-3872-A8DD9CF7F645}"/>
              </a:ext>
            </a:extLst>
          </p:cNvPr>
          <p:cNvCxnSpPr>
            <a:cxnSpLocks/>
          </p:cNvCxnSpPr>
          <p:nvPr/>
        </p:nvCxnSpPr>
        <p:spPr>
          <a:xfrm>
            <a:off x="9103434" y="557156"/>
            <a:ext cx="1221581" cy="108346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0" name="Straight Connector 219">
            <a:extLst>
              <a:ext uri="{FF2B5EF4-FFF2-40B4-BE49-F238E27FC236}">
                <a16:creationId xmlns:a16="http://schemas.microsoft.com/office/drawing/2014/main" id="{DE3BD8CD-FEED-D548-CD9A-BA292BED01EF}"/>
              </a:ext>
            </a:extLst>
          </p:cNvPr>
          <p:cNvCxnSpPr>
            <a:cxnSpLocks/>
          </p:cNvCxnSpPr>
          <p:nvPr/>
        </p:nvCxnSpPr>
        <p:spPr>
          <a:xfrm>
            <a:off x="9103434" y="628115"/>
            <a:ext cx="1221581" cy="108346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1" name="Straight Connector 220">
            <a:extLst>
              <a:ext uri="{FF2B5EF4-FFF2-40B4-BE49-F238E27FC236}">
                <a16:creationId xmlns:a16="http://schemas.microsoft.com/office/drawing/2014/main" id="{6EC65634-0FD7-28ED-1FAB-91A94FA8BCC1}"/>
              </a:ext>
            </a:extLst>
          </p:cNvPr>
          <p:cNvCxnSpPr>
            <a:cxnSpLocks/>
          </p:cNvCxnSpPr>
          <p:nvPr/>
        </p:nvCxnSpPr>
        <p:spPr>
          <a:xfrm>
            <a:off x="9103434" y="699074"/>
            <a:ext cx="1221581" cy="108346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2" name="Straight Connector 221">
            <a:extLst>
              <a:ext uri="{FF2B5EF4-FFF2-40B4-BE49-F238E27FC236}">
                <a16:creationId xmlns:a16="http://schemas.microsoft.com/office/drawing/2014/main" id="{C08F7776-85D2-3CEC-0872-81E043F61DB8}"/>
              </a:ext>
            </a:extLst>
          </p:cNvPr>
          <p:cNvCxnSpPr>
            <a:cxnSpLocks/>
          </p:cNvCxnSpPr>
          <p:nvPr/>
        </p:nvCxnSpPr>
        <p:spPr>
          <a:xfrm>
            <a:off x="9103434" y="770033"/>
            <a:ext cx="1221581" cy="108346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3" name="Straight Connector 222">
            <a:extLst>
              <a:ext uri="{FF2B5EF4-FFF2-40B4-BE49-F238E27FC236}">
                <a16:creationId xmlns:a16="http://schemas.microsoft.com/office/drawing/2014/main" id="{4F274D47-2124-3E1C-A742-C4147C5B3362}"/>
              </a:ext>
            </a:extLst>
          </p:cNvPr>
          <p:cNvCxnSpPr>
            <a:cxnSpLocks/>
          </p:cNvCxnSpPr>
          <p:nvPr/>
        </p:nvCxnSpPr>
        <p:spPr>
          <a:xfrm>
            <a:off x="9103434" y="840992"/>
            <a:ext cx="1221581" cy="108346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4" name="Straight Connector 223">
            <a:extLst>
              <a:ext uri="{FF2B5EF4-FFF2-40B4-BE49-F238E27FC236}">
                <a16:creationId xmlns:a16="http://schemas.microsoft.com/office/drawing/2014/main" id="{78F05C9D-7956-B902-9804-2F30816DC43C}"/>
              </a:ext>
            </a:extLst>
          </p:cNvPr>
          <p:cNvCxnSpPr>
            <a:cxnSpLocks/>
          </p:cNvCxnSpPr>
          <p:nvPr/>
        </p:nvCxnSpPr>
        <p:spPr>
          <a:xfrm flipH="1">
            <a:off x="9103434" y="2198032"/>
            <a:ext cx="1221581" cy="108346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5" name="Straight Connector 224">
            <a:extLst>
              <a:ext uri="{FF2B5EF4-FFF2-40B4-BE49-F238E27FC236}">
                <a16:creationId xmlns:a16="http://schemas.microsoft.com/office/drawing/2014/main" id="{6A440132-04FB-DB8B-60F0-AC97F5FE07CC}"/>
              </a:ext>
            </a:extLst>
          </p:cNvPr>
          <p:cNvCxnSpPr>
            <a:cxnSpLocks/>
          </p:cNvCxnSpPr>
          <p:nvPr/>
        </p:nvCxnSpPr>
        <p:spPr>
          <a:xfrm flipH="1">
            <a:off x="9103434" y="2127075"/>
            <a:ext cx="1221581" cy="108346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6" name="Straight Connector 225">
            <a:extLst>
              <a:ext uri="{FF2B5EF4-FFF2-40B4-BE49-F238E27FC236}">
                <a16:creationId xmlns:a16="http://schemas.microsoft.com/office/drawing/2014/main" id="{89B4FB48-BA2A-C614-B123-75817EFC6660}"/>
              </a:ext>
            </a:extLst>
          </p:cNvPr>
          <p:cNvCxnSpPr>
            <a:cxnSpLocks/>
          </p:cNvCxnSpPr>
          <p:nvPr/>
        </p:nvCxnSpPr>
        <p:spPr>
          <a:xfrm flipH="1">
            <a:off x="9103434" y="1488444"/>
            <a:ext cx="1221581" cy="108346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7" name="Straight Connector 226">
            <a:extLst>
              <a:ext uri="{FF2B5EF4-FFF2-40B4-BE49-F238E27FC236}">
                <a16:creationId xmlns:a16="http://schemas.microsoft.com/office/drawing/2014/main" id="{947EB988-2C22-35A5-BCFD-6D46DEFA5A3F}"/>
              </a:ext>
            </a:extLst>
          </p:cNvPr>
          <p:cNvCxnSpPr>
            <a:cxnSpLocks/>
          </p:cNvCxnSpPr>
          <p:nvPr/>
        </p:nvCxnSpPr>
        <p:spPr>
          <a:xfrm flipH="1">
            <a:off x="9103434" y="1559403"/>
            <a:ext cx="1221581" cy="108346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8" name="Straight Connector 227">
            <a:extLst>
              <a:ext uri="{FF2B5EF4-FFF2-40B4-BE49-F238E27FC236}">
                <a16:creationId xmlns:a16="http://schemas.microsoft.com/office/drawing/2014/main" id="{0C5B3E83-DDC0-F09E-4CB2-3D8083A2BD0C}"/>
              </a:ext>
            </a:extLst>
          </p:cNvPr>
          <p:cNvCxnSpPr>
            <a:cxnSpLocks/>
          </p:cNvCxnSpPr>
          <p:nvPr/>
        </p:nvCxnSpPr>
        <p:spPr>
          <a:xfrm flipH="1">
            <a:off x="9103434" y="1630362"/>
            <a:ext cx="1221581" cy="108346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9" name="Straight Connector 228">
            <a:extLst>
              <a:ext uri="{FF2B5EF4-FFF2-40B4-BE49-F238E27FC236}">
                <a16:creationId xmlns:a16="http://schemas.microsoft.com/office/drawing/2014/main" id="{E46AE1FC-CA5D-6DE5-4A29-FF9C422E6EE5}"/>
              </a:ext>
            </a:extLst>
          </p:cNvPr>
          <p:cNvCxnSpPr>
            <a:cxnSpLocks/>
          </p:cNvCxnSpPr>
          <p:nvPr/>
        </p:nvCxnSpPr>
        <p:spPr>
          <a:xfrm flipH="1">
            <a:off x="9103434" y="1701321"/>
            <a:ext cx="1221581" cy="108346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0" name="Straight Connector 229">
            <a:extLst>
              <a:ext uri="{FF2B5EF4-FFF2-40B4-BE49-F238E27FC236}">
                <a16:creationId xmlns:a16="http://schemas.microsoft.com/office/drawing/2014/main" id="{B4DFE4E9-BF4C-6E7D-881E-45FDC70CBB16}"/>
              </a:ext>
            </a:extLst>
          </p:cNvPr>
          <p:cNvCxnSpPr>
            <a:cxnSpLocks/>
          </p:cNvCxnSpPr>
          <p:nvPr/>
        </p:nvCxnSpPr>
        <p:spPr>
          <a:xfrm flipH="1">
            <a:off x="9103434" y="1772280"/>
            <a:ext cx="1221581" cy="108346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1" name="Straight Connector 230">
            <a:extLst>
              <a:ext uri="{FF2B5EF4-FFF2-40B4-BE49-F238E27FC236}">
                <a16:creationId xmlns:a16="http://schemas.microsoft.com/office/drawing/2014/main" id="{65689085-405C-ACDF-D3CB-7B3A89C452B6}"/>
              </a:ext>
            </a:extLst>
          </p:cNvPr>
          <p:cNvCxnSpPr>
            <a:cxnSpLocks/>
          </p:cNvCxnSpPr>
          <p:nvPr/>
        </p:nvCxnSpPr>
        <p:spPr>
          <a:xfrm flipH="1">
            <a:off x="9103434" y="1843239"/>
            <a:ext cx="1221581" cy="108346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2" name="Straight Connector 231">
            <a:extLst>
              <a:ext uri="{FF2B5EF4-FFF2-40B4-BE49-F238E27FC236}">
                <a16:creationId xmlns:a16="http://schemas.microsoft.com/office/drawing/2014/main" id="{E8D5ED6C-A581-5762-1365-A95422E2F426}"/>
              </a:ext>
            </a:extLst>
          </p:cNvPr>
          <p:cNvCxnSpPr>
            <a:cxnSpLocks/>
          </p:cNvCxnSpPr>
          <p:nvPr/>
        </p:nvCxnSpPr>
        <p:spPr>
          <a:xfrm flipH="1">
            <a:off x="9103434" y="1914198"/>
            <a:ext cx="1221581" cy="108346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3" name="Straight Connector 232">
            <a:extLst>
              <a:ext uri="{FF2B5EF4-FFF2-40B4-BE49-F238E27FC236}">
                <a16:creationId xmlns:a16="http://schemas.microsoft.com/office/drawing/2014/main" id="{5599CF99-8138-DC7E-8E42-8C88744F6071}"/>
              </a:ext>
            </a:extLst>
          </p:cNvPr>
          <p:cNvCxnSpPr>
            <a:cxnSpLocks/>
          </p:cNvCxnSpPr>
          <p:nvPr/>
        </p:nvCxnSpPr>
        <p:spPr>
          <a:xfrm flipH="1">
            <a:off x="9103434" y="1985157"/>
            <a:ext cx="1221581" cy="108346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4" name="Straight Connector 233">
            <a:extLst>
              <a:ext uri="{FF2B5EF4-FFF2-40B4-BE49-F238E27FC236}">
                <a16:creationId xmlns:a16="http://schemas.microsoft.com/office/drawing/2014/main" id="{DFCED562-7CD4-206F-3E41-6B1181454D73}"/>
              </a:ext>
            </a:extLst>
          </p:cNvPr>
          <p:cNvCxnSpPr>
            <a:cxnSpLocks/>
          </p:cNvCxnSpPr>
          <p:nvPr/>
        </p:nvCxnSpPr>
        <p:spPr>
          <a:xfrm flipH="1">
            <a:off x="9103434" y="2056116"/>
            <a:ext cx="1221581" cy="108346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5" name="Straight Connector 234">
            <a:extLst>
              <a:ext uri="{FF2B5EF4-FFF2-40B4-BE49-F238E27FC236}">
                <a16:creationId xmlns:a16="http://schemas.microsoft.com/office/drawing/2014/main" id="{71B726E1-CB12-0409-9240-12E550B434B8}"/>
              </a:ext>
            </a:extLst>
          </p:cNvPr>
          <p:cNvCxnSpPr>
            <a:cxnSpLocks/>
          </p:cNvCxnSpPr>
          <p:nvPr/>
        </p:nvCxnSpPr>
        <p:spPr>
          <a:xfrm>
            <a:off x="6972216" y="261391"/>
            <a:ext cx="778669" cy="197189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6" name="Straight Connector 235">
            <a:extLst>
              <a:ext uri="{FF2B5EF4-FFF2-40B4-BE49-F238E27FC236}">
                <a16:creationId xmlns:a16="http://schemas.microsoft.com/office/drawing/2014/main" id="{9446781E-09EF-29A4-4475-0D06F55723C1}"/>
              </a:ext>
            </a:extLst>
          </p:cNvPr>
          <p:cNvCxnSpPr>
            <a:cxnSpLocks/>
          </p:cNvCxnSpPr>
          <p:nvPr/>
        </p:nvCxnSpPr>
        <p:spPr>
          <a:xfrm>
            <a:off x="7038890" y="475366"/>
            <a:ext cx="711995" cy="186339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7" name="Straight Connector 236">
            <a:extLst>
              <a:ext uri="{FF2B5EF4-FFF2-40B4-BE49-F238E27FC236}">
                <a16:creationId xmlns:a16="http://schemas.microsoft.com/office/drawing/2014/main" id="{23A75301-39D0-E472-3360-464C99E2F362}"/>
              </a:ext>
            </a:extLst>
          </p:cNvPr>
          <p:cNvCxnSpPr>
            <a:cxnSpLocks/>
          </p:cNvCxnSpPr>
          <p:nvPr/>
        </p:nvCxnSpPr>
        <p:spPr>
          <a:xfrm>
            <a:off x="7038890" y="676863"/>
            <a:ext cx="711995" cy="186339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8" name="Straight Connector 237">
            <a:extLst>
              <a:ext uri="{FF2B5EF4-FFF2-40B4-BE49-F238E27FC236}">
                <a16:creationId xmlns:a16="http://schemas.microsoft.com/office/drawing/2014/main" id="{360A83FB-576C-3224-78A0-6AF5BD7961FE}"/>
              </a:ext>
            </a:extLst>
          </p:cNvPr>
          <p:cNvCxnSpPr>
            <a:cxnSpLocks/>
          </p:cNvCxnSpPr>
          <p:nvPr/>
        </p:nvCxnSpPr>
        <p:spPr>
          <a:xfrm>
            <a:off x="7038890" y="889738"/>
            <a:ext cx="711995" cy="186339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9" name="Straight Connector 238">
            <a:extLst>
              <a:ext uri="{FF2B5EF4-FFF2-40B4-BE49-F238E27FC236}">
                <a16:creationId xmlns:a16="http://schemas.microsoft.com/office/drawing/2014/main" id="{0DDB0583-282A-6E99-B6CE-8D7B81C3AA9E}"/>
              </a:ext>
            </a:extLst>
          </p:cNvPr>
          <p:cNvCxnSpPr>
            <a:cxnSpLocks/>
          </p:cNvCxnSpPr>
          <p:nvPr/>
        </p:nvCxnSpPr>
        <p:spPr>
          <a:xfrm>
            <a:off x="7038890" y="1712170"/>
            <a:ext cx="711995" cy="186339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0" name="Straight Connector 239">
            <a:extLst>
              <a:ext uri="{FF2B5EF4-FFF2-40B4-BE49-F238E27FC236}">
                <a16:creationId xmlns:a16="http://schemas.microsoft.com/office/drawing/2014/main" id="{879962CD-18A3-47C6-B227-DC197091AF28}"/>
              </a:ext>
            </a:extLst>
          </p:cNvPr>
          <p:cNvCxnSpPr>
            <a:cxnSpLocks/>
          </p:cNvCxnSpPr>
          <p:nvPr/>
        </p:nvCxnSpPr>
        <p:spPr>
          <a:xfrm>
            <a:off x="7038890" y="1913667"/>
            <a:ext cx="711995" cy="186339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1" name="Straight Connector 240">
            <a:extLst>
              <a:ext uri="{FF2B5EF4-FFF2-40B4-BE49-F238E27FC236}">
                <a16:creationId xmlns:a16="http://schemas.microsoft.com/office/drawing/2014/main" id="{391B6C5B-2E46-55FF-8DE7-E6B1D846C50E}"/>
              </a:ext>
            </a:extLst>
          </p:cNvPr>
          <p:cNvCxnSpPr>
            <a:cxnSpLocks/>
          </p:cNvCxnSpPr>
          <p:nvPr/>
        </p:nvCxnSpPr>
        <p:spPr>
          <a:xfrm>
            <a:off x="7038890" y="2126542"/>
            <a:ext cx="711995" cy="186339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2" name="Straight Connector 241">
            <a:extLst>
              <a:ext uri="{FF2B5EF4-FFF2-40B4-BE49-F238E27FC236}">
                <a16:creationId xmlns:a16="http://schemas.microsoft.com/office/drawing/2014/main" id="{53974280-CA40-0542-F985-E95FCD00C599}"/>
              </a:ext>
            </a:extLst>
          </p:cNvPr>
          <p:cNvCxnSpPr>
            <a:cxnSpLocks/>
          </p:cNvCxnSpPr>
          <p:nvPr/>
        </p:nvCxnSpPr>
        <p:spPr>
          <a:xfrm>
            <a:off x="7038889" y="1510673"/>
            <a:ext cx="711995" cy="186339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3" name="Straight Connector 242">
            <a:extLst>
              <a:ext uri="{FF2B5EF4-FFF2-40B4-BE49-F238E27FC236}">
                <a16:creationId xmlns:a16="http://schemas.microsoft.com/office/drawing/2014/main" id="{A7022F41-E8F5-A570-4E25-7B0E05E5574C}"/>
              </a:ext>
            </a:extLst>
          </p:cNvPr>
          <p:cNvCxnSpPr>
            <a:cxnSpLocks/>
            <a:stCxn id="269" idx="6"/>
          </p:cNvCxnSpPr>
          <p:nvPr/>
        </p:nvCxnSpPr>
        <p:spPr>
          <a:xfrm>
            <a:off x="6309333" y="1506891"/>
            <a:ext cx="746705" cy="209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4" name="Straight Connector 243">
            <a:extLst>
              <a:ext uri="{FF2B5EF4-FFF2-40B4-BE49-F238E27FC236}">
                <a16:creationId xmlns:a16="http://schemas.microsoft.com/office/drawing/2014/main" id="{B27B4FA6-79C2-6DC0-1F0B-84032D52158E}"/>
              </a:ext>
            </a:extLst>
          </p:cNvPr>
          <p:cNvCxnSpPr>
            <a:cxnSpLocks/>
            <a:endCxn id="270" idx="6"/>
          </p:cNvCxnSpPr>
          <p:nvPr/>
        </p:nvCxnSpPr>
        <p:spPr>
          <a:xfrm flipH="1" flipV="1">
            <a:off x="6309332" y="1056508"/>
            <a:ext cx="746706" cy="1409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5" name="Straight Connector 244">
            <a:extLst>
              <a:ext uri="{FF2B5EF4-FFF2-40B4-BE49-F238E27FC236}">
                <a16:creationId xmlns:a16="http://schemas.microsoft.com/office/drawing/2014/main" id="{35D1D802-B3F4-8146-16BC-2A0677B1286C}"/>
              </a:ext>
            </a:extLst>
          </p:cNvPr>
          <p:cNvCxnSpPr>
            <a:cxnSpLocks/>
          </p:cNvCxnSpPr>
          <p:nvPr/>
        </p:nvCxnSpPr>
        <p:spPr>
          <a:xfrm flipH="1">
            <a:off x="8514074" y="273320"/>
            <a:ext cx="623176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6" name="Straight Connector 245">
            <a:extLst>
              <a:ext uri="{FF2B5EF4-FFF2-40B4-BE49-F238E27FC236}">
                <a16:creationId xmlns:a16="http://schemas.microsoft.com/office/drawing/2014/main" id="{88C845AE-16D1-5F24-E4D9-536194E2A0CB}"/>
              </a:ext>
            </a:extLst>
          </p:cNvPr>
          <p:cNvCxnSpPr>
            <a:cxnSpLocks/>
          </p:cNvCxnSpPr>
          <p:nvPr/>
        </p:nvCxnSpPr>
        <p:spPr>
          <a:xfrm flipH="1">
            <a:off x="8510504" y="1091254"/>
            <a:ext cx="623176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7" name="Straight Connector 246">
            <a:extLst>
              <a:ext uri="{FF2B5EF4-FFF2-40B4-BE49-F238E27FC236}">
                <a16:creationId xmlns:a16="http://schemas.microsoft.com/office/drawing/2014/main" id="{6756CB61-D283-393D-7D09-488C35AAE104}"/>
              </a:ext>
            </a:extLst>
          </p:cNvPr>
          <p:cNvCxnSpPr>
            <a:cxnSpLocks/>
          </p:cNvCxnSpPr>
          <p:nvPr/>
        </p:nvCxnSpPr>
        <p:spPr>
          <a:xfrm flipH="1">
            <a:off x="8514074" y="1492565"/>
            <a:ext cx="623176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8" name="Straight Connector 247">
            <a:extLst>
              <a:ext uri="{FF2B5EF4-FFF2-40B4-BE49-F238E27FC236}">
                <a16:creationId xmlns:a16="http://schemas.microsoft.com/office/drawing/2014/main" id="{6770DAF0-D3D4-5A42-2A42-1FFE7B149223}"/>
              </a:ext>
            </a:extLst>
          </p:cNvPr>
          <p:cNvCxnSpPr>
            <a:cxnSpLocks/>
          </p:cNvCxnSpPr>
          <p:nvPr/>
        </p:nvCxnSpPr>
        <p:spPr>
          <a:xfrm flipH="1">
            <a:off x="8510504" y="2309308"/>
            <a:ext cx="623176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9" name="Straight Connector 248">
            <a:extLst>
              <a:ext uri="{FF2B5EF4-FFF2-40B4-BE49-F238E27FC236}">
                <a16:creationId xmlns:a16="http://schemas.microsoft.com/office/drawing/2014/main" id="{FCF1B33E-0B06-65C8-60E5-2B07649304A3}"/>
              </a:ext>
            </a:extLst>
          </p:cNvPr>
          <p:cNvCxnSpPr>
            <a:cxnSpLocks/>
          </p:cNvCxnSpPr>
          <p:nvPr/>
        </p:nvCxnSpPr>
        <p:spPr>
          <a:xfrm>
            <a:off x="6958721" y="2325068"/>
            <a:ext cx="100989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0" name="Straight Connector 249">
            <a:extLst>
              <a:ext uri="{FF2B5EF4-FFF2-40B4-BE49-F238E27FC236}">
                <a16:creationId xmlns:a16="http://schemas.microsoft.com/office/drawing/2014/main" id="{FC403403-7422-0560-662F-A8663378CB49}"/>
              </a:ext>
            </a:extLst>
          </p:cNvPr>
          <p:cNvCxnSpPr>
            <a:cxnSpLocks/>
          </p:cNvCxnSpPr>
          <p:nvPr/>
        </p:nvCxnSpPr>
        <p:spPr>
          <a:xfrm flipV="1">
            <a:off x="6981280" y="2342528"/>
            <a:ext cx="0" cy="820019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1" name="Straight Connector 250">
            <a:extLst>
              <a:ext uri="{FF2B5EF4-FFF2-40B4-BE49-F238E27FC236}">
                <a16:creationId xmlns:a16="http://schemas.microsoft.com/office/drawing/2014/main" id="{5EB02890-AC93-DBF7-A942-A27CF493F2DE}"/>
              </a:ext>
            </a:extLst>
          </p:cNvPr>
          <p:cNvCxnSpPr>
            <a:cxnSpLocks/>
          </p:cNvCxnSpPr>
          <p:nvPr/>
        </p:nvCxnSpPr>
        <p:spPr>
          <a:xfrm>
            <a:off x="6972216" y="3146204"/>
            <a:ext cx="5572600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2" name="Straight Connector 251">
            <a:extLst>
              <a:ext uri="{FF2B5EF4-FFF2-40B4-BE49-F238E27FC236}">
                <a16:creationId xmlns:a16="http://schemas.microsoft.com/office/drawing/2014/main" id="{C14EB24B-8CFB-2A7A-5C81-991AB073137B}"/>
              </a:ext>
            </a:extLst>
          </p:cNvPr>
          <p:cNvCxnSpPr>
            <a:cxnSpLocks/>
          </p:cNvCxnSpPr>
          <p:nvPr/>
        </p:nvCxnSpPr>
        <p:spPr>
          <a:xfrm flipV="1">
            <a:off x="12523562" y="2271164"/>
            <a:ext cx="0" cy="891383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3" name="Straight Connector 252">
            <a:extLst>
              <a:ext uri="{FF2B5EF4-FFF2-40B4-BE49-F238E27FC236}">
                <a16:creationId xmlns:a16="http://schemas.microsoft.com/office/drawing/2014/main" id="{46124B4B-5768-E716-4257-7B717DA9B53D}"/>
              </a:ext>
            </a:extLst>
          </p:cNvPr>
          <p:cNvCxnSpPr>
            <a:cxnSpLocks/>
          </p:cNvCxnSpPr>
          <p:nvPr/>
        </p:nvCxnSpPr>
        <p:spPr>
          <a:xfrm flipV="1">
            <a:off x="6979078" y="-575626"/>
            <a:ext cx="0" cy="837017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4" name="Straight Connector 253">
            <a:extLst>
              <a:ext uri="{FF2B5EF4-FFF2-40B4-BE49-F238E27FC236}">
                <a16:creationId xmlns:a16="http://schemas.microsoft.com/office/drawing/2014/main" id="{57901AFB-AB72-06E0-6CF2-19AF47817C2B}"/>
              </a:ext>
            </a:extLst>
          </p:cNvPr>
          <p:cNvCxnSpPr>
            <a:cxnSpLocks/>
          </p:cNvCxnSpPr>
          <p:nvPr/>
        </p:nvCxnSpPr>
        <p:spPr>
          <a:xfrm>
            <a:off x="6967633" y="-588719"/>
            <a:ext cx="5572600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5" name="Straight Connector 254">
            <a:extLst>
              <a:ext uri="{FF2B5EF4-FFF2-40B4-BE49-F238E27FC236}">
                <a16:creationId xmlns:a16="http://schemas.microsoft.com/office/drawing/2014/main" id="{F3ED1EE2-0E9C-F206-E74D-BF834787B388}"/>
              </a:ext>
            </a:extLst>
          </p:cNvPr>
          <p:cNvCxnSpPr>
            <a:cxnSpLocks/>
          </p:cNvCxnSpPr>
          <p:nvPr/>
        </p:nvCxnSpPr>
        <p:spPr>
          <a:xfrm flipV="1">
            <a:off x="12523741" y="-607767"/>
            <a:ext cx="0" cy="85216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6" name="Straight Connector 255">
            <a:extLst>
              <a:ext uri="{FF2B5EF4-FFF2-40B4-BE49-F238E27FC236}">
                <a16:creationId xmlns:a16="http://schemas.microsoft.com/office/drawing/2014/main" id="{2C4348F9-A765-164E-E0D5-0B2138849214}"/>
              </a:ext>
            </a:extLst>
          </p:cNvPr>
          <p:cNvCxnSpPr>
            <a:cxnSpLocks/>
          </p:cNvCxnSpPr>
          <p:nvPr/>
        </p:nvCxnSpPr>
        <p:spPr>
          <a:xfrm>
            <a:off x="11757890" y="866612"/>
            <a:ext cx="711995" cy="186339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7" name="Straight Connector 256">
            <a:extLst>
              <a:ext uri="{FF2B5EF4-FFF2-40B4-BE49-F238E27FC236}">
                <a16:creationId xmlns:a16="http://schemas.microsoft.com/office/drawing/2014/main" id="{8E809F22-2775-F50B-AB36-D94DDE927428}"/>
              </a:ext>
            </a:extLst>
          </p:cNvPr>
          <p:cNvCxnSpPr>
            <a:cxnSpLocks/>
          </p:cNvCxnSpPr>
          <p:nvPr/>
        </p:nvCxnSpPr>
        <p:spPr>
          <a:xfrm>
            <a:off x="11755508" y="246478"/>
            <a:ext cx="711995" cy="186339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8" name="Straight Connector 257">
            <a:extLst>
              <a:ext uri="{FF2B5EF4-FFF2-40B4-BE49-F238E27FC236}">
                <a16:creationId xmlns:a16="http://schemas.microsoft.com/office/drawing/2014/main" id="{EB297FD2-EBBD-FBFA-2A16-D9355FA71C97}"/>
              </a:ext>
            </a:extLst>
          </p:cNvPr>
          <p:cNvCxnSpPr>
            <a:cxnSpLocks/>
          </p:cNvCxnSpPr>
          <p:nvPr/>
        </p:nvCxnSpPr>
        <p:spPr>
          <a:xfrm>
            <a:off x="11754715" y="1695779"/>
            <a:ext cx="711995" cy="186339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9" name="Straight Connector 258">
            <a:extLst>
              <a:ext uri="{FF2B5EF4-FFF2-40B4-BE49-F238E27FC236}">
                <a16:creationId xmlns:a16="http://schemas.microsoft.com/office/drawing/2014/main" id="{084F1060-DBBB-EB90-6C88-A8A09DB311EA}"/>
              </a:ext>
            </a:extLst>
          </p:cNvPr>
          <p:cNvCxnSpPr>
            <a:cxnSpLocks/>
          </p:cNvCxnSpPr>
          <p:nvPr/>
        </p:nvCxnSpPr>
        <p:spPr>
          <a:xfrm>
            <a:off x="11754714" y="1904972"/>
            <a:ext cx="711995" cy="185246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0" name="Straight Connector 259">
            <a:extLst>
              <a:ext uri="{FF2B5EF4-FFF2-40B4-BE49-F238E27FC236}">
                <a16:creationId xmlns:a16="http://schemas.microsoft.com/office/drawing/2014/main" id="{5863002F-6D7E-70D2-428C-28E55B53EF72}"/>
              </a:ext>
            </a:extLst>
          </p:cNvPr>
          <p:cNvCxnSpPr>
            <a:cxnSpLocks/>
          </p:cNvCxnSpPr>
          <p:nvPr/>
        </p:nvCxnSpPr>
        <p:spPr>
          <a:xfrm>
            <a:off x="11743049" y="2113072"/>
            <a:ext cx="780513" cy="181111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1" name="Straight Connector 260">
            <a:extLst>
              <a:ext uri="{FF2B5EF4-FFF2-40B4-BE49-F238E27FC236}">
                <a16:creationId xmlns:a16="http://schemas.microsoft.com/office/drawing/2014/main" id="{D9AB0ADB-4C33-D988-5ECC-E7102B275D6A}"/>
              </a:ext>
            </a:extLst>
          </p:cNvPr>
          <p:cNvCxnSpPr>
            <a:cxnSpLocks/>
          </p:cNvCxnSpPr>
          <p:nvPr/>
        </p:nvCxnSpPr>
        <p:spPr>
          <a:xfrm>
            <a:off x="11754714" y="1486586"/>
            <a:ext cx="711995" cy="186339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2" name="Straight Connector 261">
            <a:extLst>
              <a:ext uri="{FF2B5EF4-FFF2-40B4-BE49-F238E27FC236}">
                <a16:creationId xmlns:a16="http://schemas.microsoft.com/office/drawing/2014/main" id="{072712FB-0419-72F2-D9AC-9BAD7E3C5595}"/>
              </a:ext>
            </a:extLst>
          </p:cNvPr>
          <p:cNvCxnSpPr>
            <a:cxnSpLocks/>
          </p:cNvCxnSpPr>
          <p:nvPr/>
        </p:nvCxnSpPr>
        <p:spPr>
          <a:xfrm>
            <a:off x="11756302" y="457259"/>
            <a:ext cx="711995" cy="186339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3" name="Straight Connector 262">
            <a:extLst>
              <a:ext uri="{FF2B5EF4-FFF2-40B4-BE49-F238E27FC236}">
                <a16:creationId xmlns:a16="http://schemas.microsoft.com/office/drawing/2014/main" id="{B33140D1-9E24-C2BA-2D88-DCA9ABEB8D4B}"/>
              </a:ext>
            </a:extLst>
          </p:cNvPr>
          <p:cNvCxnSpPr>
            <a:cxnSpLocks/>
          </p:cNvCxnSpPr>
          <p:nvPr/>
        </p:nvCxnSpPr>
        <p:spPr>
          <a:xfrm>
            <a:off x="11756301" y="664864"/>
            <a:ext cx="711995" cy="185246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4" name="Straight Connector 263">
            <a:extLst>
              <a:ext uri="{FF2B5EF4-FFF2-40B4-BE49-F238E27FC236}">
                <a16:creationId xmlns:a16="http://schemas.microsoft.com/office/drawing/2014/main" id="{BE93D86E-6D38-9BC4-EECB-1F96F97F4A26}"/>
              </a:ext>
            </a:extLst>
          </p:cNvPr>
          <p:cNvCxnSpPr>
            <a:cxnSpLocks/>
          </p:cNvCxnSpPr>
          <p:nvPr/>
        </p:nvCxnSpPr>
        <p:spPr>
          <a:xfrm>
            <a:off x="12445518" y="234257"/>
            <a:ext cx="94715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5" name="Straight Connector 264">
            <a:extLst>
              <a:ext uri="{FF2B5EF4-FFF2-40B4-BE49-F238E27FC236}">
                <a16:creationId xmlns:a16="http://schemas.microsoft.com/office/drawing/2014/main" id="{4190CBA8-D887-238F-D5DA-C3FC6222A302}"/>
              </a:ext>
            </a:extLst>
          </p:cNvPr>
          <p:cNvCxnSpPr>
            <a:cxnSpLocks/>
          </p:cNvCxnSpPr>
          <p:nvPr/>
        </p:nvCxnSpPr>
        <p:spPr>
          <a:xfrm>
            <a:off x="12445518" y="1043217"/>
            <a:ext cx="727472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6" name="Straight Connector 265">
            <a:extLst>
              <a:ext uri="{FF2B5EF4-FFF2-40B4-BE49-F238E27FC236}">
                <a16:creationId xmlns:a16="http://schemas.microsoft.com/office/drawing/2014/main" id="{E4DCE3A3-F935-C486-A6CB-83366FC40AF7}"/>
              </a:ext>
            </a:extLst>
          </p:cNvPr>
          <p:cNvCxnSpPr>
            <a:cxnSpLocks/>
          </p:cNvCxnSpPr>
          <p:nvPr/>
        </p:nvCxnSpPr>
        <p:spPr>
          <a:xfrm>
            <a:off x="12445518" y="1507100"/>
            <a:ext cx="727472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7" name="Oval 266">
            <a:extLst>
              <a:ext uri="{FF2B5EF4-FFF2-40B4-BE49-F238E27FC236}">
                <a16:creationId xmlns:a16="http://schemas.microsoft.com/office/drawing/2014/main" id="{3E8D21F6-BEFF-BFF1-9066-63E309805EBE}"/>
              </a:ext>
            </a:extLst>
          </p:cNvPr>
          <p:cNvSpPr/>
          <p:nvPr/>
        </p:nvSpPr>
        <p:spPr>
          <a:xfrm>
            <a:off x="13190274" y="1447270"/>
            <a:ext cx="117698" cy="117698"/>
          </a:xfrm>
          <a:prstGeom prst="ellipse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8" name="Oval 267">
            <a:extLst>
              <a:ext uri="{FF2B5EF4-FFF2-40B4-BE49-F238E27FC236}">
                <a16:creationId xmlns:a16="http://schemas.microsoft.com/office/drawing/2014/main" id="{4F995E07-CC09-865C-BD32-3E4458F6049F}"/>
              </a:ext>
            </a:extLst>
          </p:cNvPr>
          <p:cNvSpPr/>
          <p:nvPr/>
        </p:nvSpPr>
        <p:spPr>
          <a:xfrm>
            <a:off x="13188310" y="993314"/>
            <a:ext cx="119661" cy="119661"/>
          </a:xfrm>
          <a:prstGeom prst="ellipse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9" name="Oval 268">
            <a:extLst>
              <a:ext uri="{FF2B5EF4-FFF2-40B4-BE49-F238E27FC236}">
                <a16:creationId xmlns:a16="http://schemas.microsoft.com/office/drawing/2014/main" id="{AF2E8E48-B9D8-7C25-E85C-FC0F9E3D2025}"/>
              </a:ext>
            </a:extLst>
          </p:cNvPr>
          <p:cNvSpPr/>
          <p:nvPr/>
        </p:nvSpPr>
        <p:spPr>
          <a:xfrm>
            <a:off x="6189671" y="1447060"/>
            <a:ext cx="119662" cy="119662"/>
          </a:xfrm>
          <a:prstGeom prst="ellipse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0" name="Oval 269">
            <a:extLst>
              <a:ext uri="{FF2B5EF4-FFF2-40B4-BE49-F238E27FC236}">
                <a16:creationId xmlns:a16="http://schemas.microsoft.com/office/drawing/2014/main" id="{F6716506-A733-9B33-649F-49FDA45153FD}"/>
              </a:ext>
            </a:extLst>
          </p:cNvPr>
          <p:cNvSpPr/>
          <p:nvPr/>
        </p:nvSpPr>
        <p:spPr>
          <a:xfrm>
            <a:off x="6189671" y="996677"/>
            <a:ext cx="119661" cy="119661"/>
          </a:xfrm>
          <a:prstGeom prst="ellipse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1" name="Oval 270">
            <a:extLst>
              <a:ext uri="{FF2B5EF4-FFF2-40B4-BE49-F238E27FC236}">
                <a16:creationId xmlns:a16="http://schemas.microsoft.com/office/drawing/2014/main" id="{674DCC06-924A-6F6A-54ED-366552F3AE8D}"/>
              </a:ext>
            </a:extLst>
          </p:cNvPr>
          <p:cNvSpPr/>
          <p:nvPr/>
        </p:nvSpPr>
        <p:spPr>
          <a:xfrm>
            <a:off x="8377921" y="1037081"/>
            <a:ext cx="119662" cy="119662"/>
          </a:xfrm>
          <a:prstGeom prst="ellipse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2" name="Oval 271">
            <a:extLst>
              <a:ext uri="{FF2B5EF4-FFF2-40B4-BE49-F238E27FC236}">
                <a16:creationId xmlns:a16="http://schemas.microsoft.com/office/drawing/2014/main" id="{61D7EF23-3FBF-C0AF-2C3A-6AFAA6E40BF7}"/>
              </a:ext>
            </a:extLst>
          </p:cNvPr>
          <p:cNvSpPr/>
          <p:nvPr/>
        </p:nvSpPr>
        <p:spPr>
          <a:xfrm>
            <a:off x="8377921" y="211322"/>
            <a:ext cx="119661" cy="119661"/>
          </a:xfrm>
          <a:prstGeom prst="ellipse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3" name="Oval 272">
            <a:extLst>
              <a:ext uri="{FF2B5EF4-FFF2-40B4-BE49-F238E27FC236}">
                <a16:creationId xmlns:a16="http://schemas.microsoft.com/office/drawing/2014/main" id="{6FC8B676-6AA5-3B35-362E-1F152F9F3908}"/>
              </a:ext>
            </a:extLst>
          </p:cNvPr>
          <p:cNvSpPr/>
          <p:nvPr/>
        </p:nvSpPr>
        <p:spPr>
          <a:xfrm>
            <a:off x="8377921" y="1433900"/>
            <a:ext cx="119661" cy="119661"/>
          </a:xfrm>
          <a:prstGeom prst="ellipse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4" name="Oval 273">
            <a:extLst>
              <a:ext uri="{FF2B5EF4-FFF2-40B4-BE49-F238E27FC236}">
                <a16:creationId xmlns:a16="http://schemas.microsoft.com/office/drawing/2014/main" id="{B9E29302-D5B6-B0E7-E9CE-2652349AA02A}"/>
              </a:ext>
            </a:extLst>
          </p:cNvPr>
          <p:cNvSpPr/>
          <p:nvPr/>
        </p:nvSpPr>
        <p:spPr>
          <a:xfrm>
            <a:off x="8377921" y="2255035"/>
            <a:ext cx="119661" cy="119661"/>
          </a:xfrm>
          <a:prstGeom prst="ellipse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75" name="Graphic 274">
            <a:extLst>
              <a:ext uri="{FF2B5EF4-FFF2-40B4-BE49-F238E27FC236}">
                <a16:creationId xmlns:a16="http://schemas.microsoft.com/office/drawing/2014/main" id="{358182D0-49F4-61E6-E34E-AB58701027C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919618" y="933888"/>
            <a:ext cx="104775" cy="238125"/>
          </a:xfrm>
          <a:prstGeom prst="rect">
            <a:avLst/>
          </a:prstGeom>
        </p:spPr>
      </p:pic>
      <p:pic>
        <p:nvPicPr>
          <p:cNvPr id="276" name="Graphic 275">
            <a:extLst>
              <a:ext uri="{FF2B5EF4-FFF2-40B4-BE49-F238E27FC236}">
                <a16:creationId xmlns:a16="http://schemas.microsoft.com/office/drawing/2014/main" id="{843C543E-B6E6-EC3B-E676-DEE0FD72465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112833" y="2201993"/>
            <a:ext cx="142875" cy="238125"/>
          </a:xfrm>
          <a:prstGeom prst="rect">
            <a:avLst/>
          </a:prstGeom>
        </p:spPr>
      </p:pic>
      <p:pic>
        <p:nvPicPr>
          <p:cNvPr id="277" name="Graphic 276">
            <a:extLst>
              <a:ext uri="{FF2B5EF4-FFF2-40B4-BE49-F238E27FC236}">
                <a16:creationId xmlns:a16="http://schemas.microsoft.com/office/drawing/2014/main" id="{A03FF46E-BD4B-BDEA-86FA-6EBDB9CB919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116924" y="1359145"/>
            <a:ext cx="142875" cy="247650"/>
          </a:xfrm>
          <a:prstGeom prst="rect">
            <a:avLst/>
          </a:prstGeom>
        </p:spPr>
      </p:pic>
      <p:pic>
        <p:nvPicPr>
          <p:cNvPr id="278" name="Graphic 277">
            <a:extLst>
              <a:ext uri="{FF2B5EF4-FFF2-40B4-BE49-F238E27FC236}">
                <a16:creationId xmlns:a16="http://schemas.microsoft.com/office/drawing/2014/main" id="{3EB025F6-B87A-0BC1-B149-CE80B0B1066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117595" y="985344"/>
            <a:ext cx="133350" cy="238125"/>
          </a:xfrm>
          <a:prstGeom prst="rect">
            <a:avLst/>
          </a:prstGeom>
        </p:spPr>
      </p:pic>
      <p:pic>
        <p:nvPicPr>
          <p:cNvPr id="279" name="Graphic 278">
            <a:extLst>
              <a:ext uri="{FF2B5EF4-FFF2-40B4-BE49-F238E27FC236}">
                <a16:creationId xmlns:a16="http://schemas.microsoft.com/office/drawing/2014/main" id="{1C6CE7CB-E59F-03D2-4776-3EE112FCD3B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128852" y="177150"/>
            <a:ext cx="133350" cy="238125"/>
          </a:xfrm>
          <a:prstGeom prst="rect">
            <a:avLst/>
          </a:prstGeom>
        </p:spPr>
      </p:pic>
      <p:pic>
        <p:nvPicPr>
          <p:cNvPr id="280" name="Graphic 279">
            <a:extLst>
              <a:ext uri="{FF2B5EF4-FFF2-40B4-BE49-F238E27FC236}">
                <a16:creationId xmlns:a16="http://schemas.microsoft.com/office/drawing/2014/main" id="{61D394E4-ED94-B4C2-51FC-CD2B7C603E1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3512481" y="1387056"/>
            <a:ext cx="152400" cy="238125"/>
          </a:xfrm>
          <a:prstGeom prst="rect">
            <a:avLst/>
          </a:prstGeom>
        </p:spPr>
      </p:pic>
      <p:pic>
        <p:nvPicPr>
          <p:cNvPr id="281" name="Graphic 280">
            <a:extLst>
              <a:ext uri="{FF2B5EF4-FFF2-40B4-BE49-F238E27FC236}">
                <a16:creationId xmlns:a16="http://schemas.microsoft.com/office/drawing/2014/main" id="{B4F31BBC-1245-EE12-8A0E-5E3764B49CB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890724" y="1387055"/>
            <a:ext cx="142875" cy="238125"/>
          </a:xfrm>
          <a:prstGeom prst="rect">
            <a:avLst/>
          </a:prstGeom>
        </p:spPr>
      </p:pic>
      <p:pic>
        <p:nvPicPr>
          <p:cNvPr id="282" name="Graphic 281">
            <a:extLst>
              <a:ext uri="{FF2B5EF4-FFF2-40B4-BE49-F238E27FC236}">
                <a16:creationId xmlns:a16="http://schemas.microsoft.com/office/drawing/2014/main" id="{3513A87C-06CA-23AB-F071-6F1AC0654D5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3525636" y="922388"/>
            <a:ext cx="133350" cy="238125"/>
          </a:xfrm>
          <a:prstGeom prst="rect">
            <a:avLst/>
          </a:prstGeom>
        </p:spPr>
      </p:pic>
      <p:pic>
        <p:nvPicPr>
          <p:cNvPr id="283" name="Graphic 282">
            <a:extLst>
              <a:ext uri="{FF2B5EF4-FFF2-40B4-BE49-F238E27FC236}">
                <a16:creationId xmlns:a16="http://schemas.microsoft.com/office/drawing/2014/main" id="{BE258D57-0821-9790-570C-17D57997F37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6443901" y="594543"/>
            <a:ext cx="381000" cy="371475"/>
          </a:xfrm>
          <a:prstGeom prst="rect">
            <a:avLst/>
          </a:prstGeom>
        </p:spPr>
      </p:pic>
      <p:pic>
        <p:nvPicPr>
          <p:cNvPr id="284" name="Graphic 283">
            <a:extLst>
              <a:ext uri="{FF2B5EF4-FFF2-40B4-BE49-F238E27FC236}">
                <a16:creationId xmlns:a16="http://schemas.microsoft.com/office/drawing/2014/main" id="{F43666A9-ADB7-B5B0-D778-C6BD0EDF8DB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8586866" y="461619"/>
            <a:ext cx="390525" cy="371475"/>
          </a:xfrm>
          <a:prstGeom prst="rect">
            <a:avLst/>
          </a:prstGeom>
        </p:spPr>
      </p:pic>
      <p:pic>
        <p:nvPicPr>
          <p:cNvPr id="285" name="Graphic 284">
            <a:extLst>
              <a:ext uri="{FF2B5EF4-FFF2-40B4-BE49-F238E27FC236}">
                <a16:creationId xmlns:a16="http://schemas.microsoft.com/office/drawing/2014/main" id="{DDB9A201-CC7A-C508-16B4-FBA7AF8DAEA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8586866" y="1695779"/>
            <a:ext cx="457200" cy="371475"/>
          </a:xfrm>
          <a:prstGeom prst="rect">
            <a:avLst/>
          </a:prstGeom>
        </p:spPr>
      </p:pic>
      <p:pic>
        <p:nvPicPr>
          <p:cNvPr id="286" name="Graphic 285">
            <a:extLst>
              <a:ext uri="{FF2B5EF4-FFF2-40B4-BE49-F238E27FC236}">
                <a16:creationId xmlns:a16="http://schemas.microsoft.com/office/drawing/2014/main" id="{71439E10-F341-7500-1BA5-DD8659D0831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6374528" y="1752176"/>
            <a:ext cx="447675" cy="371475"/>
          </a:xfrm>
          <a:prstGeom prst="rect">
            <a:avLst/>
          </a:prstGeom>
        </p:spPr>
      </p:pic>
      <p:sp>
        <p:nvSpPr>
          <p:cNvPr id="287" name="Isosceles Triangle 286">
            <a:extLst>
              <a:ext uri="{FF2B5EF4-FFF2-40B4-BE49-F238E27FC236}">
                <a16:creationId xmlns:a16="http://schemas.microsoft.com/office/drawing/2014/main" id="{CFFCC64D-DCE3-8470-B24E-E8721578F6C5}"/>
              </a:ext>
            </a:extLst>
          </p:cNvPr>
          <p:cNvSpPr/>
          <p:nvPr/>
        </p:nvSpPr>
        <p:spPr>
          <a:xfrm rot="5400000">
            <a:off x="8709130" y="182283"/>
            <a:ext cx="184549" cy="180974"/>
          </a:xfrm>
          <a:prstGeom prst="triangl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8" name="Isosceles Triangle 287">
            <a:extLst>
              <a:ext uri="{FF2B5EF4-FFF2-40B4-BE49-F238E27FC236}">
                <a16:creationId xmlns:a16="http://schemas.microsoft.com/office/drawing/2014/main" id="{3BD1A5AE-D1CE-AE8A-559B-0C87F01E49C2}"/>
              </a:ext>
            </a:extLst>
          </p:cNvPr>
          <p:cNvSpPr/>
          <p:nvPr/>
        </p:nvSpPr>
        <p:spPr>
          <a:xfrm rot="5400000">
            <a:off x="8708924" y="2217458"/>
            <a:ext cx="184549" cy="180974"/>
          </a:xfrm>
          <a:prstGeom prst="triangl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9" name="Isosceles Triangle 288">
            <a:extLst>
              <a:ext uri="{FF2B5EF4-FFF2-40B4-BE49-F238E27FC236}">
                <a16:creationId xmlns:a16="http://schemas.microsoft.com/office/drawing/2014/main" id="{F1E6C9D4-8A00-F645-C4C8-26840A2F81A6}"/>
              </a:ext>
            </a:extLst>
          </p:cNvPr>
          <p:cNvSpPr/>
          <p:nvPr/>
        </p:nvSpPr>
        <p:spPr>
          <a:xfrm rot="5400000">
            <a:off x="6644380" y="964920"/>
            <a:ext cx="184549" cy="180974"/>
          </a:xfrm>
          <a:prstGeom prst="triangl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0" name="Isosceles Triangle 289">
            <a:extLst>
              <a:ext uri="{FF2B5EF4-FFF2-40B4-BE49-F238E27FC236}">
                <a16:creationId xmlns:a16="http://schemas.microsoft.com/office/drawing/2014/main" id="{B8B7C531-67B1-AF79-11DB-B8DABFF51356}"/>
              </a:ext>
            </a:extLst>
          </p:cNvPr>
          <p:cNvSpPr/>
          <p:nvPr/>
        </p:nvSpPr>
        <p:spPr>
          <a:xfrm rot="16200000" flipH="1">
            <a:off x="6622948" y="1414974"/>
            <a:ext cx="184549" cy="180974"/>
          </a:xfrm>
          <a:prstGeom prst="triangl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1" name="Isosceles Triangle 290">
            <a:extLst>
              <a:ext uri="{FF2B5EF4-FFF2-40B4-BE49-F238E27FC236}">
                <a16:creationId xmlns:a16="http://schemas.microsoft.com/office/drawing/2014/main" id="{AC119756-F819-EEB0-2933-AE8CAA054F66}"/>
              </a:ext>
            </a:extLst>
          </p:cNvPr>
          <p:cNvSpPr/>
          <p:nvPr/>
        </p:nvSpPr>
        <p:spPr>
          <a:xfrm rot="16200000" flipH="1">
            <a:off x="8686834" y="1399895"/>
            <a:ext cx="184549" cy="180974"/>
          </a:xfrm>
          <a:prstGeom prst="triangl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2" name="Isosceles Triangle 291">
            <a:extLst>
              <a:ext uri="{FF2B5EF4-FFF2-40B4-BE49-F238E27FC236}">
                <a16:creationId xmlns:a16="http://schemas.microsoft.com/office/drawing/2014/main" id="{62AA68AE-1BA4-CAE7-F480-94AE56A5EA42}"/>
              </a:ext>
            </a:extLst>
          </p:cNvPr>
          <p:cNvSpPr/>
          <p:nvPr/>
        </p:nvSpPr>
        <p:spPr>
          <a:xfrm rot="16200000" flipH="1">
            <a:off x="8686835" y="998256"/>
            <a:ext cx="184549" cy="180974"/>
          </a:xfrm>
          <a:prstGeom prst="triangl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3" name="Isosceles Triangle 292">
            <a:extLst>
              <a:ext uri="{FF2B5EF4-FFF2-40B4-BE49-F238E27FC236}">
                <a16:creationId xmlns:a16="http://schemas.microsoft.com/office/drawing/2014/main" id="{D35898B9-7803-3A03-4934-0029D264CC8A}"/>
              </a:ext>
            </a:extLst>
          </p:cNvPr>
          <p:cNvSpPr/>
          <p:nvPr/>
        </p:nvSpPr>
        <p:spPr>
          <a:xfrm rot="16200000" flipH="1">
            <a:off x="12773538" y="1416404"/>
            <a:ext cx="184549" cy="180974"/>
          </a:xfrm>
          <a:prstGeom prst="triangl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4" name="Isosceles Triangle 293">
            <a:extLst>
              <a:ext uri="{FF2B5EF4-FFF2-40B4-BE49-F238E27FC236}">
                <a16:creationId xmlns:a16="http://schemas.microsoft.com/office/drawing/2014/main" id="{91529055-FBC3-05E6-2BBF-37860D3EE5B0}"/>
              </a:ext>
            </a:extLst>
          </p:cNvPr>
          <p:cNvSpPr/>
          <p:nvPr/>
        </p:nvSpPr>
        <p:spPr>
          <a:xfrm rot="5400000">
            <a:off x="12802500" y="961287"/>
            <a:ext cx="184549" cy="180974"/>
          </a:xfrm>
          <a:prstGeom prst="triangl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95" name="Straight Arrow Connector 294">
            <a:extLst>
              <a:ext uri="{FF2B5EF4-FFF2-40B4-BE49-F238E27FC236}">
                <a16:creationId xmlns:a16="http://schemas.microsoft.com/office/drawing/2014/main" id="{8993ABE1-8947-1D6B-50A5-1496319A5992}"/>
              </a:ext>
            </a:extLst>
          </p:cNvPr>
          <p:cNvCxnSpPr>
            <a:cxnSpLocks/>
          </p:cNvCxnSpPr>
          <p:nvPr/>
        </p:nvCxnSpPr>
        <p:spPr>
          <a:xfrm flipV="1">
            <a:off x="9773040" y="-324494"/>
            <a:ext cx="0" cy="3145536"/>
          </a:xfrm>
          <a:prstGeom prst="straightConnector1">
            <a:avLst/>
          </a:prstGeom>
          <a:ln w="508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6" name="Straight Arrow Connector 295">
            <a:extLst>
              <a:ext uri="{FF2B5EF4-FFF2-40B4-BE49-F238E27FC236}">
                <a16:creationId xmlns:a16="http://schemas.microsoft.com/office/drawing/2014/main" id="{7934E6A5-7138-CB05-8592-A66EF62FE073}"/>
              </a:ext>
            </a:extLst>
          </p:cNvPr>
          <p:cNvCxnSpPr>
            <a:cxnSpLocks/>
          </p:cNvCxnSpPr>
          <p:nvPr/>
        </p:nvCxnSpPr>
        <p:spPr>
          <a:xfrm>
            <a:off x="10113988" y="-367763"/>
            <a:ext cx="2206038" cy="0"/>
          </a:xfrm>
          <a:prstGeom prst="straightConnector1">
            <a:avLst/>
          </a:prstGeom>
          <a:ln w="50800">
            <a:solidFill>
              <a:srgbClr val="FF0000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7" name="Straight Arrow Connector 296">
            <a:extLst>
              <a:ext uri="{FF2B5EF4-FFF2-40B4-BE49-F238E27FC236}">
                <a16:creationId xmlns:a16="http://schemas.microsoft.com/office/drawing/2014/main" id="{20A13AD7-4728-0393-ABC4-6906E748B63D}"/>
              </a:ext>
            </a:extLst>
          </p:cNvPr>
          <p:cNvCxnSpPr>
            <a:cxnSpLocks/>
          </p:cNvCxnSpPr>
          <p:nvPr/>
        </p:nvCxnSpPr>
        <p:spPr>
          <a:xfrm>
            <a:off x="12313875" y="-381544"/>
            <a:ext cx="0" cy="3246274"/>
          </a:xfrm>
          <a:prstGeom prst="straightConnector1">
            <a:avLst/>
          </a:prstGeom>
          <a:ln w="50800">
            <a:solidFill>
              <a:srgbClr val="FF0000"/>
            </a:solidFill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8" name="Straight Arrow Connector 297">
            <a:extLst>
              <a:ext uri="{FF2B5EF4-FFF2-40B4-BE49-F238E27FC236}">
                <a16:creationId xmlns:a16="http://schemas.microsoft.com/office/drawing/2014/main" id="{3C75C3EA-D8C5-E6E3-17CB-A24058EBB76A}"/>
              </a:ext>
            </a:extLst>
          </p:cNvPr>
          <p:cNvCxnSpPr>
            <a:cxnSpLocks/>
          </p:cNvCxnSpPr>
          <p:nvPr/>
        </p:nvCxnSpPr>
        <p:spPr>
          <a:xfrm>
            <a:off x="7222246" y="-367763"/>
            <a:ext cx="2924839" cy="0"/>
          </a:xfrm>
          <a:prstGeom prst="straightConnector1">
            <a:avLst/>
          </a:prstGeom>
          <a:ln w="50800">
            <a:solidFill>
              <a:srgbClr val="FF0000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9" name="Straight Arrow Connector 298">
            <a:extLst>
              <a:ext uri="{FF2B5EF4-FFF2-40B4-BE49-F238E27FC236}">
                <a16:creationId xmlns:a16="http://schemas.microsoft.com/office/drawing/2014/main" id="{23E5D3C6-ABAC-BAB4-A21B-63E1B4E16794}"/>
              </a:ext>
            </a:extLst>
          </p:cNvPr>
          <p:cNvCxnSpPr>
            <a:cxnSpLocks/>
          </p:cNvCxnSpPr>
          <p:nvPr/>
        </p:nvCxnSpPr>
        <p:spPr>
          <a:xfrm>
            <a:off x="7238955" y="-364691"/>
            <a:ext cx="0" cy="3206561"/>
          </a:xfrm>
          <a:prstGeom prst="straightConnector1">
            <a:avLst/>
          </a:prstGeom>
          <a:ln w="50800">
            <a:solidFill>
              <a:srgbClr val="FF0000"/>
            </a:solidFill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" name="Straight Arrow Connector 299">
            <a:extLst>
              <a:ext uri="{FF2B5EF4-FFF2-40B4-BE49-F238E27FC236}">
                <a16:creationId xmlns:a16="http://schemas.microsoft.com/office/drawing/2014/main" id="{7FCB203F-B4BC-4479-07E9-2731662DC09C}"/>
              </a:ext>
            </a:extLst>
          </p:cNvPr>
          <p:cNvCxnSpPr>
            <a:cxnSpLocks/>
          </p:cNvCxnSpPr>
          <p:nvPr/>
        </p:nvCxnSpPr>
        <p:spPr>
          <a:xfrm>
            <a:off x="9791710" y="2847877"/>
            <a:ext cx="2513076" cy="0"/>
          </a:xfrm>
          <a:prstGeom prst="straightConnector1">
            <a:avLst/>
          </a:prstGeom>
          <a:ln w="50800">
            <a:solidFill>
              <a:srgbClr val="FF0000"/>
            </a:solidFill>
            <a:headEnd type="triangl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1" name="Straight Arrow Connector 300">
            <a:extLst>
              <a:ext uri="{FF2B5EF4-FFF2-40B4-BE49-F238E27FC236}">
                <a16:creationId xmlns:a16="http://schemas.microsoft.com/office/drawing/2014/main" id="{E18480E4-1243-B94F-549E-98D67B36F4B6}"/>
              </a:ext>
            </a:extLst>
          </p:cNvPr>
          <p:cNvCxnSpPr>
            <a:cxnSpLocks/>
          </p:cNvCxnSpPr>
          <p:nvPr/>
        </p:nvCxnSpPr>
        <p:spPr>
          <a:xfrm>
            <a:off x="7225294" y="2847877"/>
            <a:ext cx="2505456" cy="0"/>
          </a:xfrm>
          <a:prstGeom prst="straightConnector1">
            <a:avLst/>
          </a:prstGeom>
          <a:ln w="508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2" name="Straight Arrow Connector 301">
            <a:extLst>
              <a:ext uri="{FF2B5EF4-FFF2-40B4-BE49-F238E27FC236}">
                <a16:creationId xmlns:a16="http://schemas.microsoft.com/office/drawing/2014/main" id="{59D26505-D73A-1BB6-FCFB-1EFB72CA78A6}"/>
              </a:ext>
            </a:extLst>
          </p:cNvPr>
          <p:cNvCxnSpPr>
            <a:cxnSpLocks/>
          </p:cNvCxnSpPr>
          <p:nvPr/>
        </p:nvCxnSpPr>
        <p:spPr>
          <a:xfrm flipV="1">
            <a:off x="9330446" y="-86750"/>
            <a:ext cx="0" cy="2688336"/>
          </a:xfrm>
          <a:prstGeom prst="straightConnector1">
            <a:avLst/>
          </a:prstGeom>
          <a:ln w="50800">
            <a:solidFill>
              <a:srgbClr val="0070C0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3" name="Straight Arrow Connector 302">
            <a:extLst>
              <a:ext uri="{FF2B5EF4-FFF2-40B4-BE49-F238E27FC236}">
                <a16:creationId xmlns:a16="http://schemas.microsoft.com/office/drawing/2014/main" id="{2E444403-55C9-02AB-5D9A-B06E3933F9CB}"/>
              </a:ext>
            </a:extLst>
          </p:cNvPr>
          <p:cNvCxnSpPr>
            <a:cxnSpLocks/>
          </p:cNvCxnSpPr>
          <p:nvPr/>
        </p:nvCxnSpPr>
        <p:spPr>
          <a:xfrm>
            <a:off x="7564105" y="-119264"/>
            <a:ext cx="2195601" cy="0"/>
          </a:xfrm>
          <a:prstGeom prst="straightConnector1">
            <a:avLst/>
          </a:prstGeom>
          <a:ln w="50800">
            <a:solidFill>
              <a:srgbClr val="0070C0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4" name="Straight Arrow Connector 303">
            <a:extLst>
              <a:ext uri="{FF2B5EF4-FFF2-40B4-BE49-F238E27FC236}">
                <a16:creationId xmlns:a16="http://schemas.microsoft.com/office/drawing/2014/main" id="{69F7904F-990C-33A0-B8ED-7F99555494A1}"/>
              </a:ext>
            </a:extLst>
          </p:cNvPr>
          <p:cNvCxnSpPr>
            <a:cxnSpLocks/>
          </p:cNvCxnSpPr>
          <p:nvPr/>
        </p:nvCxnSpPr>
        <p:spPr>
          <a:xfrm flipV="1">
            <a:off x="7568440" y="-131361"/>
            <a:ext cx="0" cy="2778757"/>
          </a:xfrm>
          <a:prstGeom prst="straightConnector1">
            <a:avLst/>
          </a:prstGeom>
          <a:ln w="50800">
            <a:solidFill>
              <a:srgbClr val="0070C0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5" name="Straight Arrow Connector 304">
            <a:extLst>
              <a:ext uri="{FF2B5EF4-FFF2-40B4-BE49-F238E27FC236}">
                <a16:creationId xmlns:a16="http://schemas.microsoft.com/office/drawing/2014/main" id="{B2499F3D-D3A4-0B62-EC55-44F7B754EEA3}"/>
              </a:ext>
            </a:extLst>
          </p:cNvPr>
          <p:cNvCxnSpPr>
            <a:cxnSpLocks/>
          </p:cNvCxnSpPr>
          <p:nvPr/>
        </p:nvCxnSpPr>
        <p:spPr>
          <a:xfrm>
            <a:off x="7563037" y="2631556"/>
            <a:ext cx="2183969" cy="0"/>
          </a:xfrm>
          <a:prstGeom prst="straightConnector1">
            <a:avLst/>
          </a:prstGeom>
          <a:ln w="50800">
            <a:solidFill>
              <a:srgbClr val="0070C0"/>
            </a:solidFill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6" name="Straight Arrow Connector 305">
            <a:extLst>
              <a:ext uri="{FF2B5EF4-FFF2-40B4-BE49-F238E27FC236}">
                <a16:creationId xmlns:a16="http://schemas.microsoft.com/office/drawing/2014/main" id="{18696CC4-E580-7043-3AE1-3C0344FBBA6D}"/>
              </a:ext>
            </a:extLst>
          </p:cNvPr>
          <p:cNvCxnSpPr>
            <a:cxnSpLocks/>
          </p:cNvCxnSpPr>
          <p:nvPr/>
        </p:nvCxnSpPr>
        <p:spPr>
          <a:xfrm>
            <a:off x="10109133" y="-80654"/>
            <a:ext cx="0" cy="2683764"/>
          </a:xfrm>
          <a:prstGeom prst="straightConnector1">
            <a:avLst/>
          </a:prstGeom>
          <a:ln w="50800">
            <a:solidFill>
              <a:srgbClr val="0070C0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7" name="Straight Arrow Connector 306">
            <a:extLst>
              <a:ext uri="{FF2B5EF4-FFF2-40B4-BE49-F238E27FC236}">
                <a16:creationId xmlns:a16="http://schemas.microsoft.com/office/drawing/2014/main" id="{D1B731A3-E850-88D9-3434-F6B61D90319B}"/>
              </a:ext>
            </a:extLst>
          </p:cNvPr>
          <p:cNvCxnSpPr>
            <a:cxnSpLocks/>
          </p:cNvCxnSpPr>
          <p:nvPr/>
        </p:nvCxnSpPr>
        <p:spPr>
          <a:xfrm flipH="1">
            <a:off x="9759706" y="-119264"/>
            <a:ext cx="2170632" cy="0"/>
          </a:xfrm>
          <a:prstGeom prst="straightConnector1">
            <a:avLst/>
          </a:prstGeom>
          <a:ln w="50800">
            <a:solidFill>
              <a:srgbClr val="0070C0"/>
            </a:solidFill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8" name="Straight Arrow Connector 307">
            <a:extLst>
              <a:ext uri="{FF2B5EF4-FFF2-40B4-BE49-F238E27FC236}">
                <a16:creationId xmlns:a16="http://schemas.microsoft.com/office/drawing/2014/main" id="{ED2010F7-B09E-5347-08AB-930E9F887F68}"/>
              </a:ext>
            </a:extLst>
          </p:cNvPr>
          <p:cNvCxnSpPr>
            <a:cxnSpLocks/>
          </p:cNvCxnSpPr>
          <p:nvPr/>
        </p:nvCxnSpPr>
        <p:spPr>
          <a:xfrm flipH="1" flipV="1">
            <a:off x="11926003" y="-131361"/>
            <a:ext cx="0" cy="2778757"/>
          </a:xfrm>
          <a:prstGeom prst="straightConnector1">
            <a:avLst/>
          </a:prstGeom>
          <a:ln w="50800">
            <a:solidFill>
              <a:srgbClr val="0070C0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9" name="Straight Arrow Connector 308">
            <a:extLst>
              <a:ext uri="{FF2B5EF4-FFF2-40B4-BE49-F238E27FC236}">
                <a16:creationId xmlns:a16="http://schemas.microsoft.com/office/drawing/2014/main" id="{7C01FC15-5FE9-0DF3-08D8-FD94C69DC4A9}"/>
              </a:ext>
            </a:extLst>
          </p:cNvPr>
          <p:cNvCxnSpPr>
            <a:cxnSpLocks/>
          </p:cNvCxnSpPr>
          <p:nvPr/>
        </p:nvCxnSpPr>
        <p:spPr>
          <a:xfrm flipH="1">
            <a:off x="9747006" y="2631556"/>
            <a:ext cx="2184400" cy="0"/>
          </a:xfrm>
          <a:prstGeom prst="straightConnector1">
            <a:avLst/>
          </a:prstGeom>
          <a:ln w="50800">
            <a:solidFill>
              <a:srgbClr val="0070C0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10" name="Graphic 309">
            <a:extLst>
              <a:ext uri="{FF2B5EF4-FFF2-40B4-BE49-F238E27FC236}">
                <a16:creationId xmlns:a16="http://schemas.microsoft.com/office/drawing/2014/main" id="{0C861344-FCC3-21B1-02DA-B559DB687CD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219006" y="5947332"/>
            <a:ext cx="152400" cy="238125"/>
          </a:xfrm>
          <a:prstGeom prst="rect">
            <a:avLst/>
          </a:prstGeom>
        </p:spPr>
      </p:pic>
      <p:sp>
        <p:nvSpPr>
          <p:cNvPr id="312" name="Rectangle 311">
            <a:extLst>
              <a:ext uri="{FF2B5EF4-FFF2-40B4-BE49-F238E27FC236}">
                <a16:creationId xmlns:a16="http://schemas.microsoft.com/office/drawing/2014/main" id="{53405EF6-DC0E-6E29-F111-7C7CB217454D}"/>
              </a:ext>
            </a:extLst>
          </p:cNvPr>
          <p:cNvSpPr/>
          <p:nvPr/>
        </p:nvSpPr>
        <p:spPr>
          <a:xfrm>
            <a:off x="7092525" y="4046806"/>
            <a:ext cx="5387340" cy="3569970"/>
          </a:xfrm>
          <a:prstGeom prst="rect">
            <a:avLst/>
          </a:prstGeom>
          <a:solidFill>
            <a:srgbClr val="80808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3" name="Rectangle 312">
            <a:extLst>
              <a:ext uri="{FF2B5EF4-FFF2-40B4-BE49-F238E27FC236}">
                <a16:creationId xmlns:a16="http://schemas.microsoft.com/office/drawing/2014/main" id="{2BFD46F5-ECDE-E538-9166-A0AB45FA0688}"/>
              </a:ext>
            </a:extLst>
          </p:cNvPr>
          <p:cNvSpPr/>
          <p:nvPr/>
        </p:nvSpPr>
        <p:spPr>
          <a:xfrm>
            <a:off x="7744993" y="4635927"/>
            <a:ext cx="1401841" cy="239172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14" name="Rectangle 313">
            <a:extLst>
              <a:ext uri="{FF2B5EF4-FFF2-40B4-BE49-F238E27FC236}">
                <a16:creationId xmlns:a16="http://schemas.microsoft.com/office/drawing/2014/main" id="{20C836E7-7545-0F74-EEC9-3BF85FB7EE0B}"/>
              </a:ext>
            </a:extLst>
          </p:cNvPr>
          <p:cNvSpPr/>
          <p:nvPr/>
        </p:nvSpPr>
        <p:spPr>
          <a:xfrm>
            <a:off x="10307539" y="4635927"/>
            <a:ext cx="1491616" cy="239172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15" name="Straight Connector 314">
            <a:extLst>
              <a:ext uri="{FF2B5EF4-FFF2-40B4-BE49-F238E27FC236}">
                <a16:creationId xmlns:a16="http://schemas.microsoft.com/office/drawing/2014/main" id="{18038016-E59F-5C2E-DBA1-11AC5B3964E8}"/>
              </a:ext>
            </a:extLst>
          </p:cNvPr>
          <p:cNvCxnSpPr>
            <a:cxnSpLocks/>
          </p:cNvCxnSpPr>
          <p:nvPr/>
        </p:nvCxnSpPr>
        <p:spPr>
          <a:xfrm>
            <a:off x="9116589" y="5543184"/>
            <a:ext cx="1221581" cy="108346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6" name="Straight Connector 315">
            <a:extLst>
              <a:ext uri="{FF2B5EF4-FFF2-40B4-BE49-F238E27FC236}">
                <a16:creationId xmlns:a16="http://schemas.microsoft.com/office/drawing/2014/main" id="{C68816ED-B70F-B48F-850D-41F2753AD6DD}"/>
              </a:ext>
            </a:extLst>
          </p:cNvPr>
          <p:cNvCxnSpPr>
            <a:cxnSpLocks/>
          </p:cNvCxnSpPr>
          <p:nvPr/>
        </p:nvCxnSpPr>
        <p:spPr>
          <a:xfrm>
            <a:off x="9116589" y="5472227"/>
            <a:ext cx="1221581" cy="108346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7" name="Straight Connector 316">
            <a:extLst>
              <a:ext uri="{FF2B5EF4-FFF2-40B4-BE49-F238E27FC236}">
                <a16:creationId xmlns:a16="http://schemas.microsoft.com/office/drawing/2014/main" id="{C9717B43-D64E-6BE4-016D-C93A726EF843}"/>
              </a:ext>
            </a:extLst>
          </p:cNvPr>
          <p:cNvCxnSpPr>
            <a:cxnSpLocks/>
          </p:cNvCxnSpPr>
          <p:nvPr/>
        </p:nvCxnSpPr>
        <p:spPr>
          <a:xfrm>
            <a:off x="9116589" y="4833596"/>
            <a:ext cx="1221581" cy="108346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8" name="Straight Connector 317">
            <a:extLst>
              <a:ext uri="{FF2B5EF4-FFF2-40B4-BE49-F238E27FC236}">
                <a16:creationId xmlns:a16="http://schemas.microsoft.com/office/drawing/2014/main" id="{B24E0413-6013-704E-D2FB-658DD29428E7}"/>
              </a:ext>
            </a:extLst>
          </p:cNvPr>
          <p:cNvCxnSpPr>
            <a:cxnSpLocks/>
          </p:cNvCxnSpPr>
          <p:nvPr/>
        </p:nvCxnSpPr>
        <p:spPr>
          <a:xfrm>
            <a:off x="9116589" y="4904555"/>
            <a:ext cx="1221581" cy="108346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9" name="Straight Connector 318">
            <a:extLst>
              <a:ext uri="{FF2B5EF4-FFF2-40B4-BE49-F238E27FC236}">
                <a16:creationId xmlns:a16="http://schemas.microsoft.com/office/drawing/2014/main" id="{8A367ECE-9001-074B-4E62-D979A4181F68}"/>
              </a:ext>
            </a:extLst>
          </p:cNvPr>
          <p:cNvCxnSpPr>
            <a:cxnSpLocks/>
          </p:cNvCxnSpPr>
          <p:nvPr/>
        </p:nvCxnSpPr>
        <p:spPr>
          <a:xfrm>
            <a:off x="9116589" y="4975514"/>
            <a:ext cx="1221581" cy="108346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0" name="Straight Connector 319">
            <a:extLst>
              <a:ext uri="{FF2B5EF4-FFF2-40B4-BE49-F238E27FC236}">
                <a16:creationId xmlns:a16="http://schemas.microsoft.com/office/drawing/2014/main" id="{0A5BEEF8-BD7E-2D41-4518-B8F010F86121}"/>
              </a:ext>
            </a:extLst>
          </p:cNvPr>
          <p:cNvCxnSpPr>
            <a:cxnSpLocks/>
          </p:cNvCxnSpPr>
          <p:nvPr/>
        </p:nvCxnSpPr>
        <p:spPr>
          <a:xfrm>
            <a:off x="9116589" y="5046473"/>
            <a:ext cx="1221581" cy="108346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1" name="Straight Connector 320">
            <a:extLst>
              <a:ext uri="{FF2B5EF4-FFF2-40B4-BE49-F238E27FC236}">
                <a16:creationId xmlns:a16="http://schemas.microsoft.com/office/drawing/2014/main" id="{AFAD0157-E16E-CF4B-2AE0-1994E8BD8A0E}"/>
              </a:ext>
            </a:extLst>
          </p:cNvPr>
          <p:cNvCxnSpPr>
            <a:cxnSpLocks/>
          </p:cNvCxnSpPr>
          <p:nvPr/>
        </p:nvCxnSpPr>
        <p:spPr>
          <a:xfrm>
            <a:off x="9116589" y="5117432"/>
            <a:ext cx="1221581" cy="108346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2" name="Straight Connector 321">
            <a:extLst>
              <a:ext uri="{FF2B5EF4-FFF2-40B4-BE49-F238E27FC236}">
                <a16:creationId xmlns:a16="http://schemas.microsoft.com/office/drawing/2014/main" id="{6052C41E-81C5-EB61-175F-8ECF2B30F5D6}"/>
              </a:ext>
            </a:extLst>
          </p:cNvPr>
          <p:cNvCxnSpPr>
            <a:cxnSpLocks/>
          </p:cNvCxnSpPr>
          <p:nvPr/>
        </p:nvCxnSpPr>
        <p:spPr>
          <a:xfrm>
            <a:off x="9116589" y="5188391"/>
            <a:ext cx="1221581" cy="108346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3" name="Straight Connector 322">
            <a:extLst>
              <a:ext uri="{FF2B5EF4-FFF2-40B4-BE49-F238E27FC236}">
                <a16:creationId xmlns:a16="http://schemas.microsoft.com/office/drawing/2014/main" id="{C309E9EA-AF56-315A-3BCE-FD618A4DA14C}"/>
              </a:ext>
            </a:extLst>
          </p:cNvPr>
          <p:cNvCxnSpPr>
            <a:cxnSpLocks/>
          </p:cNvCxnSpPr>
          <p:nvPr/>
        </p:nvCxnSpPr>
        <p:spPr>
          <a:xfrm>
            <a:off x="9116589" y="5259350"/>
            <a:ext cx="1221581" cy="108346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4" name="Straight Connector 323">
            <a:extLst>
              <a:ext uri="{FF2B5EF4-FFF2-40B4-BE49-F238E27FC236}">
                <a16:creationId xmlns:a16="http://schemas.microsoft.com/office/drawing/2014/main" id="{24387FE0-B1E7-2BC3-5778-1EE3AD272006}"/>
              </a:ext>
            </a:extLst>
          </p:cNvPr>
          <p:cNvCxnSpPr>
            <a:cxnSpLocks/>
          </p:cNvCxnSpPr>
          <p:nvPr/>
        </p:nvCxnSpPr>
        <p:spPr>
          <a:xfrm>
            <a:off x="9116589" y="5330309"/>
            <a:ext cx="1221581" cy="108346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5" name="Straight Connector 324">
            <a:extLst>
              <a:ext uri="{FF2B5EF4-FFF2-40B4-BE49-F238E27FC236}">
                <a16:creationId xmlns:a16="http://schemas.microsoft.com/office/drawing/2014/main" id="{51F35384-7048-E262-F4F5-9F7EFEBC8725}"/>
              </a:ext>
            </a:extLst>
          </p:cNvPr>
          <p:cNvCxnSpPr>
            <a:cxnSpLocks/>
          </p:cNvCxnSpPr>
          <p:nvPr/>
        </p:nvCxnSpPr>
        <p:spPr>
          <a:xfrm>
            <a:off x="9116589" y="5401268"/>
            <a:ext cx="1221581" cy="108346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6" name="Straight Connector 325">
            <a:extLst>
              <a:ext uri="{FF2B5EF4-FFF2-40B4-BE49-F238E27FC236}">
                <a16:creationId xmlns:a16="http://schemas.microsoft.com/office/drawing/2014/main" id="{67D82471-EAB6-0DA5-83DB-5C2FBE439A15}"/>
              </a:ext>
            </a:extLst>
          </p:cNvPr>
          <p:cNvCxnSpPr>
            <a:cxnSpLocks/>
          </p:cNvCxnSpPr>
          <p:nvPr/>
        </p:nvCxnSpPr>
        <p:spPr>
          <a:xfrm flipH="1">
            <a:off x="9116589" y="6758308"/>
            <a:ext cx="1221581" cy="108346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7" name="Straight Connector 326">
            <a:extLst>
              <a:ext uri="{FF2B5EF4-FFF2-40B4-BE49-F238E27FC236}">
                <a16:creationId xmlns:a16="http://schemas.microsoft.com/office/drawing/2014/main" id="{1EE49CA0-C680-B3AC-7327-96FF6344883C}"/>
              </a:ext>
            </a:extLst>
          </p:cNvPr>
          <p:cNvCxnSpPr>
            <a:cxnSpLocks/>
          </p:cNvCxnSpPr>
          <p:nvPr/>
        </p:nvCxnSpPr>
        <p:spPr>
          <a:xfrm flipH="1">
            <a:off x="9116589" y="6687351"/>
            <a:ext cx="1221581" cy="108346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8" name="Straight Connector 327">
            <a:extLst>
              <a:ext uri="{FF2B5EF4-FFF2-40B4-BE49-F238E27FC236}">
                <a16:creationId xmlns:a16="http://schemas.microsoft.com/office/drawing/2014/main" id="{14321340-8C53-3E7F-4699-7E37E4488608}"/>
              </a:ext>
            </a:extLst>
          </p:cNvPr>
          <p:cNvCxnSpPr>
            <a:cxnSpLocks/>
          </p:cNvCxnSpPr>
          <p:nvPr/>
        </p:nvCxnSpPr>
        <p:spPr>
          <a:xfrm flipH="1">
            <a:off x="9116589" y="6048720"/>
            <a:ext cx="1221581" cy="108346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9" name="Straight Connector 328">
            <a:extLst>
              <a:ext uri="{FF2B5EF4-FFF2-40B4-BE49-F238E27FC236}">
                <a16:creationId xmlns:a16="http://schemas.microsoft.com/office/drawing/2014/main" id="{BA5BD3D2-59A0-0926-C2D3-21D8213A5368}"/>
              </a:ext>
            </a:extLst>
          </p:cNvPr>
          <p:cNvCxnSpPr>
            <a:cxnSpLocks/>
          </p:cNvCxnSpPr>
          <p:nvPr/>
        </p:nvCxnSpPr>
        <p:spPr>
          <a:xfrm flipH="1">
            <a:off x="9116589" y="6119679"/>
            <a:ext cx="1221581" cy="108346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0" name="Straight Connector 329">
            <a:extLst>
              <a:ext uri="{FF2B5EF4-FFF2-40B4-BE49-F238E27FC236}">
                <a16:creationId xmlns:a16="http://schemas.microsoft.com/office/drawing/2014/main" id="{3FF76E18-070C-B4D8-175E-FFF9BA932C24}"/>
              </a:ext>
            </a:extLst>
          </p:cNvPr>
          <p:cNvCxnSpPr>
            <a:cxnSpLocks/>
          </p:cNvCxnSpPr>
          <p:nvPr/>
        </p:nvCxnSpPr>
        <p:spPr>
          <a:xfrm flipH="1">
            <a:off x="9116589" y="6190638"/>
            <a:ext cx="1221581" cy="108346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1" name="Straight Connector 330">
            <a:extLst>
              <a:ext uri="{FF2B5EF4-FFF2-40B4-BE49-F238E27FC236}">
                <a16:creationId xmlns:a16="http://schemas.microsoft.com/office/drawing/2014/main" id="{B661C839-15D1-6631-3ABE-C4F904897828}"/>
              </a:ext>
            </a:extLst>
          </p:cNvPr>
          <p:cNvCxnSpPr>
            <a:cxnSpLocks/>
          </p:cNvCxnSpPr>
          <p:nvPr/>
        </p:nvCxnSpPr>
        <p:spPr>
          <a:xfrm flipH="1">
            <a:off x="9116589" y="6261597"/>
            <a:ext cx="1221581" cy="108346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2" name="Straight Connector 331">
            <a:extLst>
              <a:ext uri="{FF2B5EF4-FFF2-40B4-BE49-F238E27FC236}">
                <a16:creationId xmlns:a16="http://schemas.microsoft.com/office/drawing/2014/main" id="{23BD7345-A3CC-CD4E-3605-0E8535B88F14}"/>
              </a:ext>
            </a:extLst>
          </p:cNvPr>
          <p:cNvCxnSpPr>
            <a:cxnSpLocks/>
          </p:cNvCxnSpPr>
          <p:nvPr/>
        </p:nvCxnSpPr>
        <p:spPr>
          <a:xfrm flipH="1">
            <a:off x="9116589" y="6332556"/>
            <a:ext cx="1221581" cy="108346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3" name="Straight Connector 332">
            <a:extLst>
              <a:ext uri="{FF2B5EF4-FFF2-40B4-BE49-F238E27FC236}">
                <a16:creationId xmlns:a16="http://schemas.microsoft.com/office/drawing/2014/main" id="{D433B684-8276-6323-BAE4-7B28FD785CD2}"/>
              </a:ext>
            </a:extLst>
          </p:cNvPr>
          <p:cNvCxnSpPr>
            <a:cxnSpLocks/>
          </p:cNvCxnSpPr>
          <p:nvPr/>
        </p:nvCxnSpPr>
        <p:spPr>
          <a:xfrm flipH="1">
            <a:off x="9116589" y="6403515"/>
            <a:ext cx="1221581" cy="108346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4" name="Straight Connector 333">
            <a:extLst>
              <a:ext uri="{FF2B5EF4-FFF2-40B4-BE49-F238E27FC236}">
                <a16:creationId xmlns:a16="http://schemas.microsoft.com/office/drawing/2014/main" id="{F3AC9509-6BD9-140C-6C39-9AE7B0178589}"/>
              </a:ext>
            </a:extLst>
          </p:cNvPr>
          <p:cNvCxnSpPr>
            <a:cxnSpLocks/>
          </p:cNvCxnSpPr>
          <p:nvPr/>
        </p:nvCxnSpPr>
        <p:spPr>
          <a:xfrm flipH="1">
            <a:off x="9116589" y="6474474"/>
            <a:ext cx="1221581" cy="108346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5" name="Straight Connector 334">
            <a:extLst>
              <a:ext uri="{FF2B5EF4-FFF2-40B4-BE49-F238E27FC236}">
                <a16:creationId xmlns:a16="http://schemas.microsoft.com/office/drawing/2014/main" id="{AB7E4A63-B87F-E54A-480B-CC76ACFFD89F}"/>
              </a:ext>
            </a:extLst>
          </p:cNvPr>
          <p:cNvCxnSpPr>
            <a:cxnSpLocks/>
          </p:cNvCxnSpPr>
          <p:nvPr/>
        </p:nvCxnSpPr>
        <p:spPr>
          <a:xfrm flipH="1">
            <a:off x="9116589" y="6545433"/>
            <a:ext cx="1221581" cy="108346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6" name="Straight Connector 335">
            <a:extLst>
              <a:ext uri="{FF2B5EF4-FFF2-40B4-BE49-F238E27FC236}">
                <a16:creationId xmlns:a16="http://schemas.microsoft.com/office/drawing/2014/main" id="{5479C6DD-0BA8-1EF8-9938-50F367DD30A8}"/>
              </a:ext>
            </a:extLst>
          </p:cNvPr>
          <p:cNvCxnSpPr>
            <a:cxnSpLocks/>
          </p:cNvCxnSpPr>
          <p:nvPr/>
        </p:nvCxnSpPr>
        <p:spPr>
          <a:xfrm flipH="1">
            <a:off x="9116589" y="6616392"/>
            <a:ext cx="1221581" cy="108346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7" name="Straight Connector 336">
            <a:extLst>
              <a:ext uri="{FF2B5EF4-FFF2-40B4-BE49-F238E27FC236}">
                <a16:creationId xmlns:a16="http://schemas.microsoft.com/office/drawing/2014/main" id="{99EE21F4-C14A-7DA8-767B-7D0AE239B9E4}"/>
              </a:ext>
            </a:extLst>
          </p:cNvPr>
          <p:cNvCxnSpPr>
            <a:cxnSpLocks/>
          </p:cNvCxnSpPr>
          <p:nvPr/>
        </p:nvCxnSpPr>
        <p:spPr>
          <a:xfrm>
            <a:off x="6985371" y="4821667"/>
            <a:ext cx="778669" cy="197189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8" name="Straight Connector 337">
            <a:extLst>
              <a:ext uri="{FF2B5EF4-FFF2-40B4-BE49-F238E27FC236}">
                <a16:creationId xmlns:a16="http://schemas.microsoft.com/office/drawing/2014/main" id="{D3F309A6-7C83-114F-B235-064ED2C30200}"/>
              </a:ext>
            </a:extLst>
          </p:cNvPr>
          <p:cNvCxnSpPr>
            <a:cxnSpLocks/>
          </p:cNvCxnSpPr>
          <p:nvPr/>
        </p:nvCxnSpPr>
        <p:spPr>
          <a:xfrm>
            <a:off x="7052045" y="5035642"/>
            <a:ext cx="711995" cy="186339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9" name="Straight Connector 338">
            <a:extLst>
              <a:ext uri="{FF2B5EF4-FFF2-40B4-BE49-F238E27FC236}">
                <a16:creationId xmlns:a16="http://schemas.microsoft.com/office/drawing/2014/main" id="{CA309249-C075-8877-13B8-55235687DFD6}"/>
              </a:ext>
            </a:extLst>
          </p:cNvPr>
          <p:cNvCxnSpPr>
            <a:cxnSpLocks/>
          </p:cNvCxnSpPr>
          <p:nvPr/>
        </p:nvCxnSpPr>
        <p:spPr>
          <a:xfrm>
            <a:off x="7052045" y="5237139"/>
            <a:ext cx="711995" cy="186339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0" name="Straight Connector 339">
            <a:extLst>
              <a:ext uri="{FF2B5EF4-FFF2-40B4-BE49-F238E27FC236}">
                <a16:creationId xmlns:a16="http://schemas.microsoft.com/office/drawing/2014/main" id="{DEF96304-33DC-4D2C-03D7-755E5F9BDAD6}"/>
              </a:ext>
            </a:extLst>
          </p:cNvPr>
          <p:cNvCxnSpPr>
            <a:cxnSpLocks/>
          </p:cNvCxnSpPr>
          <p:nvPr/>
        </p:nvCxnSpPr>
        <p:spPr>
          <a:xfrm>
            <a:off x="7052045" y="5450014"/>
            <a:ext cx="711995" cy="186339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1" name="Straight Connector 340">
            <a:extLst>
              <a:ext uri="{FF2B5EF4-FFF2-40B4-BE49-F238E27FC236}">
                <a16:creationId xmlns:a16="http://schemas.microsoft.com/office/drawing/2014/main" id="{CE03E9D5-1A71-3821-243D-EC1BC602BA1A}"/>
              </a:ext>
            </a:extLst>
          </p:cNvPr>
          <p:cNvCxnSpPr>
            <a:cxnSpLocks/>
          </p:cNvCxnSpPr>
          <p:nvPr/>
        </p:nvCxnSpPr>
        <p:spPr>
          <a:xfrm>
            <a:off x="7052045" y="6272446"/>
            <a:ext cx="711995" cy="186339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2" name="Straight Connector 341">
            <a:extLst>
              <a:ext uri="{FF2B5EF4-FFF2-40B4-BE49-F238E27FC236}">
                <a16:creationId xmlns:a16="http://schemas.microsoft.com/office/drawing/2014/main" id="{F9864582-5D5C-462F-7992-893DDB2D06CD}"/>
              </a:ext>
            </a:extLst>
          </p:cNvPr>
          <p:cNvCxnSpPr>
            <a:cxnSpLocks/>
          </p:cNvCxnSpPr>
          <p:nvPr/>
        </p:nvCxnSpPr>
        <p:spPr>
          <a:xfrm>
            <a:off x="7052045" y="6473943"/>
            <a:ext cx="711995" cy="186339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3" name="Straight Connector 342">
            <a:extLst>
              <a:ext uri="{FF2B5EF4-FFF2-40B4-BE49-F238E27FC236}">
                <a16:creationId xmlns:a16="http://schemas.microsoft.com/office/drawing/2014/main" id="{5344C282-B606-FFDB-9F58-230E69890EF0}"/>
              </a:ext>
            </a:extLst>
          </p:cNvPr>
          <p:cNvCxnSpPr>
            <a:cxnSpLocks/>
          </p:cNvCxnSpPr>
          <p:nvPr/>
        </p:nvCxnSpPr>
        <p:spPr>
          <a:xfrm>
            <a:off x="7052045" y="6686818"/>
            <a:ext cx="711995" cy="186339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4" name="Straight Connector 343">
            <a:extLst>
              <a:ext uri="{FF2B5EF4-FFF2-40B4-BE49-F238E27FC236}">
                <a16:creationId xmlns:a16="http://schemas.microsoft.com/office/drawing/2014/main" id="{91B9FFCF-897B-FB2E-02B1-49D08B6070AF}"/>
              </a:ext>
            </a:extLst>
          </p:cNvPr>
          <p:cNvCxnSpPr>
            <a:cxnSpLocks/>
          </p:cNvCxnSpPr>
          <p:nvPr/>
        </p:nvCxnSpPr>
        <p:spPr>
          <a:xfrm>
            <a:off x="7052044" y="6070949"/>
            <a:ext cx="711995" cy="186339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5" name="Straight Connector 344">
            <a:extLst>
              <a:ext uri="{FF2B5EF4-FFF2-40B4-BE49-F238E27FC236}">
                <a16:creationId xmlns:a16="http://schemas.microsoft.com/office/drawing/2014/main" id="{C5F1196C-6EC0-6F54-71BB-F68871E89438}"/>
              </a:ext>
            </a:extLst>
          </p:cNvPr>
          <p:cNvCxnSpPr>
            <a:cxnSpLocks/>
            <a:stCxn id="371" idx="6"/>
          </p:cNvCxnSpPr>
          <p:nvPr/>
        </p:nvCxnSpPr>
        <p:spPr>
          <a:xfrm>
            <a:off x="6322488" y="6067167"/>
            <a:ext cx="746705" cy="209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6" name="Straight Connector 345">
            <a:extLst>
              <a:ext uri="{FF2B5EF4-FFF2-40B4-BE49-F238E27FC236}">
                <a16:creationId xmlns:a16="http://schemas.microsoft.com/office/drawing/2014/main" id="{104B9FD0-4CE9-19DE-79E7-49790A37FC1E}"/>
              </a:ext>
            </a:extLst>
          </p:cNvPr>
          <p:cNvCxnSpPr>
            <a:cxnSpLocks/>
            <a:endCxn id="372" idx="6"/>
          </p:cNvCxnSpPr>
          <p:nvPr/>
        </p:nvCxnSpPr>
        <p:spPr>
          <a:xfrm flipH="1" flipV="1">
            <a:off x="6322487" y="5616784"/>
            <a:ext cx="746706" cy="1409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7" name="Straight Connector 346">
            <a:extLst>
              <a:ext uri="{FF2B5EF4-FFF2-40B4-BE49-F238E27FC236}">
                <a16:creationId xmlns:a16="http://schemas.microsoft.com/office/drawing/2014/main" id="{9DFFE2CD-B5C6-30D6-B29B-8E5285F5DC6A}"/>
              </a:ext>
            </a:extLst>
          </p:cNvPr>
          <p:cNvCxnSpPr>
            <a:cxnSpLocks/>
          </p:cNvCxnSpPr>
          <p:nvPr/>
        </p:nvCxnSpPr>
        <p:spPr>
          <a:xfrm flipH="1">
            <a:off x="8527229" y="4833596"/>
            <a:ext cx="623176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8" name="Straight Connector 347">
            <a:extLst>
              <a:ext uri="{FF2B5EF4-FFF2-40B4-BE49-F238E27FC236}">
                <a16:creationId xmlns:a16="http://schemas.microsoft.com/office/drawing/2014/main" id="{8EAC342F-E427-E2E0-DD85-7559BF48A064}"/>
              </a:ext>
            </a:extLst>
          </p:cNvPr>
          <p:cNvCxnSpPr>
            <a:cxnSpLocks/>
          </p:cNvCxnSpPr>
          <p:nvPr/>
        </p:nvCxnSpPr>
        <p:spPr>
          <a:xfrm flipH="1">
            <a:off x="8523659" y="5651530"/>
            <a:ext cx="623176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9" name="Straight Connector 348">
            <a:extLst>
              <a:ext uri="{FF2B5EF4-FFF2-40B4-BE49-F238E27FC236}">
                <a16:creationId xmlns:a16="http://schemas.microsoft.com/office/drawing/2014/main" id="{BEEC97DB-C191-5EC2-032D-F34B21C855DA}"/>
              </a:ext>
            </a:extLst>
          </p:cNvPr>
          <p:cNvCxnSpPr>
            <a:cxnSpLocks/>
          </p:cNvCxnSpPr>
          <p:nvPr/>
        </p:nvCxnSpPr>
        <p:spPr>
          <a:xfrm flipH="1">
            <a:off x="8527229" y="6052841"/>
            <a:ext cx="623176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0" name="Straight Connector 349">
            <a:extLst>
              <a:ext uri="{FF2B5EF4-FFF2-40B4-BE49-F238E27FC236}">
                <a16:creationId xmlns:a16="http://schemas.microsoft.com/office/drawing/2014/main" id="{A71B2762-4A16-371C-42DA-1E45C52C0E9E}"/>
              </a:ext>
            </a:extLst>
          </p:cNvPr>
          <p:cNvCxnSpPr>
            <a:cxnSpLocks/>
          </p:cNvCxnSpPr>
          <p:nvPr/>
        </p:nvCxnSpPr>
        <p:spPr>
          <a:xfrm flipH="1">
            <a:off x="8523659" y="6869584"/>
            <a:ext cx="623176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1" name="Straight Connector 350">
            <a:extLst>
              <a:ext uri="{FF2B5EF4-FFF2-40B4-BE49-F238E27FC236}">
                <a16:creationId xmlns:a16="http://schemas.microsoft.com/office/drawing/2014/main" id="{5DDD0CB5-2A55-DD80-5D6F-4F91D1B17E50}"/>
              </a:ext>
            </a:extLst>
          </p:cNvPr>
          <p:cNvCxnSpPr>
            <a:cxnSpLocks/>
          </p:cNvCxnSpPr>
          <p:nvPr/>
        </p:nvCxnSpPr>
        <p:spPr>
          <a:xfrm>
            <a:off x="6971876" y="6885344"/>
            <a:ext cx="100989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2" name="Straight Connector 351">
            <a:extLst>
              <a:ext uri="{FF2B5EF4-FFF2-40B4-BE49-F238E27FC236}">
                <a16:creationId xmlns:a16="http://schemas.microsoft.com/office/drawing/2014/main" id="{06356E5F-C774-51B5-E223-612B0BF195DA}"/>
              </a:ext>
            </a:extLst>
          </p:cNvPr>
          <p:cNvCxnSpPr>
            <a:cxnSpLocks/>
          </p:cNvCxnSpPr>
          <p:nvPr/>
        </p:nvCxnSpPr>
        <p:spPr>
          <a:xfrm flipV="1">
            <a:off x="6994435" y="6902804"/>
            <a:ext cx="0" cy="820019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3" name="Straight Connector 352">
            <a:extLst>
              <a:ext uri="{FF2B5EF4-FFF2-40B4-BE49-F238E27FC236}">
                <a16:creationId xmlns:a16="http://schemas.microsoft.com/office/drawing/2014/main" id="{A5243446-F710-911F-0E15-11F12967CC6F}"/>
              </a:ext>
            </a:extLst>
          </p:cNvPr>
          <p:cNvCxnSpPr>
            <a:cxnSpLocks/>
          </p:cNvCxnSpPr>
          <p:nvPr/>
        </p:nvCxnSpPr>
        <p:spPr>
          <a:xfrm>
            <a:off x="6985371" y="7706480"/>
            <a:ext cx="5572600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4" name="Straight Connector 353">
            <a:extLst>
              <a:ext uri="{FF2B5EF4-FFF2-40B4-BE49-F238E27FC236}">
                <a16:creationId xmlns:a16="http://schemas.microsoft.com/office/drawing/2014/main" id="{382A2CB9-F9C7-54BD-328D-71653AC328A3}"/>
              </a:ext>
            </a:extLst>
          </p:cNvPr>
          <p:cNvCxnSpPr>
            <a:cxnSpLocks/>
          </p:cNvCxnSpPr>
          <p:nvPr/>
        </p:nvCxnSpPr>
        <p:spPr>
          <a:xfrm flipV="1">
            <a:off x="12536717" y="6831440"/>
            <a:ext cx="0" cy="891383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5" name="Straight Connector 354">
            <a:extLst>
              <a:ext uri="{FF2B5EF4-FFF2-40B4-BE49-F238E27FC236}">
                <a16:creationId xmlns:a16="http://schemas.microsoft.com/office/drawing/2014/main" id="{F47C6778-8702-629E-5379-1BBAA1EAD462}"/>
              </a:ext>
            </a:extLst>
          </p:cNvPr>
          <p:cNvCxnSpPr>
            <a:cxnSpLocks/>
          </p:cNvCxnSpPr>
          <p:nvPr/>
        </p:nvCxnSpPr>
        <p:spPr>
          <a:xfrm flipV="1">
            <a:off x="6992233" y="3984650"/>
            <a:ext cx="0" cy="837017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6" name="Straight Connector 355">
            <a:extLst>
              <a:ext uri="{FF2B5EF4-FFF2-40B4-BE49-F238E27FC236}">
                <a16:creationId xmlns:a16="http://schemas.microsoft.com/office/drawing/2014/main" id="{AAEA66EB-7E14-AC5C-DD99-45B5D148EC0A}"/>
              </a:ext>
            </a:extLst>
          </p:cNvPr>
          <p:cNvCxnSpPr>
            <a:cxnSpLocks/>
          </p:cNvCxnSpPr>
          <p:nvPr/>
        </p:nvCxnSpPr>
        <p:spPr>
          <a:xfrm>
            <a:off x="6980788" y="3971557"/>
            <a:ext cx="5572600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7" name="Straight Connector 356">
            <a:extLst>
              <a:ext uri="{FF2B5EF4-FFF2-40B4-BE49-F238E27FC236}">
                <a16:creationId xmlns:a16="http://schemas.microsoft.com/office/drawing/2014/main" id="{8132A5B7-E667-9A04-77C2-06149BF70AEE}"/>
              </a:ext>
            </a:extLst>
          </p:cNvPr>
          <p:cNvCxnSpPr>
            <a:cxnSpLocks/>
          </p:cNvCxnSpPr>
          <p:nvPr/>
        </p:nvCxnSpPr>
        <p:spPr>
          <a:xfrm flipV="1">
            <a:off x="12536896" y="3952509"/>
            <a:ext cx="0" cy="85216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8" name="Straight Connector 357">
            <a:extLst>
              <a:ext uri="{FF2B5EF4-FFF2-40B4-BE49-F238E27FC236}">
                <a16:creationId xmlns:a16="http://schemas.microsoft.com/office/drawing/2014/main" id="{140CF9F4-41ED-633C-3472-EF005FDC98EE}"/>
              </a:ext>
            </a:extLst>
          </p:cNvPr>
          <p:cNvCxnSpPr>
            <a:cxnSpLocks/>
          </p:cNvCxnSpPr>
          <p:nvPr/>
        </p:nvCxnSpPr>
        <p:spPr>
          <a:xfrm>
            <a:off x="11771045" y="5426888"/>
            <a:ext cx="711995" cy="186339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9" name="Straight Connector 358">
            <a:extLst>
              <a:ext uri="{FF2B5EF4-FFF2-40B4-BE49-F238E27FC236}">
                <a16:creationId xmlns:a16="http://schemas.microsoft.com/office/drawing/2014/main" id="{6EB0B26C-8278-3DB1-9A68-6D69857C3B81}"/>
              </a:ext>
            </a:extLst>
          </p:cNvPr>
          <p:cNvCxnSpPr>
            <a:cxnSpLocks/>
          </p:cNvCxnSpPr>
          <p:nvPr/>
        </p:nvCxnSpPr>
        <p:spPr>
          <a:xfrm>
            <a:off x="11768663" y="4806754"/>
            <a:ext cx="711995" cy="186339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0" name="Straight Connector 359">
            <a:extLst>
              <a:ext uri="{FF2B5EF4-FFF2-40B4-BE49-F238E27FC236}">
                <a16:creationId xmlns:a16="http://schemas.microsoft.com/office/drawing/2014/main" id="{DCB1C933-5D1E-1EA1-6ACE-851918F04225}"/>
              </a:ext>
            </a:extLst>
          </p:cNvPr>
          <p:cNvCxnSpPr>
            <a:cxnSpLocks/>
          </p:cNvCxnSpPr>
          <p:nvPr/>
        </p:nvCxnSpPr>
        <p:spPr>
          <a:xfrm>
            <a:off x="11767870" y="6256055"/>
            <a:ext cx="711995" cy="186339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1" name="Straight Connector 360">
            <a:extLst>
              <a:ext uri="{FF2B5EF4-FFF2-40B4-BE49-F238E27FC236}">
                <a16:creationId xmlns:a16="http://schemas.microsoft.com/office/drawing/2014/main" id="{F9F2D332-9B02-C5FC-75C6-2D8CF48B3F07}"/>
              </a:ext>
            </a:extLst>
          </p:cNvPr>
          <p:cNvCxnSpPr>
            <a:cxnSpLocks/>
          </p:cNvCxnSpPr>
          <p:nvPr/>
        </p:nvCxnSpPr>
        <p:spPr>
          <a:xfrm>
            <a:off x="11767869" y="6465248"/>
            <a:ext cx="711995" cy="185246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2" name="Straight Connector 361">
            <a:extLst>
              <a:ext uri="{FF2B5EF4-FFF2-40B4-BE49-F238E27FC236}">
                <a16:creationId xmlns:a16="http://schemas.microsoft.com/office/drawing/2014/main" id="{BA119430-0189-AD86-C26E-BD32B9B408EB}"/>
              </a:ext>
            </a:extLst>
          </p:cNvPr>
          <p:cNvCxnSpPr>
            <a:cxnSpLocks/>
          </p:cNvCxnSpPr>
          <p:nvPr/>
        </p:nvCxnSpPr>
        <p:spPr>
          <a:xfrm>
            <a:off x="11756204" y="6673348"/>
            <a:ext cx="780513" cy="181111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3" name="Straight Connector 362">
            <a:extLst>
              <a:ext uri="{FF2B5EF4-FFF2-40B4-BE49-F238E27FC236}">
                <a16:creationId xmlns:a16="http://schemas.microsoft.com/office/drawing/2014/main" id="{EEDE95CC-1173-F391-1BFA-C33E0347D87C}"/>
              </a:ext>
            </a:extLst>
          </p:cNvPr>
          <p:cNvCxnSpPr>
            <a:cxnSpLocks/>
          </p:cNvCxnSpPr>
          <p:nvPr/>
        </p:nvCxnSpPr>
        <p:spPr>
          <a:xfrm>
            <a:off x="11767869" y="6046862"/>
            <a:ext cx="711995" cy="186339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4" name="Straight Connector 363">
            <a:extLst>
              <a:ext uri="{FF2B5EF4-FFF2-40B4-BE49-F238E27FC236}">
                <a16:creationId xmlns:a16="http://schemas.microsoft.com/office/drawing/2014/main" id="{A8D985FE-00AA-CA50-34C6-DDA31B1126E3}"/>
              </a:ext>
            </a:extLst>
          </p:cNvPr>
          <p:cNvCxnSpPr>
            <a:cxnSpLocks/>
          </p:cNvCxnSpPr>
          <p:nvPr/>
        </p:nvCxnSpPr>
        <p:spPr>
          <a:xfrm>
            <a:off x="11769457" y="5017535"/>
            <a:ext cx="711995" cy="186339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5" name="Straight Connector 364">
            <a:extLst>
              <a:ext uri="{FF2B5EF4-FFF2-40B4-BE49-F238E27FC236}">
                <a16:creationId xmlns:a16="http://schemas.microsoft.com/office/drawing/2014/main" id="{0C17836C-A2F3-736F-45B0-F54174B77636}"/>
              </a:ext>
            </a:extLst>
          </p:cNvPr>
          <p:cNvCxnSpPr>
            <a:cxnSpLocks/>
          </p:cNvCxnSpPr>
          <p:nvPr/>
        </p:nvCxnSpPr>
        <p:spPr>
          <a:xfrm>
            <a:off x="11769456" y="5225140"/>
            <a:ext cx="711995" cy="185246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6" name="Straight Connector 365">
            <a:extLst>
              <a:ext uri="{FF2B5EF4-FFF2-40B4-BE49-F238E27FC236}">
                <a16:creationId xmlns:a16="http://schemas.microsoft.com/office/drawing/2014/main" id="{DDB7923E-6414-F817-3536-688D72AB0C28}"/>
              </a:ext>
            </a:extLst>
          </p:cNvPr>
          <p:cNvCxnSpPr>
            <a:cxnSpLocks/>
          </p:cNvCxnSpPr>
          <p:nvPr/>
        </p:nvCxnSpPr>
        <p:spPr>
          <a:xfrm>
            <a:off x="12458673" y="4794533"/>
            <a:ext cx="94715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7" name="Straight Connector 366">
            <a:extLst>
              <a:ext uri="{FF2B5EF4-FFF2-40B4-BE49-F238E27FC236}">
                <a16:creationId xmlns:a16="http://schemas.microsoft.com/office/drawing/2014/main" id="{11D8633D-9A8A-A2DC-61B4-B952BF667B4C}"/>
              </a:ext>
            </a:extLst>
          </p:cNvPr>
          <p:cNvCxnSpPr>
            <a:cxnSpLocks/>
          </p:cNvCxnSpPr>
          <p:nvPr/>
        </p:nvCxnSpPr>
        <p:spPr>
          <a:xfrm>
            <a:off x="12458673" y="5603493"/>
            <a:ext cx="727472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8" name="Straight Connector 367">
            <a:extLst>
              <a:ext uri="{FF2B5EF4-FFF2-40B4-BE49-F238E27FC236}">
                <a16:creationId xmlns:a16="http://schemas.microsoft.com/office/drawing/2014/main" id="{491FCAB3-9107-B4ED-EB38-132B8FCDC124}"/>
              </a:ext>
            </a:extLst>
          </p:cNvPr>
          <p:cNvCxnSpPr>
            <a:cxnSpLocks/>
          </p:cNvCxnSpPr>
          <p:nvPr/>
        </p:nvCxnSpPr>
        <p:spPr>
          <a:xfrm>
            <a:off x="12458673" y="6067376"/>
            <a:ext cx="727472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9" name="Oval 368">
            <a:extLst>
              <a:ext uri="{FF2B5EF4-FFF2-40B4-BE49-F238E27FC236}">
                <a16:creationId xmlns:a16="http://schemas.microsoft.com/office/drawing/2014/main" id="{3D95D3D3-4B5B-8394-8760-F053BA647913}"/>
              </a:ext>
            </a:extLst>
          </p:cNvPr>
          <p:cNvSpPr/>
          <p:nvPr/>
        </p:nvSpPr>
        <p:spPr>
          <a:xfrm>
            <a:off x="13203429" y="6007546"/>
            <a:ext cx="117698" cy="117698"/>
          </a:xfrm>
          <a:prstGeom prst="ellipse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0" name="Oval 369">
            <a:extLst>
              <a:ext uri="{FF2B5EF4-FFF2-40B4-BE49-F238E27FC236}">
                <a16:creationId xmlns:a16="http://schemas.microsoft.com/office/drawing/2014/main" id="{53C8F353-80A9-31B9-333E-B866769E223C}"/>
              </a:ext>
            </a:extLst>
          </p:cNvPr>
          <p:cNvSpPr/>
          <p:nvPr/>
        </p:nvSpPr>
        <p:spPr>
          <a:xfrm>
            <a:off x="13201465" y="5553590"/>
            <a:ext cx="119661" cy="119661"/>
          </a:xfrm>
          <a:prstGeom prst="ellipse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1" name="Oval 370">
            <a:extLst>
              <a:ext uri="{FF2B5EF4-FFF2-40B4-BE49-F238E27FC236}">
                <a16:creationId xmlns:a16="http://schemas.microsoft.com/office/drawing/2014/main" id="{0DE4CAB7-E442-C3F8-CE4C-55790CC52569}"/>
              </a:ext>
            </a:extLst>
          </p:cNvPr>
          <p:cNvSpPr/>
          <p:nvPr/>
        </p:nvSpPr>
        <p:spPr>
          <a:xfrm>
            <a:off x="6202826" y="6007336"/>
            <a:ext cx="119662" cy="119662"/>
          </a:xfrm>
          <a:prstGeom prst="ellipse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2" name="Oval 371">
            <a:extLst>
              <a:ext uri="{FF2B5EF4-FFF2-40B4-BE49-F238E27FC236}">
                <a16:creationId xmlns:a16="http://schemas.microsoft.com/office/drawing/2014/main" id="{FC5F7EC9-1668-42D4-984B-8B91092262E6}"/>
              </a:ext>
            </a:extLst>
          </p:cNvPr>
          <p:cNvSpPr/>
          <p:nvPr/>
        </p:nvSpPr>
        <p:spPr>
          <a:xfrm>
            <a:off x="6202826" y="5556953"/>
            <a:ext cx="119661" cy="119661"/>
          </a:xfrm>
          <a:prstGeom prst="ellipse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3" name="Oval 372">
            <a:extLst>
              <a:ext uri="{FF2B5EF4-FFF2-40B4-BE49-F238E27FC236}">
                <a16:creationId xmlns:a16="http://schemas.microsoft.com/office/drawing/2014/main" id="{E9C3BD00-D67F-CE90-5C86-1D9F35FD4AF6}"/>
              </a:ext>
            </a:extLst>
          </p:cNvPr>
          <p:cNvSpPr/>
          <p:nvPr/>
        </p:nvSpPr>
        <p:spPr>
          <a:xfrm>
            <a:off x="8391076" y="5597357"/>
            <a:ext cx="119662" cy="119662"/>
          </a:xfrm>
          <a:prstGeom prst="ellipse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4" name="Oval 373">
            <a:extLst>
              <a:ext uri="{FF2B5EF4-FFF2-40B4-BE49-F238E27FC236}">
                <a16:creationId xmlns:a16="http://schemas.microsoft.com/office/drawing/2014/main" id="{5C9E0AD7-57A0-4149-21C8-F724EA8000FE}"/>
              </a:ext>
            </a:extLst>
          </p:cNvPr>
          <p:cNvSpPr/>
          <p:nvPr/>
        </p:nvSpPr>
        <p:spPr>
          <a:xfrm>
            <a:off x="8391076" y="4771598"/>
            <a:ext cx="119661" cy="119661"/>
          </a:xfrm>
          <a:prstGeom prst="ellipse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5" name="Oval 374">
            <a:extLst>
              <a:ext uri="{FF2B5EF4-FFF2-40B4-BE49-F238E27FC236}">
                <a16:creationId xmlns:a16="http://schemas.microsoft.com/office/drawing/2014/main" id="{45219E8E-556D-1C67-010D-3E50ADE5B0C3}"/>
              </a:ext>
            </a:extLst>
          </p:cNvPr>
          <p:cNvSpPr/>
          <p:nvPr/>
        </p:nvSpPr>
        <p:spPr>
          <a:xfrm>
            <a:off x="8391076" y="5994176"/>
            <a:ext cx="119661" cy="119661"/>
          </a:xfrm>
          <a:prstGeom prst="ellipse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6" name="Oval 375">
            <a:extLst>
              <a:ext uri="{FF2B5EF4-FFF2-40B4-BE49-F238E27FC236}">
                <a16:creationId xmlns:a16="http://schemas.microsoft.com/office/drawing/2014/main" id="{069C4500-F77B-EB7A-7185-F6DFA1AE300D}"/>
              </a:ext>
            </a:extLst>
          </p:cNvPr>
          <p:cNvSpPr/>
          <p:nvPr/>
        </p:nvSpPr>
        <p:spPr>
          <a:xfrm>
            <a:off x="8391076" y="6815311"/>
            <a:ext cx="119661" cy="119661"/>
          </a:xfrm>
          <a:prstGeom prst="ellipse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77" name="Graphic 376">
            <a:extLst>
              <a:ext uri="{FF2B5EF4-FFF2-40B4-BE49-F238E27FC236}">
                <a16:creationId xmlns:a16="http://schemas.microsoft.com/office/drawing/2014/main" id="{5B697BF2-F27D-1FBA-99C7-24DC37A1F16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932773" y="5494164"/>
            <a:ext cx="104775" cy="238125"/>
          </a:xfrm>
          <a:prstGeom prst="rect">
            <a:avLst/>
          </a:prstGeom>
        </p:spPr>
      </p:pic>
      <p:pic>
        <p:nvPicPr>
          <p:cNvPr id="378" name="Graphic 377">
            <a:extLst>
              <a:ext uri="{FF2B5EF4-FFF2-40B4-BE49-F238E27FC236}">
                <a16:creationId xmlns:a16="http://schemas.microsoft.com/office/drawing/2014/main" id="{67099500-B810-68ED-91B4-29833B498ED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125988" y="6762269"/>
            <a:ext cx="142875" cy="238125"/>
          </a:xfrm>
          <a:prstGeom prst="rect">
            <a:avLst/>
          </a:prstGeom>
        </p:spPr>
      </p:pic>
      <p:pic>
        <p:nvPicPr>
          <p:cNvPr id="379" name="Graphic 378">
            <a:extLst>
              <a:ext uri="{FF2B5EF4-FFF2-40B4-BE49-F238E27FC236}">
                <a16:creationId xmlns:a16="http://schemas.microsoft.com/office/drawing/2014/main" id="{76052F57-DC9B-EAC7-8529-033A46B404F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130079" y="5919421"/>
            <a:ext cx="142875" cy="247650"/>
          </a:xfrm>
          <a:prstGeom prst="rect">
            <a:avLst/>
          </a:prstGeom>
        </p:spPr>
      </p:pic>
      <p:pic>
        <p:nvPicPr>
          <p:cNvPr id="380" name="Graphic 379">
            <a:extLst>
              <a:ext uri="{FF2B5EF4-FFF2-40B4-BE49-F238E27FC236}">
                <a16:creationId xmlns:a16="http://schemas.microsoft.com/office/drawing/2014/main" id="{5990EEAF-EB24-3724-34A5-2B831AC83AB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130750" y="5545620"/>
            <a:ext cx="133350" cy="238125"/>
          </a:xfrm>
          <a:prstGeom prst="rect">
            <a:avLst/>
          </a:prstGeom>
        </p:spPr>
      </p:pic>
      <p:pic>
        <p:nvPicPr>
          <p:cNvPr id="381" name="Graphic 380">
            <a:extLst>
              <a:ext uri="{FF2B5EF4-FFF2-40B4-BE49-F238E27FC236}">
                <a16:creationId xmlns:a16="http://schemas.microsoft.com/office/drawing/2014/main" id="{72D65365-88FF-C3AB-14BD-D4D64A87820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142007" y="4737426"/>
            <a:ext cx="133350" cy="238125"/>
          </a:xfrm>
          <a:prstGeom prst="rect">
            <a:avLst/>
          </a:prstGeom>
        </p:spPr>
      </p:pic>
      <p:pic>
        <p:nvPicPr>
          <p:cNvPr id="382" name="Graphic 381">
            <a:extLst>
              <a:ext uri="{FF2B5EF4-FFF2-40B4-BE49-F238E27FC236}">
                <a16:creationId xmlns:a16="http://schemas.microsoft.com/office/drawing/2014/main" id="{25F438A8-B46C-FB63-CB4C-9F179FBF65C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3525636" y="5947332"/>
            <a:ext cx="152400" cy="238125"/>
          </a:xfrm>
          <a:prstGeom prst="rect">
            <a:avLst/>
          </a:prstGeom>
        </p:spPr>
      </p:pic>
      <p:pic>
        <p:nvPicPr>
          <p:cNvPr id="383" name="Graphic 382">
            <a:extLst>
              <a:ext uri="{FF2B5EF4-FFF2-40B4-BE49-F238E27FC236}">
                <a16:creationId xmlns:a16="http://schemas.microsoft.com/office/drawing/2014/main" id="{E7F8AD43-5569-F245-FB42-350FC18F28D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903879" y="5947331"/>
            <a:ext cx="142875" cy="238125"/>
          </a:xfrm>
          <a:prstGeom prst="rect">
            <a:avLst/>
          </a:prstGeom>
        </p:spPr>
      </p:pic>
      <p:pic>
        <p:nvPicPr>
          <p:cNvPr id="384" name="Graphic 383">
            <a:extLst>
              <a:ext uri="{FF2B5EF4-FFF2-40B4-BE49-F238E27FC236}">
                <a16:creationId xmlns:a16="http://schemas.microsoft.com/office/drawing/2014/main" id="{ABDE9839-5E7A-75B2-A9EE-546E5918C39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3538791" y="5482664"/>
            <a:ext cx="133350" cy="238125"/>
          </a:xfrm>
          <a:prstGeom prst="rect">
            <a:avLst/>
          </a:prstGeom>
        </p:spPr>
      </p:pic>
      <p:pic>
        <p:nvPicPr>
          <p:cNvPr id="385" name="Graphic 384">
            <a:extLst>
              <a:ext uri="{FF2B5EF4-FFF2-40B4-BE49-F238E27FC236}">
                <a16:creationId xmlns:a16="http://schemas.microsoft.com/office/drawing/2014/main" id="{13856863-21E6-F603-4D7F-03C668DFC22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6457056" y="5154819"/>
            <a:ext cx="381000" cy="371475"/>
          </a:xfrm>
          <a:prstGeom prst="rect">
            <a:avLst/>
          </a:prstGeom>
        </p:spPr>
      </p:pic>
      <p:pic>
        <p:nvPicPr>
          <p:cNvPr id="386" name="Graphic 385">
            <a:extLst>
              <a:ext uri="{FF2B5EF4-FFF2-40B4-BE49-F238E27FC236}">
                <a16:creationId xmlns:a16="http://schemas.microsoft.com/office/drawing/2014/main" id="{504EFB2D-E157-C901-E2A8-C9E23A69627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8600021" y="5021895"/>
            <a:ext cx="390525" cy="371475"/>
          </a:xfrm>
          <a:prstGeom prst="rect">
            <a:avLst/>
          </a:prstGeom>
        </p:spPr>
      </p:pic>
      <p:pic>
        <p:nvPicPr>
          <p:cNvPr id="387" name="Graphic 386">
            <a:extLst>
              <a:ext uri="{FF2B5EF4-FFF2-40B4-BE49-F238E27FC236}">
                <a16:creationId xmlns:a16="http://schemas.microsoft.com/office/drawing/2014/main" id="{A1369F5C-5C75-54CC-3FC5-24E9FD24326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8600021" y="6256055"/>
            <a:ext cx="457200" cy="371475"/>
          </a:xfrm>
          <a:prstGeom prst="rect">
            <a:avLst/>
          </a:prstGeom>
        </p:spPr>
      </p:pic>
      <p:pic>
        <p:nvPicPr>
          <p:cNvPr id="388" name="Graphic 387">
            <a:extLst>
              <a:ext uri="{FF2B5EF4-FFF2-40B4-BE49-F238E27FC236}">
                <a16:creationId xmlns:a16="http://schemas.microsoft.com/office/drawing/2014/main" id="{C77FED39-D998-25D1-3689-D397C57D54E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6387683" y="6312452"/>
            <a:ext cx="447675" cy="371475"/>
          </a:xfrm>
          <a:prstGeom prst="rect">
            <a:avLst/>
          </a:prstGeom>
        </p:spPr>
      </p:pic>
      <p:sp>
        <p:nvSpPr>
          <p:cNvPr id="389" name="Isosceles Triangle 388">
            <a:extLst>
              <a:ext uri="{FF2B5EF4-FFF2-40B4-BE49-F238E27FC236}">
                <a16:creationId xmlns:a16="http://schemas.microsoft.com/office/drawing/2014/main" id="{945EFD6B-750E-8495-366D-226B9F61780B}"/>
              </a:ext>
            </a:extLst>
          </p:cNvPr>
          <p:cNvSpPr/>
          <p:nvPr/>
        </p:nvSpPr>
        <p:spPr>
          <a:xfrm rot="5400000">
            <a:off x="8722285" y="4742559"/>
            <a:ext cx="184549" cy="180974"/>
          </a:xfrm>
          <a:prstGeom prst="triangl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0" name="Isosceles Triangle 389">
            <a:extLst>
              <a:ext uri="{FF2B5EF4-FFF2-40B4-BE49-F238E27FC236}">
                <a16:creationId xmlns:a16="http://schemas.microsoft.com/office/drawing/2014/main" id="{37D88D8B-3468-50CF-B01A-2FF294F282E4}"/>
              </a:ext>
            </a:extLst>
          </p:cNvPr>
          <p:cNvSpPr/>
          <p:nvPr/>
        </p:nvSpPr>
        <p:spPr>
          <a:xfrm rot="5400000">
            <a:off x="8722079" y="6777734"/>
            <a:ext cx="184549" cy="180974"/>
          </a:xfrm>
          <a:prstGeom prst="triangl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1" name="Isosceles Triangle 390">
            <a:extLst>
              <a:ext uri="{FF2B5EF4-FFF2-40B4-BE49-F238E27FC236}">
                <a16:creationId xmlns:a16="http://schemas.microsoft.com/office/drawing/2014/main" id="{567AB985-28A3-0BFA-697B-D3BC7127C458}"/>
              </a:ext>
            </a:extLst>
          </p:cNvPr>
          <p:cNvSpPr/>
          <p:nvPr/>
        </p:nvSpPr>
        <p:spPr>
          <a:xfrm rot="5400000">
            <a:off x="6657535" y="5525196"/>
            <a:ext cx="184549" cy="180974"/>
          </a:xfrm>
          <a:prstGeom prst="triangl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2" name="Isosceles Triangle 391">
            <a:extLst>
              <a:ext uri="{FF2B5EF4-FFF2-40B4-BE49-F238E27FC236}">
                <a16:creationId xmlns:a16="http://schemas.microsoft.com/office/drawing/2014/main" id="{7DC5D342-68DD-48FB-510C-B7F22CD5864F}"/>
              </a:ext>
            </a:extLst>
          </p:cNvPr>
          <p:cNvSpPr/>
          <p:nvPr/>
        </p:nvSpPr>
        <p:spPr>
          <a:xfrm rot="16200000" flipH="1">
            <a:off x="6636103" y="5975250"/>
            <a:ext cx="184549" cy="180974"/>
          </a:xfrm>
          <a:prstGeom prst="triangl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3" name="Isosceles Triangle 392">
            <a:extLst>
              <a:ext uri="{FF2B5EF4-FFF2-40B4-BE49-F238E27FC236}">
                <a16:creationId xmlns:a16="http://schemas.microsoft.com/office/drawing/2014/main" id="{73E83CE8-E8DB-804E-C969-14C5AEDF150A}"/>
              </a:ext>
            </a:extLst>
          </p:cNvPr>
          <p:cNvSpPr/>
          <p:nvPr/>
        </p:nvSpPr>
        <p:spPr>
          <a:xfrm rot="16200000" flipH="1">
            <a:off x="8699989" y="5960171"/>
            <a:ext cx="184549" cy="180974"/>
          </a:xfrm>
          <a:prstGeom prst="triangl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4" name="Isosceles Triangle 393">
            <a:extLst>
              <a:ext uri="{FF2B5EF4-FFF2-40B4-BE49-F238E27FC236}">
                <a16:creationId xmlns:a16="http://schemas.microsoft.com/office/drawing/2014/main" id="{C558F4E0-54A5-8A36-823F-A20B0C8946D9}"/>
              </a:ext>
            </a:extLst>
          </p:cNvPr>
          <p:cNvSpPr/>
          <p:nvPr/>
        </p:nvSpPr>
        <p:spPr>
          <a:xfrm rot="16200000" flipH="1">
            <a:off x="8699990" y="5558532"/>
            <a:ext cx="184549" cy="180974"/>
          </a:xfrm>
          <a:prstGeom prst="triangl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5" name="Isosceles Triangle 394">
            <a:extLst>
              <a:ext uri="{FF2B5EF4-FFF2-40B4-BE49-F238E27FC236}">
                <a16:creationId xmlns:a16="http://schemas.microsoft.com/office/drawing/2014/main" id="{6EF07FB2-6875-CF93-1389-3155672FCB99}"/>
              </a:ext>
            </a:extLst>
          </p:cNvPr>
          <p:cNvSpPr/>
          <p:nvPr/>
        </p:nvSpPr>
        <p:spPr>
          <a:xfrm rot="16200000" flipH="1">
            <a:off x="12786693" y="5976680"/>
            <a:ext cx="184549" cy="180974"/>
          </a:xfrm>
          <a:prstGeom prst="triangl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6" name="Isosceles Triangle 395">
            <a:extLst>
              <a:ext uri="{FF2B5EF4-FFF2-40B4-BE49-F238E27FC236}">
                <a16:creationId xmlns:a16="http://schemas.microsoft.com/office/drawing/2014/main" id="{8081807E-DE48-7961-87C0-13A8B67ABB43}"/>
              </a:ext>
            </a:extLst>
          </p:cNvPr>
          <p:cNvSpPr/>
          <p:nvPr/>
        </p:nvSpPr>
        <p:spPr>
          <a:xfrm rot="5400000">
            <a:off x="12815655" y="5521563"/>
            <a:ext cx="184549" cy="180974"/>
          </a:xfrm>
          <a:prstGeom prst="triangl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97" name="Straight Arrow Connector 396">
            <a:extLst>
              <a:ext uri="{FF2B5EF4-FFF2-40B4-BE49-F238E27FC236}">
                <a16:creationId xmlns:a16="http://schemas.microsoft.com/office/drawing/2014/main" id="{7D1E750A-EA1E-4D24-3217-F207A004F4BE}"/>
              </a:ext>
            </a:extLst>
          </p:cNvPr>
          <p:cNvCxnSpPr>
            <a:cxnSpLocks/>
          </p:cNvCxnSpPr>
          <p:nvPr/>
        </p:nvCxnSpPr>
        <p:spPr>
          <a:xfrm flipV="1">
            <a:off x="9786195" y="4235782"/>
            <a:ext cx="0" cy="3145536"/>
          </a:xfrm>
          <a:prstGeom prst="straightConnector1">
            <a:avLst/>
          </a:prstGeom>
          <a:ln w="508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8" name="Straight Arrow Connector 397">
            <a:extLst>
              <a:ext uri="{FF2B5EF4-FFF2-40B4-BE49-F238E27FC236}">
                <a16:creationId xmlns:a16="http://schemas.microsoft.com/office/drawing/2014/main" id="{BAF681C7-0C2A-54F7-32D2-8B59680FB5FC}"/>
              </a:ext>
            </a:extLst>
          </p:cNvPr>
          <p:cNvCxnSpPr>
            <a:cxnSpLocks/>
          </p:cNvCxnSpPr>
          <p:nvPr/>
        </p:nvCxnSpPr>
        <p:spPr>
          <a:xfrm>
            <a:off x="10127143" y="4192513"/>
            <a:ext cx="2206038" cy="0"/>
          </a:xfrm>
          <a:prstGeom prst="straightConnector1">
            <a:avLst/>
          </a:prstGeom>
          <a:ln w="50800">
            <a:solidFill>
              <a:srgbClr val="FF0000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9" name="Straight Arrow Connector 398">
            <a:extLst>
              <a:ext uri="{FF2B5EF4-FFF2-40B4-BE49-F238E27FC236}">
                <a16:creationId xmlns:a16="http://schemas.microsoft.com/office/drawing/2014/main" id="{BC91EFD6-2EC8-3134-A34E-9AC94445E32B}"/>
              </a:ext>
            </a:extLst>
          </p:cNvPr>
          <p:cNvCxnSpPr>
            <a:cxnSpLocks/>
          </p:cNvCxnSpPr>
          <p:nvPr/>
        </p:nvCxnSpPr>
        <p:spPr>
          <a:xfrm>
            <a:off x="12327030" y="4178732"/>
            <a:ext cx="0" cy="3246274"/>
          </a:xfrm>
          <a:prstGeom prst="straightConnector1">
            <a:avLst/>
          </a:prstGeom>
          <a:ln w="50800">
            <a:solidFill>
              <a:srgbClr val="FF0000"/>
            </a:solidFill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0" name="Straight Arrow Connector 399">
            <a:extLst>
              <a:ext uri="{FF2B5EF4-FFF2-40B4-BE49-F238E27FC236}">
                <a16:creationId xmlns:a16="http://schemas.microsoft.com/office/drawing/2014/main" id="{E39F56DF-3036-2E74-2416-3D0E93ADBC32}"/>
              </a:ext>
            </a:extLst>
          </p:cNvPr>
          <p:cNvCxnSpPr>
            <a:cxnSpLocks/>
          </p:cNvCxnSpPr>
          <p:nvPr/>
        </p:nvCxnSpPr>
        <p:spPr>
          <a:xfrm>
            <a:off x="7235401" y="4192513"/>
            <a:ext cx="2924839" cy="0"/>
          </a:xfrm>
          <a:prstGeom prst="straightConnector1">
            <a:avLst/>
          </a:prstGeom>
          <a:ln w="50800">
            <a:solidFill>
              <a:srgbClr val="FF0000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1" name="Straight Arrow Connector 400">
            <a:extLst>
              <a:ext uri="{FF2B5EF4-FFF2-40B4-BE49-F238E27FC236}">
                <a16:creationId xmlns:a16="http://schemas.microsoft.com/office/drawing/2014/main" id="{DFD3AB23-443E-02A9-997D-09774FF27E35}"/>
              </a:ext>
            </a:extLst>
          </p:cNvPr>
          <p:cNvCxnSpPr>
            <a:cxnSpLocks/>
          </p:cNvCxnSpPr>
          <p:nvPr/>
        </p:nvCxnSpPr>
        <p:spPr>
          <a:xfrm>
            <a:off x="7252110" y="4195585"/>
            <a:ext cx="0" cy="3206561"/>
          </a:xfrm>
          <a:prstGeom prst="straightConnector1">
            <a:avLst/>
          </a:prstGeom>
          <a:ln w="50800">
            <a:solidFill>
              <a:srgbClr val="FF0000"/>
            </a:solidFill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2" name="Straight Arrow Connector 401">
            <a:extLst>
              <a:ext uri="{FF2B5EF4-FFF2-40B4-BE49-F238E27FC236}">
                <a16:creationId xmlns:a16="http://schemas.microsoft.com/office/drawing/2014/main" id="{0D572D90-EEB5-DF7E-B2C0-1C860DC94CEE}"/>
              </a:ext>
            </a:extLst>
          </p:cNvPr>
          <p:cNvCxnSpPr>
            <a:cxnSpLocks/>
          </p:cNvCxnSpPr>
          <p:nvPr/>
        </p:nvCxnSpPr>
        <p:spPr>
          <a:xfrm>
            <a:off x="9804865" y="7408153"/>
            <a:ext cx="2513076" cy="0"/>
          </a:xfrm>
          <a:prstGeom prst="straightConnector1">
            <a:avLst/>
          </a:prstGeom>
          <a:ln w="50800">
            <a:solidFill>
              <a:srgbClr val="FF0000"/>
            </a:solidFill>
            <a:headEnd type="triangl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3" name="Straight Arrow Connector 402">
            <a:extLst>
              <a:ext uri="{FF2B5EF4-FFF2-40B4-BE49-F238E27FC236}">
                <a16:creationId xmlns:a16="http://schemas.microsoft.com/office/drawing/2014/main" id="{5E5E17F7-E914-A27C-FCB8-4ECD023E509A}"/>
              </a:ext>
            </a:extLst>
          </p:cNvPr>
          <p:cNvCxnSpPr>
            <a:cxnSpLocks/>
          </p:cNvCxnSpPr>
          <p:nvPr/>
        </p:nvCxnSpPr>
        <p:spPr>
          <a:xfrm>
            <a:off x="7238449" y="7408153"/>
            <a:ext cx="2505456" cy="0"/>
          </a:xfrm>
          <a:prstGeom prst="straightConnector1">
            <a:avLst/>
          </a:prstGeom>
          <a:ln w="508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2140563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3E4C75-C60B-CC58-5BF0-B484DAC6F2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>
            <a:extLst>
              <a:ext uri="{FF2B5EF4-FFF2-40B4-BE49-F238E27FC236}">
                <a16:creationId xmlns:a16="http://schemas.microsoft.com/office/drawing/2014/main" id="{27AA4081-B50B-482F-DAAC-D00FC837E358}"/>
              </a:ext>
            </a:extLst>
          </p:cNvPr>
          <p:cNvGrpSpPr/>
          <p:nvPr/>
        </p:nvGrpSpPr>
        <p:grpSpPr>
          <a:xfrm>
            <a:off x="-6687795" y="-1308586"/>
            <a:ext cx="7774157" cy="3770314"/>
            <a:chOff x="-6687795" y="-1308586"/>
            <a:chExt cx="7774157" cy="3770314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4D26805D-6F9F-0E61-EFE7-34F0038EA763}"/>
                </a:ext>
              </a:extLst>
            </p:cNvPr>
            <p:cNvSpPr/>
            <p:nvPr/>
          </p:nvSpPr>
          <p:spPr>
            <a:xfrm>
              <a:off x="-5499149" y="-1214289"/>
              <a:ext cx="5387340" cy="3569970"/>
            </a:xfrm>
            <a:prstGeom prst="rect">
              <a:avLst/>
            </a:prstGeom>
            <a:solidFill>
              <a:srgbClr val="80808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C7AB386F-DEAF-D140-C0A6-0A4F47EB1FF3}"/>
                </a:ext>
              </a:extLst>
            </p:cNvPr>
            <p:cNvSpPr/>
            <p:nvPr/>
          </p:nvSpPr>
          <p:spPr>
            <a:xfrm>
              <a:off x="-4846681" y="-625168"/>
              <a:ext cx="1401841" cy="2391728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63BDC1E3-A47C-3F1E-32C0-E0B1AEBA83C4}"/>
                </a:ext>
              </a:extLst>
            </p:cNvPr>
            <p:cNvSpPr/>
            <p:nvPr/>
          </p:nvSpPr>
          <p:spPr>
            <a:xfrm>
              <a:off x="-2284135" y="-625168"/>
              <a:ext cx="1491616" cy="2391728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94AFE814-DF59-D681-A0A3-76AB59CE876A}"/>
                </a:ext>
              </a:extLst>
            </p:cNvPr>
            <p:cNvCxnSpPr>
              <a:cxnSpLocks/>
            </p:cNvCxnSpPr>
            <p:nvPr/>
          </p:nvCxnSpPr>
          <p:spPr>
            <a:xfrm>
              <a:off x="-3475085" y="282089"/>
              <a:ext cx="1221581" cy="108346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Straight Connector 55">
              <a:extLst>
                <a:ext uri="{FF2B5EF4-FFF2-40B4-BE49-F238E27FC236}">
                  <a16:creationId xmlns:a16="http://schemas.microsoft.com/office/drawing/2014/main" id="{68DCA32B-91C5-AEE2-5CE7-A221AB1B6366}"/>
                </a:ext>
              </a:extLst>
            </p:cNvPr>
            <p:cNvCxnSpPr>
              <a:cxnSpLocks/>
            </p:cNvCxnSpPr>
            <p:nvPr/>
          </p:nvCxnSpPr>
          <p:spPr>
            <a:xfrm>
              <a:off x="-3475085" y="211132"/>
              <a:ext cx="1221581" cy="108346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id="{6DC7B147-C5BE-4042-EDAA-06562E2F2537}"/>
                </a:ext>
              </a:extLst>
            </p:cNvPr>
            <p:cNvCxnSpPr>
              <a:cxnSpLocks/>
            </p:cNvCxnSpPr>
            <p:nvPr/>
          </p:nvCxnSpPr>
          <p:spPr>
            <a:xfrm>
              <a:off x="-3475085" y="-427499"/>
              <a:ext cx="1221581" cy="108346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Straight Connector 57">
              <a:extLst>
                <a:ext uri="{FF2B5EF4-FFF2-40B4-BE49-F238E27FC236}">
                  <a16:creationId xmlns:a16="http://schemas.microsoft.com/office/drawing/2014/main" id="{C6623B07-0535-4390-4222-DCFC59808E8B}"/>
                </a:ext>
              </a:extLst>
            </p:cNvPr>
            <p:cNvCxnSpPr>
              <a:cxnSpLocks/>
            </p:cNvCxnSpPr>
            <p:nvPr/>
          </p:nvCxnSpPr>
          <p:spPr>
            <a:xfrm>
              <a:off x="-3475085" y="-356540"/>
              <a:ext cx="1221581" cy="108346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Straight Connector 58">
              <a:extLst>
                <a:ext uri="{FF2B5EF4-FFF2-40B4-BE49-F238E27FC236}">
                  <a16:creationId xmlns:a16="http://schemas.microsoft.com/office/drawing/2014/main" id="{6572AB16-5B83-EAA7-61F4-155F18A59591}"/>
                </a:ext>
              </a:extLst>
            </p:cNvPr>
            <p:cNvCxnSpPr>
              <a:cxnSpLocks/>
            </p:cNvCxnSpPr>
            <p:nvPr/>
          </p:nvCxnSpPr>
          <p:spPr>
            <a:xfrm>
              <a:off x="-3475085" y="-285581"/>
              <a:ext cx="1221581" cy="108346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Straight Connector 59">
              <a:extLst>
                <a:ext uri="{FF2B5EF4-FFF2-40B4-BE49-F238E27FC236}">
                  <a16:creationId xmlns:a16="http://schemas.microsoft.com/office/drawing/2014/main" id="{480EECBC-41C5-AA1B-0318-02AA7B86DB08}"/>
                </a:ext>
              </a:extLst>
            </p:cNvPr>
            <p:cNvCxnSpPr>
              <a:cxnSpLocks/>
            </p:cNvCxnSpPr>
            <p:nvPr/>
          </p:nvCxnSpPr>
          <p:spPr>
            <a:xfrm>
              <a:off x="-3475085" y="-214622"/>
              <a:ext cx="1221581" cy="108346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Straight Connector 60">
              <a:extLst>
                <a:ext uri="{FF2B5EF4-FFF2-40B4-BE49-F238E27FC236}">
                  <a16:creationId xmlns:a16="http://schemas.microsoft.com/office/drawing/2014/main" id="{70F8471A-CEF6-00B4-FCA8-99ED9144034A}"/>
                </a:ext>
              </a:extLst>
            </p:cNvPr>
            <p:cNvCxnSpPr>
              <a:cxnSpLocks/>
            </p:cNvCxnSpPr>
            <p:nvPr/>
          </p:nvCxnSpPr>
          <p:spPr>
            <a:xfrm>
              <a:off x="-3475085" y="-143663"/>
              <a:ext cx="1221581" cy="108346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Straight Connector 61">
              <a:extLst>
                <a:ext uri="{FF2B5EF4-FFF2-40B4-BE49-F238E27FC236}">
                  <a16:creationId xmlns:a16="http://schemas.microsoft.com/office/drawing/2014/main" id="{4AE28F34-3B01-6875-ED35-C25472CCE25F}"/>
                </a:ext>
              </a:extLst>
            </p:cNvPr>
            <p:cNvCxnSpPr>
              <a:cxnSpLocks/>
            </p:cNvCxnSpPr>
            <p:nvPr/>
          </p:nvCxnSpPr>
          <p:spPr>
            <a:xfrm>
              <a:off x="-3475085" y="-72704"/>
              <a:ext cx="1221581" cy="108346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Straight Connector 62">
              <a:extLst>
                <a:ext uri="{FF2B5EF4-FFF2-40B4-BE49-F238E27FC236}">
                  <a16:creationId xmlns:a16="http://schemas.microsoft.com/office/drawing/2014/main" id="{010A7E4A-632E-CBC9-24B4-E8B48A70C4F2}"/>
                </a:ext>
              </a:extLst>
            </p:cNvPr>
            <p:cNvCxnSpPr>
              <a:cxnSpLocks/>
            </p:cNvCxnSpPr>
            <p:nvPr/>
          </p:nvCxnSpPr>
          <p:spPr>
            <a:xfrm>
              <a:off x="-3475085" y="-1745"/>
              <a:ext cx="1221581" cy="108346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id="{F6B8B0D5-6866-3083-466B-8D9B4FF53482}"/>
                </a:ext>
              </a:extLst>
            </p:cNvPr>
            <p:cNvCxnSpPr>
              <a:cxnSpLocks/>
            </p:cNvCxnSpPr>
            <p:nvPr/>
          </p:nvCxnSpPr>
          <p:spPr>
            <a:xfrm>
              <a:off x="-3475085" y="69214"/>
              <a:ext cx="1221581" cy="108346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Straight Connector 64">
              <a:extLst>
                <a:ext uri="{FF2B5EF4-FFF2-40B4-BE49-F238E27FC236}">
                  <a16:creationId xmlns:a16="http://schemas.microsoft.com/office/drawing/2014/main" id="{D0AA7539-09AA-3FE9-5F32-D8A984032A90}"/>
                </a:ext>
              </a:extLst>
            </p:cNvPr>
            <p:cNvCxnSpPr>
              <a:cxnSpLocks/>
            </p:cNvCxnSpPr>
            <p:nvPr/>
          </p:nvCxnSpPr>
          <p:spPr>
            <a:xfrm>
              <a:off x="-3475085" y="140173"/>
              <a:ext cx="1221581" cy="108346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Straight Connector 65">
              <a:extLst>
                <a:ext uri="{FF2B5EF4-FFF2-40B4-BE49-F238E27FC236}">
                  <a16:creationId xmlns:a16="http://schemas.microsoft.com/office/drawing/2014/main" id="{4975963F-C656-E427-05A7-90E8827F8B8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-3475085" y="1497213"/>
              <a:ext cx="1221581" cy="108346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Straight Connector 66">
              <a:extLst>
                <a:ext uri="{FF2B5EF4-FFF2-40B4-BE49-F238E27FC236}">
                  <a16:creationId xmlns:a16="http://schemas.microsoft.com/office/drawing/2014/main" id="{EA82A4E7-1E62-5C81-6027-99B59A1CA31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-3475085" y="1426256"/>
              <a:ext cx="1221581" cy="108346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B3924921-0702-5586-189D-722A3B774F0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-3475085" y="787625"/>
              <a:ext cx="1221581" cy="108346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Straight Connector 68">
              <a:extLst>
                <a:ext uri="{FF2B5EF4-FFF2-40B4-BE49-F238E27FC236}">
                  <a16:creationId xmlns:a16="http://schemas.microsoft.com/office/drawing/2014/main" id="{3315624A-B031-8393-21C4-B51575E3204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-3475085" y="858584"/>
              <a:ext cx="1221581" cy="108346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Straight Connector 69">
              <a:extLst>
                <a:ext uri="{FF2B5EF4-FFF2-40B4-BE49-F238E27FC236}">
                  <a16:creationId xmlns:a16="http://schemas.microsoft.com/office/drawing/2014/main" id="{4D7156FF-7A56-E443-B49A-4ACC0100E5B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-3475085" y="929543"/>
              <a:ext cx="1221581" cy="108346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id="{5A1A7724-8F42-80A8-B5DC-ED1EE7EE00C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-3475085" y="1000502"/>
              <a:ext cx="1221581" cy="108346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8140B12D-720B-6F34-3552-28669CA2540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-3475085" y="1071461"/>
              <a:ext cx="1221581" cy="108346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Straight Connector 72">
              <a:extLst>
                <a:ext uri="{FF2B5EF4-FFF2-40B4-BE49-F238E27FC236}">
                  <a16:creationId xmlns:a16="http://schemas.microsoft.com/office/drawing/2014/main" id="{F1CD9506-A108-AE70-E253-91B6EFF1DCA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-3475085" y="1142420"/>
              <a:ext cx="1221581" cy="108346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Straight Connector 73">
              <a:extLst>
                <a:ext uri="{FF2B5EF4-FFF2-40B4-BE49-F238E27FC236}">
                  <a16:creationId xmlns:a16="http://schemas.microsoft.com/office/drawing/2014/main" id="{53412A18-A6F3-DC88-983A-30B412118CC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-3475085" y="1213379"/>
              <a:ext cx="1221581" cy="108346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Straight Connector 74">
              <a:extLst>
                <a:ext uri="{FF2B5EF4-FFF2-40B4-BE49-F238E27FC236}">
                  <a16:creationId xmlns:a16="http://schemas.microsoft.com/office/drawing/2014/main" id="{9C741A0B-40AD-B2D5-38FC-06F947D496C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-3475085" y="1284338"/>
              <a:ext cx="1221581" cy="108346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" name="Straight Connector 75">
              <a:extLst>
                <a:ext uri="{FF2B5EF4-FFF2-40B4-BE49-F238E27FC236}">
                  <a16:creationId xmlns:a16="http://schemas.microsoft.com/office/drawing/2014/main" id="{A3A878B8-0950-91C7-DE7B-8CF0F4FCEE4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-3475085" y="1355297"/>
              <a:ext cx="1221581" cy="108346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" name="Straight Connector 76">
              <a:extLst>
                <a:ext uri="{FF2B5EF4-FFF2-40B4-BE49-F238E27FC236}">
                  <a16:creationId xmlns:a16="http://schemas.microsoft.com/office/drawing/2014/main" id="{24A4B691-4C99-4C12-F686-1459A6F879AA}"/>
                </a:ext>
              </a:extLst>
            </p:cNvPr>
            <p:cNvCxnSpPr>
              <a:cxnSpLocks/>
            </p:cNvCxnSpPr>
            <p:nvPr/>
          </p:nvCxnSpPr>
          <p:spPr>
            <a:xfrm>
              <a:off x="-5606303" y="-439428"/>
              <a:ext cx="778669" cy="197189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4" name="Straight Connector 83">
              <a:extLst>
                <a:ext uri="{FF2B5EF4-FFF2-40B4-BE49-F238E27FC236}">
                  <a16:creationId xmlns:a16="http://schemas.microsoft.com/office/drawing/2014/main" id="{6F63A2BA-63BD-E814-02E7-A63718E1DE19}"/>
                </a:ext>
              </a:extLst>
            </p:cNvPr>
            <p:cNvCxnSpPr>
              <a:cxnSpLocks/>
            </p:cNvCxnSpPr>
            <p:nvPr/>
          </p:nvCxnSpPr>
          <p:spPr>
            <a:xfrm>
              <a:off x="-5539629" y="-225453"/>
              <a:ext cx="711995" cy="186339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0" name="Straight Connector 89">
              <a:extLst>
                <a:ext uri="{FF2B5EF4-FFF2-40B4-BE49-F238E27FC236}">
                  <a16:creationId xmlns:a16="http://schemas.microsoft.com/office/drawing/2014/main" id="{C5A96D78-9A6F-BEEE-B75F-2847960EECC3}"/>
                </a:ext>
              </a:extLst>
            </p:cNvPr>
            <p:cNvCxnSpPr>
              <a:cxnSpLocks/>
            </p:cNvCxnSpPr>
            <p:nvPr/>
          </p:nvCxnSpPr>
          <p:spPr>
            <a:xfrm>
              <a:off x="-5539629" y="-23956"/>
              <a:ext cx="711995" cy="186339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1" name="Straight Connector 90">
              <a:extLst>
                <a:ext uri="{FF2B5EF4-FFF2-40B4-BE49-F238E27FC236}">
                  <a16:creationId xmlns:a16="http://schemas.microsoft.com/office/drawing/2014/main" id="{EB9C955E-2B8F-DB99-CFC4-716253C65450}"/>
                </a:ext>
              </a:extLst>
            </p:cNvPr>
            <p:cNvCxnSpPr>
              <a:cxnSpLocks/>
            </p:cNvCxnSpPr>
            <p:nvPr/>
          </p:nvCxnSpPr>
          <p:spPr>
            <a:xfrm>
              <a:off x="-5539629" y="188919"/>
              <a:ext cx="711995" cy="186339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Straight Connector 92">
              <a:extLst>
                <a:ext uri="{FF2B5EF4-FFF2-40B4-BE49-F238E27FC236}">
                  <a16:creationId xmlns:a16="http://schemas.microsoft.com/office/drawing/2014/main" id="{08C992E2-05C3-FCF1-62FE-1D0EDA3E9FD0}"/>
                </a:ext>
              </a:extLst>
            </p:cNvPr>
            <p:cNvCxnSpPr>
              <a:cxnSpLocks/>
            </p:cNvCxnSpPr>
            <p:nvPr/>
          </p:nvCxnSpPr>
          <p:spPr>
            <a:xfrm>
              <a:off x="-5539629" y="1011351"/>
              <a:ext cx="711995" cy="186339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Straight Connector 93">
              <a:extLst>
                <a:ext uri="{FF2B5EF4-FFF2-40B4-BE49-F238E27FC236}">
                  <a16:creationId xmlns:a16="http://schemas.microsoft.com/office/drawing/2014/main" id="{D2B127D5-C13D-2F1F-236E-EAB1B682EDA7}"/>
                </a:ext>
              </a:extLst>
            </p:cNvPr>
            <p:cNvCxnSpPr>
              <a:cxnSpLocks/>
            </p:cNvCxnSpPr>
            <p:nvPr/>
          </p:nvCxnSpPr>
          <p:spPr>
            <a:xfrm>
              <a:off x="-5539629" y="1212848"/>
              <a:ext cx="711995" cy="186339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5" name="Straight Connector 94">
              <a:extLst>
                <a:ext uri="{FF2B5EF4-FFF2-40B4-BE49-F238E27FC236}">
                  <a16:creationId xmlns:a16="http://schemas.microsoft.com/office/drawing/2014/main" id="{6FADA0BD-4CE7-35AE-BC39-6DF755E35007}"/>
                </a:ext>
              </a:extLst>
            </p:cNvPr>
            <p:cNvCxnSpPr>
              <a:cxnSpLocks/>
            </p:cNvCxnSpPr>
            <p:nvPr/>
          </p:nvCxnSpPr>
          <p:spPr>
            <a:xfrm>
              <a:off x="-5539629" y="1425723"/>
              <a:ext cx="711995" cy="186339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6" name="Straight Connector 95">
              <a:extLst>
                <a:ext uri="{FF2B5EF4-FFF2-40B4-BE49-F238E27FC236}">
                  <a16:creationId xmlns:a16="http://schemas.microsoft.com/office/drawing/2014/main" id="{C3735BE2-7DDD-E42A-C11B-73D7FBFFF012}"/>
                </a:ext>
              </a:extLst>
            </p:cNvPr>
            <p:cNvCxnSpPr>
              <a:cxnSpLocks/>
            </p:cNvCxnSpPr>
            <p:nvPr/>
          </p:nvCxnSpPr>
          <p:spPr>
            <a:xfrm>
              <a:off x="-5539630" y="809854"/>
              <a:ext cx="711995" cy="186339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7" name="Straight Connector 96">
              <a:extLst>
                <a:ext uri="{FF2B5EF4-FFF2-40B4-BE49-F238E27FC236}">
                  <a16:creationId xmlns:a16="http://schemas.microsoft.com/office/drawing/2014/main" id="{5C08A5C0-B5B0-294D-7CD2-84627D093824}"/>
                </a:ext>
              </a:extLst>
            </p:cNvPr>
            <p:cNvCxnSpPr>
              <a:cxnSpLocks/>
              <a:stCxn id="152" idx="6"/>
            </p:cNvCxnSpPr>
            <p:nvPr/>
          </p:nvCxnSpPr>
          <p:spPr>
            <a:xfrm>
              <a:off x="-6269186" y="806072"/>
              <a:ext cx="746705" cy="209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" name="Straight Connector 103">
              <a:extLst>
                <a:ext uri="{FF2B5EF4-FFF2-40B4-BE49-F238E27FC236}">
                  <a16:creationId xmlns:a16="http://schemas.microsoft.com/office/drawing/2014/main" id="{D2E68B75-2C66-8B76-8636-97909F6DC714}"/>
                </a:ext>
              </a:extLst>
            </p:cNvPr>
            <p:cNvCxnSpPr>
              <a:cxnSpLocks/>
              <a:endCxn id="154" idx="6"/>
            </p:cNvCxnSpPr>
            <p:nvPr/>
          </p:nvCxnSpPr>
          <p:spPr>
            <a:xfrm flipH="1" flipV="1">
              <a:off x="-6269187" y="355689"/>
              <a:ext cx="746706" cy="1409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5" name="Straight Connector 104">
              <a:extLst>
                <a:ext uri="{FF2B5EF4-FFF2-40B4-BE49-F238E27FC236}">
                  <a16:creationId xmlns:a16="http://schemas.microsoft.com/office/drawing/2014/main" id="{2DEF0BA2-1610-2E51-AFBD-15E4F713D2B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-4064445" y="-427499"/>
              <a:ext cx="62317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7" name="Straight Connector 106">
              <a:extLst>
                <a:ext uri="{FF2B5EF4-FFF2-40B4-BE49-F238E27FC236}">
                  <a16:creationId xmlns:a16="http://schemas.microsoft.com/office/drawing/2014/main" id="{C8D77826-5A6D-E946-9770-2A088A148AF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-4068015" y="390435"/>
              <a:ext cx="62317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8" name="Straight Connector 107">
              <a:extLst>
                <a:ext uri="{FF2B5EF4-FFF2-40B4-BE49-F238E27FC236}">
                  <a16:creationId xmlns:a16="http://schemas.microsoft.com/office/drawing/2014/main" id="{DAD941FB-8809-B8BF-56A2-C598C1046BE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-4064445" y="791746"/>
              <a:ext cx="62317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9" name="Straight Connector 108">
              <a:extLst>
                <a:ext uri="{FF2B5EF4-FFF2-40B4-BE49-F238E27FC236}">
                  <a16:creationId xmlns:a16="http://schemas.microsoft.com/office/drawing/2014/main" id="{876876F2-63E5-A029-E27B-1AF4C1561BC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-4068015" y="1608489"/>
              <a:ext cx="62317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0" name="Straight Connector 109">
              <a:extLst>
                <a:ext uri="{FF2B5EF4-FFF2-40B4-BE49-F238E27FC236}">
                  <a16:creationId xmlns:a16="http://schemas.microsoft.com/office/drawing/2014/main" id="{268A11BB-AC08-2633-3CD9-4F9C9E7AFF30}"/>
                </a:ext>
              </a:extLst>
            </p:cNvPr>
            <p:cNvCxnSpPr>
              <a:cxnSpLocks/>
            </p:cNvCxnSpPr>
            <p:nvPr/>
          </p:nvCxnSpPr>
          <p:spPr>
            <a:xfrm>
              <a:off x="-5619798" y="1624249"/>
              <a:ext cx="100989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2" name="Straight Connector 111">
              <a:extLst>
                <a:ext uri="{FF2B5EF4-FFF2-40B4-BE49-F238E27FC236}">
                  <a16:creationId xmlns:a16="http://schemas.microsoft.com/office/drawing/2014/main" id="{7340F4C5-F3D5-6502-EAEF-16E05018D4E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-5597239" y="1641709"/>
              <a:ext cx="0" cy="820019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5" name="Straight Connector 114">
              <a:extLst>
                <a:ext uri="{FF2B5EF4-FFF2-40B4-BE49-F238E27FC236}">
                  <a16:creationId xmlns:a16="http://schemas.microsoft.com/office/drawing/2014/main" id="{6F0910D7-24C0-46D9-42D8-9371A48D54D3}"/>
                </a:ext>
              </a:extLst>
            </p:cNvPr>
            <p:cNvCxnSpPr>
              <a:cxnSpLocks/>
            </p:cNvCxnSpPr>
            <p:nvPr/>
          </p:nvCxnSpPr>
          <p:spPr>
            <a:xfrm>
              <a:off x="-5606303" y="2445385"/>
              <a:ext cx="5572600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7" name="Straight Connector 116">
              <a:extLst>
                <a:ext uri="{FF2B5EF4-FFF2-40B4-BE49-F238E27FC236}">
                  <a16:creationId xmlns:a16="http://schemas.microsoft.com/office/drawing/2014/main" id="{DD9C5A0D-1B1C-BE63-D7B8-4BB99F55FF0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-54957" y="1570345"/>
              <a:ext cx="0" cy="891383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9" name="Straight Connector 118">
              <a:extLst>
                <a:ext uri="{FF2B5EF4-FFF2-40B4-BE49-F238E27FC236}">
                  <a16:creationId xmlns:a16="http://schemas.microsoft.com/office/drawing/2014/main" id="{104ADC7D-1724-1F95-1FD0-7E6B5C1A335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-5599441" y="-1276445"/>
              <a:ext cx="0" cy="837017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0" name="Straight Connector 119">
              <a:extLst>
                <a:ext uri="{FF2B5EF4-FFF2-40B4-BE49-F238E27FC236}">
                  <a16:creationId xmlns:a16="http://schemas.microsoft.com/office/drawing/2014/main" id="{9AE93B04-94F8-42E7-E64A-B2907FC01B83}"/>
                </a:ext>
              </a:extLst>
            </p:cNvPr>
            <p:cNvCxnSpPr>
              <a:cxnSpLocks/>
            </p:cNvCxnSpPr>
            <p:nvPr/>
          </p:nvCxnSpPr>
          <p:spPr>
            <a:xfrm>
              <a:off x="-5610886" y="-1289538"/>
              <a:ext cx="5572600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1" name="Straight Connector 120">
              <a:extLst>
                <a:ext uri="{FF2B5EF4-FFF2-40B4-BE49-F238E27FC236}">
                  <a16:creationId xmlns:a16="http://schemas.microsoft.com/office/drawing/2014/main" id="{3BEEAF65-D2AE-BFA8-752E-9AB724E26D5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-54778" y="-1308586"/>
              <a:ext cx="0" cy="85216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6" name="Straight Connector 125">
              <a:extLst>
                <a:ext uri="{FF2B5EF4-FFF2-40B4-BE49-F238E27FC236}">
                  <a16:creationId xmlns:a16="http://schemas.microsoft.com/office/drawing/2014/main" id="{65E6BCE6-9148-F083-ED2E-AB797A7110C2}"/>
                </a:ext>
              </a:extLst>
            </p:cNvPr>
            <p:cNvCxnSpPr>
              <a:cxnSpLocks/>
            </p:cNvCxnSpPr>
            <p:nvPr/>
          </p:nvCxnSpPr>
          <p:spPr>
            <a:xfrm>
              <a:off x="-820629" y="165793"/>
              <a:ext cx="711995" cy="186339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7" name="Straight Connector 126">
              <a:extLst>
                <a:ext uri="{FF2B5EF4-FFF2-40B4-BE49-F238E27FC236}">
                  <a16:creationId xmlns:a16="http://schemas.microsoft.com/office/drawing/2014/main" id="{0C0B80DF-707A-5A8B-DD5C-90F4B3188191}"/>
                </a:ext>
              </a:extLst>
            </p:cNvPr>
            <p:cNvCxnSpPr>
              <a:cxnSpLocks/>
            </p:cNvCxnSpPr>
            <p:nvPr/>
          </p:nvCxnSpPr>
          <p:spPr>
            <a:xfrm>
              <a:off x="-823011" y="-454341"/>
              <a:ext cx="711995" cy="186339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8" name="Straight Connector 127">
              <a:extLst>
                <a:ext uri="{FF2B5EF4-FFF2-40B4-BE49-F238E27FC236}">
                  <a16:creationId xmlns:a16="http://schemas.microsoft.com/office/drawing/2014/main" id="{FC956874-E5A2-F3D3-CA08-B32D777B2424}"/>
                </a:ext>
              </a:extLst>
            </p:cNvPr>
            <p:cNvCxnSpPr>
              <a:cxnSpLocks/>
            </p:cNvCxnSpPr>
            <p:nvPr/>
          </p:nvCxnSpPr>
          <p:spPr>
            <a:xfrm>
              <a:off x="-823804" y="994960"/>
              <a:ext cx="711995" cy="186339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9" name="Straight Connector 128">
              <a:extLst>
                <a:ext uri="{FF2B5EF4-FFF2-40B4-BE49-F238E27FC236}">
                  <a16:creationId xmlns:a16="http://schemas.microsoft.com/office/drawing/2014/main" id="{56EB4907-D506-C0E4-E7EF-C371DB62CA9A}"/>
                </a:ext>
              </a:extLst>
            </p:cNvPr>
            <p:cNvCxnSpPr>
              <a:cxnSpLocks/>
            </p:cNvCxnSpPr>
            <p:nvPr/>
          </p:nvCxnSpPr>
          <p:spPr>
            <a:xfrm>
              <a:off x="-823805" y="1204153"/>
              <a:ext cx="711995" cy="185246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0" name="Straight Connector 129">
              <a:extLst>
                <a:ext uri="{FF2B5EF4-FFF2-40B4-BE49-F238E27FC236}">
                  <a16:creationId xmlns:a16="http://schemas.microsoft.com/office/drawing/2014/main" id="{062933C8-8589-FFE2-BC3F-6A4425A82A70}"/>
                </a:ext>
              </a:extLst>
            </p:cNvPr>
            <p:cNvCxnSpPr>
              <a:cxnSpLocks/>
            </p:cNvCxnSpPr>
            <p:nvPr/>
          </p:nvCxnSpPr>
          <p:spPr>
            <a:xfrm>
              <a:off x="-835470" y="1412253"/>
              <a:ext cx="780513" cy="181111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1" name="Straight Connector 130">
              <a:extLst>
                <a:ext uri="{FF2B5EF4-FFF2-40B4-BE49-F238E27FC236}">
                  <a16:creationId xmlns:a16="http://schemas.microsoft.com/office/drawing/2014/main" id="{8BEBF957-2940-33AA-46C6-74716657E770}"/>
                </a:ext>
              </a:extLst>
            </p:cNvPr>
            <p:cNvCxnSpPr>
              <a:cxnSpLocks/>
            </p:cNvCxnSpPr>
            <p:nvPr/>
          </p:nvCxnSpPr>
          <p:spPr>
            <a:xfrm>
              <a:off x="-823805" y="785767"/>
              <a:ext cx="711995" cy="186339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9" name="Straight Connector 138">
              <a:extLst>
                <a:ext uri="{FF2B5EF4-FFF2-40B4-BE49-F238E27FC236}">
                  <a16:creationId xmlns:a16="http://schemas.microsoft.com/office/drawing/2014/main" id="{77DB710E-BF6D-5CF6-8482-AEF14AFEDF2A}"/>
                </a:ext>
              </a:extLst>
            </p:cNvPr>
            <p:cNvCxnSpPr>
              <a:cxnSpLocks/>
            </p:cNvCxnSpPr>
            <p:nvPr/>
          </p:nvCxnSpPr>
          <p:spPr>
            <a:xfrm>
              <a:off x="-822217" y="-243560"/>
              <a:ext cx="711995" cy="186339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0" name="Straight Connector 139">
              <a:extLst>
                <a:ext uri="{FF2B5EF4-FFF2-40B4-BE49-F238E27FC236}">
                  <a16:creationId xmlns:a16="http://schemas.microsoft.com/office/drawing/2014/main" id="{85F322E7-FCC4-1351-3CB9-7E82D9B1AA5A}"/>
                </a:ext>
              </a:extLst>
            </p:cNvPr>
            <p:cNvCxnSpPr>
              <a:cxnSpLocks/>
            </p:cNvCxnSpPr>
            <p:nvPr/>
          </p:nvCxnSpPr>
          <p:spPr>
            <a:xfrm>
              <a:off x="-822218" y="-35955"/>
              <a:ext cx="711995" cy="185246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1" name="Straight Connector 140">
              <a:extLst>
                <a:ext uri="{FF2B5EF4-FFF2-40B4-BE49-F238E27FC236}">
                  <a16:creationId xmlns:a16="http://schemas.microsoft.com/office/drawing/2014/main" id="{C91B77C5-7F23-B868-AF45-1793BC92E71C}"/>
                </a:ext>
              </a:extLst>
            </p:cNvPr>
            <p:cNvCxnSpPr>
              <a:cxnSpLocks/>
            </p:cNvCxnSpPr>
            <p:nvPr/>
          </p:nvCxnSpPr>
          <p:spPr>
            <a:xfrm>
              <a:off x="-133001" y="-466562"/>
              <a:ext cx="94715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4" name="Straight Connector 143">
              <a:extLst>
                <a:ext uri="{FF2B5EF4-FFF2-40B4-BE49-F238E27FC236}">
                  <a16:creationId xmlns:a16="http://schemas.microsoft.com/office/drawing/2014/main" id="{696C2E1B-F6B0-944F-C879-F1C956E97034}"/>
                </a:ext>
              </a:extLst>
            </p:cNvPr>
            <p:cNvCxnSpPr>
              <a:cxnSpLocks/>
            </p:cNvCxnSpPr>
            <p:nvPr/>
          </p:nvCxnSpPr>
          <p:spPr>
            <a:xfrm>
              <a:off x="-133001" y="342398"/>
              <a:ext cx="727472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7" name="Straight Connector 146">
              <a:extLst>
                <a:ext uri="{FF2B5EF4-FFF2-40B4-BE49-F238E27FC236}">
                  <a16:creationId xmlns:a16="http://schemas.microsoft.com/office/drawing/2014/main" id="{8A2D849C-63DC-FC34-5F53-50DFC7A5EDD7}"/>
                </a:ext>
              </a:extLst>
            </p:cNvPr>
            <p:cNvCxnSpPr>
              <a:cxnSpLocks/>
            </p:cNvCxnSpPr>
            <p:nvPr/>
          </p:nvCxnSpPr>
          <p:spPr>
            <a:xfrm>
              <a:off x="-133001" y="806281"/>
              <a:ext cx="727472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48" name="Oval 147">
              <a:extLst>
                <a:ext uri="{FF2B5EF4-FFF2-40B4-BE49-F238E27FC236}">
                  <a16:creationId xmlns:a16="http://schemas.microsoft.com/office/drawing/2014/main" id="{F5ACCEC2-E120-430D-C42F-47EB32BAF241}"/>
                </a:ext>
              </a:extLst>
            </p:cNvPr>
            <p:cNvSpPr/>
            <p:nvPr/>
          </p:nvSpPr>
          <p:spPr>
            <a:xfrm>
              <a:off x="611755" y="746451"/>
              <a:ext cx="117698" cy="117698"/>
            </a:xfrm>
            <a:prstGeom prst="ellipse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0" name="Oval 149">
              <a:extLst>
                <a:ext uri="{FF2B5EF4-FFF2-40B4-BE49-F238E27FC236}">
                  <a16:creationId xmlns:a16="http://schemas.microsoft.com/office/drawing/2014/main" id="{4AB8FCBF-9CE0-8B82-2807-A17C7986BAEF}"/>
                </a:ext>
              </a:extLst>
            </p:cNvPr>
            <p:cNvSpPr/>
            <p:nvPr/>
          </p:nvSpPr>
          <p:spPr>
            <a:xfrm>
              <a:off x="609791" y="292495"/>
              <a:ext cx="119661" cy="119661"/>
            </a:xfrm>
            <a:prstGeom prst="ellipse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2" name="Oval 151">
              <a:extLst>
                <a:ext uri="{FF2B5EF4-FFF2-40B4-BE49-F238E27FC236}">
                  <a16:creationId xmlns:a16="http://schemas.microsoft.com/office/drawing/2014/main" id="{1BAE2239-680B-234F-C891-6D0F2D4B2B13}"/>
                </a:ext>
              </a:extLst>
            </p:cNvPr>
            <p:cNvSpPr/>
            <p:nvPr/>
          </p:nvSpPr>
          <p:spPr>
            <a:xfrm>
              <a:off x="-6388848" y="746241"/>
              <a:ext cx="119662" cy="119662"/>
            </a:xfrm>
            <a:prstGeom prst="ellipse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4" name="Oval 153">
              <a:extLst>
                <a:ext uri="{FF2B5EF4-FFF2-40B4-BE49-F238E27FC236}">
                  <a16:creationId xmlns:a16="http://schemas.microsoft.com/office/drawing/2014/main" id="{2141CBD5-1CFD-4488-035E-A3EF90A9C080}"/>
                </a:ext>
              </a:extLst>
            </p:cNvPr>
            <p:cNvSpPr/>
            <p:nvPr/>
          </p:nvSpPr>
          <p:spPr>
            <a:xfrm>
              <a:off x="-6388848" y="295858"/>
              <a:ext cx="119661" cy="119661"/>
            </a:xfrm>
            <a:prstGeom prst="ellipse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8" name="Oval 157">
              <a:extLst>
                <a:ext uri="{FF2B5EF4-FFF2-40B4-BE49-F238E27FC236}">
                  <a16:creationId xmlns:a16="http://schemas.microsoft.com/office/drawing/2014/main" id="{A8ED4011-13D5-86C9-EB17-5DDE2434EB10}"/>
                </a:ext>
              </a:extLst>
            </p:cNvPr>
            <p:cNvSpPr/>
            <p:nvPr/>
          </p:nvSpPr>
          <p:spPr>
            <a:xfrm>
              <a:off x="-4200598" y="336262"/>
              <a:ext cx="119662" cy="119662"/>
            </a:xfrm>
            <a:prstGeom prst="ellipse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0" name="Oval 159">
              <a:extLst>
                <a:ext uri="{FF2B5EF4-FFF2-40B4-BE49-F238E27FC236}">
                  <a16:creationId xmlns:a16="http://schemas.microsoft.com/office/drawing/2014/main" id="{9D1DF13F-65BF-72E3-84D2-5EB6AEA3F889}"/>
                </a:ext>
              </a:extLst>
            </p:cNvPr>
            <p:cNvSpPr/>
            <p:nvPr/>
          </p:nvSpPr>
          <p:spPr>
            <a:xfrm>
              <a:off x="-4200598" y="-489497"/>
              <a:ext cx="119661" cy="119661"/>
            </a:xfrm>
            <a:prstGeom prst="ellipse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2" name="Oval 161">
              <a:extLst>
                <a:ext uri="{FF2B5EF4-FFF2-40B4-BE49-F238E27FC236}">
                  <a16:creationId xmlns:a16="http://schemas.microsoft.com/office/drawing/2014/main" id="{43BFBFB3-7963-42C5-9FD4-829E6FBB40AB}"/>
                </a:ext>
              </a:extLst>
            </p:cNvPr>
            <p:cNvSpPr/>
            <p:nvPr/>
          </p:nvSpPr>
          <p:spPr>
            <a:xfrm>
              <a:off x="-4200598" y="733081"/>
              <a:ext cx="119661" cy="119661"/>
            </a:xfrm>
            <a:prstGeom prst="ellipse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4" name="Oval 163">
              <a:extLst>
                <a:ext uri="{FF2B5EF4-FFF2-40B4-BE49-F238E27FC236}">
                  <a16:creationId xmlns:a16="http://schemas.microsoft.com/office/drawing/2014/main" id="{9F5B22AF-24F3-C3B1-DB9B-2292D8AC0994}"/>
                </a:ext>
              </a:extLst>
            </p:cNvPr>
            <p:cNvSpPr/>
            <p:nvPr/>
          </p:nvSpPr>
          <p:spPr>
            <a:xfrm>
              <a:off x="-4200598" y="1554216"/>
              <a:ext cx="119661" cy="119661"/>
            </a:xfrm>
            <a:prstGeom prst="ellipse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168" name="Graphic 167">
              <a:extLst>
                <a:ext uri="{FF2B5EF4-FFF2-40B4-BE49-F238E27FC236}">
                  <a16:creationId xmlns:a16="http://schemas.microsoft.com/office/drawing/2014/main" id="{875F2AA0-439E-6C35-1C8B-E18CADBB35C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-6658901" y="233069"/>
              <a:ext cx="104775" cy="238125"/>
            </a:xfrm>
            <a:prstGeom prst="rect">
              <a:avLst/>
            </a:prstGeom>
          </p:spPr>
        </p:pic>
        <p:pic>
          <p:nvPicPr>
            <p:cNvPr id="170" name="Graphic 169">
              <a:extLst>
                <a:ext uri="{FF2B5EF4-FFF2-40B4-BE49-F238E27FC236}">
                  <a16:creationId xmlns:a16="http://schemas.microsoft.com/office/drawing/2014/main" id="{05527DB3-1A92-D49D-4316-4FD0B23F43A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-4465686" y="1501174"/>
              <a:ext cx="142875" cy="238125"/>
            </a:xfrm>
            <a:prstGeom prst="rect">
              <a:avLst/>
            </a:prstGeom>
          </p:spPr>
        </p:pic>
        <p:pic>
          <p:nvPicPr>
            <p:cNvPr id="172" name="Graphic 171">
              <a:extLst>
                <a:ext uri="{FF2B5EF4-FFF2-40B4-BE49-F238E27FC236}">
                  <a16:creationId xmlns:a16="http://schemas.microsoft.com/office/drawing/2014/main" id="{72A3F762-CFFA-0294-CD14-8786672FD99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-4461595" y="658326"/>
              <a:ext cx="142875" cy="247650"/>
            </a:xfrm>
            <a:prstGeom prst="rect">
              <a:avLst/>
            </a:prstGeom>
          </p:spPr>
        </p:pic>
        <p:pic>
          <p:nvPicPr>
            <p:cNvPr id="174" name="Graphic 173">
              <a:extLst>
                <a:ext uri="{FF2B5EF4-FFF2-40B4-BE49-F238E27FC236}">
                  <a16:creationId xmlns:a16="http://schemas.microsoft.com/office/drawing/2014/main" id="{A60BD83F-C24D-8F26-9B1E-B628A6980FF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-4460924" y="284525"/>
              <a:ext cx="133350" cy="238125"/>
            </a:xfrm>
            <a:prstGeom prst="rect">
              <a:avLst/>
            </a:prstGeom>
          </p:spPr>
        </p:pic>
        <p:pic>
          <p:nvPicPr>
            <p:cNvPr id="176" name="Graphic 175">
              <a:extLst>
                <a:ext uri="{FF2B5EF4-FFF2-40B4-BE49-F238E27FC236}">
                  <a16:creationId xmlns:a16="http://schemas.microsoft.com/office/drawing/2014/main" id="{FBC0DCB8-89AE-F232-3F63-E0C6C99E7AD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-4449667" y="-523669"/>
              <a:ext cx="133350" cy="238125"/>
            </a:xfrm>
            <a:prstGeom prst="rect">
              <a:avLst/>
            </a:prstGeom>
          </p:spPr>
        </p:pic>
        <p:pic>
          <p:nvPicPr>
            <p:cNvPr id="178" name="Graphic 177">
              <a:extLst>
                <a:ext uri="{FF2B5EF4-FFF2-40B4-BE49-F238E27FC236}">
                  <a16:creationId xmlns:a16="http://schemas.microsoft.com/office/drawing/2014/main" id="{2B054D65-AA92-8732-A3B9-33368ACB1CF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933962" y="686237"/>
              <a:ext cx="152400" cy="238125"/>
            </a:xfrm>
            <a:prstGeom prst="rect">
              <a:avLst/>
            </a:prstGeom>
          </p:spPr>
        </p:pic>
        <p:pic>
          <p:nvPicPr>
            <p:cNvPr id="180" name="Graphic 179">
              <a:extLst>
                <a:ext uri="{FF2B5EF4-FFF2-40B4-BE49-F238E27FC236}">
                  <a16:creationId xmlns:a16="http://schemas.microsoft.com/office/drawing/2014/main" id="{78AED666-B9A6-6539-F457-8E7DA533810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-6687795" y="686236"/>
              <a:ext cx="142875" cy="238125"/>
            </a:xfrm>
            <a:prstGeom prst="rect">
              <a:avLst/>
            </a:prstGeom>
          </p:spPr>
        </p:pic>
        <p:pic>
          <p:nvPicPr>
            <p:cNvPr id="182" name="Graphic 181">
              <a:extLst>
                <a:ext uri="{FF2B5EF4-FFF2-40B4-BE49-F238E27FC236}">
                  <a16:creationId xmlns:a16="http://schemas.microsoft.com/office/drawing/2014/main" id="{94428C9A-7DB4-57B7-6CB9-A6AC5344910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947117" y="221569"/>
              <a:ext cx="133350" cy="238125"/>
            </a:xfrm>
            <a:prstGeom prst="rect">
              <a:avLst/>
            </a:prstGeom>
          </p:spPr>
        </p:pic>
        <p:pic>
          <p:nvPicPr>
            <p:cNvPr id="184" name="Graphic 183">
              <a:extLst>
                <a:ext uri="{FF2B5EF4-FFF2-40B4-BE49-F238E27FC236}">
                  <a16:creationId xmlns:a16="http://schemas.microsoft.com/office/drawing/2014/main" id="{17B85E40-223C-1140-15EA-A70832B6E3B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-6134618" y="-106276"/>
              <a:ext cx="381000" cy="371475"/>
            </a:xfrm>
            <a:prstGeom prst="rect">
              <a:avLst/>
            </a:prstGeom>
          </p:spPr>
        </p:pic>
        <p:pic>
          <p:nvPicPr>
            <p:cNvPr id="186" name="Graphic 185">
              <a:extLst>
                <a:ext uri="{FF2B5EF4-FFF2-40B4-BE49-F238E27FC236}">
                  <a16:creationId xmlns:a16="http://schemas.microsoft.com/office/drawing/2014/main" id="{CE626C92-A02B-E3EF-BF0E-6DBDB182E3D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-3991653" y="-239200"/>
              <a:ext cx="390525" cy="371475"/>
            </a:xfrm>
            <a:prstGeom prst="rect">
              <a:avLst/>
            </a:prstGeom>
          </p:spPr>
        </p:pic>
        <p:pic>
          <p:nvPicPr>
            <p:cNvPr id="188" name="Graphic 187">
              <a:extLst>
                <a:ext uri="{FF2B5EF4-FFF2-40B4-BE49-F238E27FC236}">
                  <a16:creationId xmlns:a16="http://schemas.microsoft.com/office/drawing/2014/main" id="{E100D2ED-7226-44B2-5EB4-DDF0FCCDB48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p:blipFill>
          <p:spPr>
            <a:xfrm>
              <a:off x="-3991653" y="994960"/>
              <a:ext cx="457200" cy="371475"/>
            </a:xfrm>
            <a:prstGeom prst="rect">
              <a:avLst/>
            </a:prstGeom>
          </p:spPr>
        </p:pic>
        <p:pic>
          <p:nvPicPr>
            <p:cNvPr id="190" name="Graphic 189">
              <a:extLst>
                <a:ext uri="{FF2B5EF4-FFF2-40B4-BE49-F238E27FC236}">
                  <a16:creationId xmlns:a16="http://schemas.microsoft.com/office/drawing/2014/main" id="{4D848344-0F3E-75DB-3EC4-A8E78F263DF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-6203991" y="1051357"/>
              <a:ext cx="447675" cy="371475"/>
            </a:xfrm>
            <a:prstGeom prst="rect">
              <a:avLst/>
            </a:prstGeom>
          </p:spPr>
        </p:pic>
        <p:sp>
          <p:nvSpPr>
            <p:cNvPr id="193" name="Isosceles Triangle 192">
              <a:extLst>
                <a:ext uri="{FF2B5EF4-FFF2-40B4-BE49-F238E27FC236}">
                  <a16:creationId xmlns:a16="http://schemas.microsoft.com/office/drawing/2014/main" id="{AD0AF477-9235-5E84-5C4D-1057E358F372}"/>
                </a:ext>
              </a:extLst>
            </p:cNvPr>
            <p:cNvSpPr/>
            <p:nvPr/>
          </p:nvSpPr>
          <p:spPr>
            <a:xfrm rot="5400000">
              <a:off x="-3869389" y="-518536"/>
              <a:ext cx="184549" cy="180974"/>
            </a:xfrm>
            <a:prstGeom prst="triangl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5" name="Isosceles Triangle 194">
              <a:extLst>
                <a:ext uri="{FF2B5EF4-FFF2-40B4-BE49-F238E27FC236}">
                  <a16:creationId xmlns:a16="http://schemas.microsoft.com/office/drawing/2014/main" id="{EDDFD67B-388A-50CF-A2EE-B1A18A00B345}"/>
                </a:ext>
              </a:extLst>
            </p:cNvPr>
            <p:cNvSpPr/>
            <p:nvPr/>
          </p:nvSpPr>
          <p:spPr>
            <a:xfrm rot="5400000">
              <a:off x="-3869595" y="1516639"/>
              <a:ext cx="184549" cy="180974"/>
            </a:xfrm>
            <a:prstGeom prst="triangl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7" name="Isosceles Triangle 196">
              <a:extLst>
                <a:ext uri="{FF2B5EF4-FFF2-40B4-BE49-F238E27FC236}">
                  <a16:creationId xmlns:a16="http://schemas.microsoft.com/office/drawing/2014/main" id="{A3CA3D66-9D32-FEDB-2D90-4F3F5267E428}"/>
                </a:ext>
              </a:extLst>
            </p:cNvPr>
            <p:cNvSpPr/>
            <p:nvPr/>
          </p:nvSpPr>
          <p:spPr>
            <a:xfrm rot="5400000">
              <a:off x="-5934139" y="264101"/>
              <a:ext cx="184549" cy="180974"/>
            </a:xfrm>
            <a:prstGeom prst="triangl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9" name="Isosceles Triangle 198">
              <a:extLst>
                <a:ext uri="{FF2B5EF4-FFF2-40B4-BE49-F238E27FC236}">
                  <a16:creationId xmlns:a16="http://schemas.microsoft.com/office/drawing/2014/main" id="{9F17CB15-4A9D-2442-A678-92BCAE190E18}"/>
                </a:ext>
              </a:extLst>
            </p:cNvPr>
            <p:cNvSpPr/>
            <p:nvPr/>
          </p:nvSpPr>
          <p:spPr>
            <a:xfrm rot="16200000" flipH="1">
              <a:off x="-5955571" y="714155"/>
              <a:ext cx="184549" cy="180974"/>
            </a:xfrm>
            <a:prstGeom prst="triangl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1" name="Isosceles Triangle 200">
              <a:extLst>
                <a:ext uri="{FF2B5EF4-FFF2-40B4-BE49-F238E27FC236}">
                  <a16:creationId xmlns:a16="http://schemas.microsoft.com/office/drawing/2014/main" id="{82D62773-A3E0-2281-CA95-CB7824C672F2}"/>
                </a:ext>
              </a:extLst>
            </p:cNvPr>
            <p:cNvSpPr/>
            <p:nvPr/>
          </p:nvSpPr>
          <p:spPr>
            <a:xfrm rot="16200000" flipH="1">
              <a:off x="-3891685" y="699076"/>
              <a:ext cx="184549" cy="180974"/>
            </a:xfrm>
            <a:prstGeom prst="triangl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5" name="Isosceles Triangle 204">
              <a:extLst>
                <a:ext uri="{FF2B5EF4-FFF2-40B4-BE49-F238E27FC236}">
                  <a16:creationId xmlns:a16="http://schemas.microsoft.com/office/drawing/2014/main" id="{831A753E-8D86-7DDB-97E2-21DE0218EB59}"/>
                </a:ext>
              </a:extLst>
            </p:cNvPr>
            <p:cNvSpPr/>
            <p:nvPr/>
          </p:nvSpPr>
          <p:spPr>
            <a:xfrm rot="16200000" flipH="1">
              <a:off x="-3891684" y="297437"/>
              <a:ext cx="184549" cy="180974"/>
            </a:xfrm>
            <a:prstGeom prst="triangl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7" name="Isosceles Triangle 206">
              <a:extLst>
                <a:ext uri="{FF2B5EF4-FFF2-40B4-BE49-F238E27FC236}">
                  <a16:creationId xmlns:a16="http://schemas.microsoft.com/office/drawing/2014/main" id="{00B9E9B4-B60B-F1CD-84EF-FEE83BC546B6}"/>
                </a:ext>
              </a:extLst>
            </p:cNvPr>
            <p:cNvSpPr/>
            <p:nvPr/>
          </p:nvSpPr>
          <p:spPr>
            <a:xfrm rot="16200000" flipH="1">
              <a:off x="195019" y="715585"/>
              <a:ext cx="184549" cy="180974"/>
            </a:xfrm>
            <a:prstGeom prst="triangl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9" name="Isosceles Triangle 208">
              <a:extLst>
                <a:ext uri="{FF2B5EF4-FFF2-40B4-BE49-F238E27FC236}">
                  <a16:creationId xmlns:a16="http://schemas.microsoft.com/office/drawing/2014/main" id="{D8CC465E-4C14-7ED7-27CC-95987B6346BC}"/>
                </a:ext>
              </a:extLst>
            </p:cNvPr>
            <p:cNvSpPr/>
            <p:nvPr/>
          </p:nvSpPr>
          <p:spPr>
            <a:xfrm rot="5400000">
              <a:off x="223981" y="260468"/>
              <a:ext cx="184549" cy="180974"/>
            </a:xfrm>
            <a:prstGeom prst="triangl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12" name="Straight Arrow Connector 211">
              <a:extLst>
                <a:ext uri="{FF2B5EF4-FFF2-40B4-BE49-F238E27FC236}">
                  <a16:creationId xmlns:a16="http://schemas.microsoft.com/office/drawing/2014/main" id="{FAB61E19-CEE7-0DF9-6B54-9EA17D2C0BF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-2805479" y="-1025313"/>
              <a:ext cx="0" cy="3145536"/>
            </a:xfrm>
            <a:prstGeom prst="straightConnector1">
              <a:avLst/>
            </a:prstGeom>
            <a:ln w="50800">
              <a:solidFill>
                <a:srgbClr val="FF0000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" name="Straight Arrow Connector 2">
              <a:extLst>
                <a:ext uri="{FF2B5EF4-FFF2-40B4-BE49-F238E27FC236}">
                  <a16:creationId xmlns:a16="http://schemas.microsoft.com/office/drawing/2014/main" id="{3C5D5FFE-FCDB-4619-D512-FFA648CDF682}"/>
                </a:ext>
              </a:extLst>
            </p:cNvPr>
            <p:cNvCxnSpPr>
              <a:cxnSpLocks/>
            </p:cNvCxnSpPr>
            <p:nvPr/>
          </p:nvCxnSpPr>
          <p:spPr>
            <a:xfrm>
              <a:off x="-2464531" y="-1068582"/>
              <a:ext cx="2206038" cy="0"/>
            </a:xfrm>
            <a:prstGeom prst="straightConnector1">
              <a:avLst/>
            </a:prstGeom>
            <a:ln w="50800">
              <a:solidFill>
                <a:srgbClr val="FF0000"/>
              </a:solidFill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33419752-3743-7854-BEB8-46E8C4692ED4}"/>
                </a:ext>
              </a:extLst>
            </p:cNvPr>
            <p:cNvCxnSpPr>
              <a:cxnSpLocks/>
            </p:cNvCxnSpPr>
            <p:nvPr/>
          </p:nvCxnSpPr>
          <p:spPr>
            <a:xfrm>
              <a:off x="-264644" y="-1082363"/>
              <a:ext cx="0" cy="3246274"/>
            </a:xfrm>
            <a:prstGeom prst="straightConnector1">
              <a:avLst/>
            </a:prstGeom>
            <a:ln w="50800">
              <a:solidFill>
                <a:srgbClr val="FF0000"/>
              </a:solidFill>
              <a:headEnd type="non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F2112FC6-4C6B-5C0E-5B61-BC57F20F831F}"/>
                </a:ext>
              </a:extLst>
            </p:cNvPr>
            <p:cNvCxnSpPr>
              <a:cxnSpLocks/>
            </p:cNvCxnSpPr>
            <p:nvPr/>
          </p:nvCxnSpPr>
          <p:spPr>
            <a:xfrm>
              <a:off x="-5356273" y="-1068582"/>
              <a:ext cx="2924839" cy="0"/>
            </a:xfrm>
            <a:prstGeom prst="straightConnector1">
              <a:avLst/>
            </a:prstGeom>
            <a:ln w="50800">
              <a:solidFill>
                <a:srgbClr val="FF0000"/>
              </a:solidFill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5AAAD954-51DD-8062-9F0B-9E18C49D8F9F}"/>
                </a:ext>
              </a:extLst>
            </p:cNvPr>
            <p:cNvCxnSpPr>
              <a:cxnSpLocks/>
            </p:cNvCxnSpPr>
            <p:nvPr/>
          </p:nvCxnSpPr>
          <p:spPr>
            <a:xfrm>
              <a:off x="-5339564" y="-1065510"/>
              <a:ext cx="0" cy="3206561"/>
            </a:xfrm>
            <a:prstGeom prst="straightConnector1">
              <a:avLst/>
            </a:prstGeom>
            <a:ln w="50800">
              <a:solidFill>
                <a:srgbClr val="FF0000"/>
              </a:solidFill>
              <a:headEnd type="non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4FD247AB-F584-0A14-7282-15107EC1574C}"/>
                </a:ext>
              </a:extLst>
            </p:cNvPr>
            <p:cNvCxnSpPr>
              <a:cxnSpLocks/>
            </p:cNvCxnSpPr>
            <p:nvPr/>
          </p:nvCxnSpPr>
          <p:spPr>
            <a:xfrm>
              <a:off x="-2786809" y="2147058"/>
              <a:ext cx="2513076" cy="0"/>
            </a:xfrm>
            <a:prstGeom prst="straightConnector1">
              <a:avLst/>
            </a:prstGeom>
            <a:ln w="50800">
              <a:solidFill>
                <a:srgbClr val="FF0000"/>
              </a:solidFill>
              <a:headEnd type="triangl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5E20CFC4-29B0-B9A8-7804-EAFD90EACE49}"/>
                </a:ext>
              </a:extLst>
            </p:cNvPr>
            <p:cNvCxnSpPr>
              <a:cxnSpLocks/>
            </p:cNvCxnSpPr>
            <p:nvPr/>
          </p:nvCxnSpPr>
          <p:spPr>
            <a:xfrm>
              <a:off x="-5353225" y="2147058"/>
              <a:ext cx="2505456" cy="0"/>
            </a:xfrm>
            <a:prstGeom prst="straightConnector1">
              <a:avLst/>
            </a:prstGeom>
            <a:ln w="50800">
              <a:solidFill>
                <a:srgbClr val="FF0000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2562EA91-1843-85EE-C1B2-56BF0773BA87}"/>
                </a:ext>
              </a:extLst>
            </p:cNvPr>
            <p:cNvCxnSpPr>
              <a:cxnSpLocks/>
            </p:cNvCxnSpPr>
            <p:nvPr/>
          </p:nvCxnSpPr>
          <p:spPr>
            <a:xfrm>
              <a:off x="-5014414" y="-820083"/>
              <a:ext cx="2195601" cy="0"/>
            </a:xfrm>
            <a:prstGeom prst="straightConnector1">
              <a:avLst/>
            </a:prstGeom>
            <a:ln w="50800">
              <a:solidFill>
                <a:srgbClr val="0070C0"/>
              </a:solidFill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BF6C8FDA-1513-69E4-6B75-B6EF508B385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-5010079" y="-832180"/>
              <a:ext cx="0" cy="2778757"/>
            </a:xfrm>
            <a:prstGeom prst="straightConnector1">
              <a:avLst/>
            </a:prstGeom>
            <a:ln w="50800">
              <a:solidFill>
                <a:srgbClr val="0070C0"/>
              </a:solidFill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D3623AAC-5853-BA5A-94A6-CC70216B095D}"/>
                </a:ext>
              </a:extLst>
            </p:cNvPr>
            <p:cNvCxnSpPr>
              <a:cxnSpLocks/>
            </p:cNvCxnSpPr>
            <p:nvPr/>
          </p:nvCxnSpPr>
          <p:spPr>
            <a:xfrm>
              <a:off x="-5015482" y="1930737"/>
              <a:ext cx="2183969" cy="0"/>
            </a:xfrm>
            <a:prstGeom prst="straightConnector1">
              <a:avLst/>
            </a:prstGeom>
            <a:ln w="50800">
              <a:solidFill>
                <a:srgbClr val="0070C0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6" name="Straight Arrow Connector 85">
              <a:extLst>
                <a:ext uri="{FF2B5EF4-FFF2-40B4-BE49-F238E27FC236}">
                  <a16:creationId xmlns:a16="http://schemas.microsoft.com/office/drawing/2014/main" id="{49CF3A20-DC53-88A3-AD68-8C3D72507E3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-2818813" y="-820083"/>
              <a:ext cx="2170632" cy="0"/>
            </a:xfrm>
            <a:prstGeom prst="straightConnector1">
              <a:avLst/>
            </a:prstGeom>
            <a:ln w="50800">
              <a:solidFill>
                <a:srgbClr val="0070C0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7" name="Straight Arrow Connector 86">
              <a:extLst>
                <a:ext uri="{FF2B5EF4-FFF2-40B4-BE49-F238E27FC236}">
                  <a16:creationId xmlns:a16="http://schemas.microsoft.com/office/drawing/2014/main" id="{6AE9F7DA-7331-6FCE-D02E-DE842FE93FB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-652516" y="-832180"/>
              <a:ext cx="0" cy="2778757"/>
            </a:xfrm>
            <a:prstGeom prst="straightConnector1">
              <a:avLst/>
            </a:prstGeom>
            <a:ln w="50800">
              <a:solidFill>
                <a:srgbClr val="0070C0"/>
              </a:solidFill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8" name="Straight Arrow Connector 87">
              <a:extLst>
                <a:ext uri="{FF2B5EF4-FFF2-40B4-BE49-F238E27FC236}">
                  <a16:creationId xmlns:a16="http://schemas.microsoft.com/office/drawing/2014/main" id="{BBFF414F-8E55-01A3-70BD-3DF8BC333C5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-2831513" y="1930737"/>
              <a:ext cx="2184400" cy="0"/>
            </a:xfrm>
            <a:prstGeom prst="straightConnector1">
              <a:avLst/>
            </a:prstGeom>
            <a:ln w="50800">
              <a:solidFill>
                <a:srgbClr val="0070C0"/>
              </a:solidFill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09AAF507-97DB-2636-60AD-D680FD647766}"/>
              </a:ext>
            </a:extLst>
          </p:cNvPr>
          <p:cNvGrpSpPr/>
          <p:nvPr/>
        </p:nvGrpSpPr>
        <p:grpSpPr>
          <a:xfrm>
            <a:off x="9263051" y="-1308586"/>
            <a:ext cx="7774157" cy="3770314"/>
            <a:chOff x="11585795" y="-1308586"/>
            <a:chExt cx="7774157" cy="3770314"/>
          </a:xfrm>
        </p:grpSpPr>
        <p:sp>
          <p:nvSpPr>
            <p:cNvPr id="208" name="Rectangle 207">
              <a:extLst>
                <a:ext uri="{FF2B5EF4-FFF2-40B4-BE49-F238E27FC236}">
                  <a16:creationId xmlns:a16="http://schemas.microsoft.com/office/drawing/2014/main" id="{50EAADEF-F714-FF1B-8166-0F0E98AEDADD}"/>
                </a:ext>
              </a:extLst>
            </p:cNvPr>
            <p:cNvSpPr/>
            <p:nvPr/>
          </p:nvSpPr>
          <p:spPr>
            <a:xfrm>
              <a:off x="12774441" y="-1214289"/>
              <a:ext cx="5387340" cy="3569970"/>
            </a:xfrm>
            <a:prstGeom prst="rect">
              <a:avLst/>
            </a:prstGeom>
            <a:solidFill>
              <a:srgbClr val="80808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0" name="Rectangle 209">
              <a:extLst>
                <a:ext uri="{FF2B5EF4-FFF2-40B4-BE49-F238E27FC236}">
                  <a16:creationId xmlns:a16="http://schemas.microsoft.com/office/drawing/2014/main" id="{9212B3B6-4F8E-8C92-1BD1-B64F35073A87}"/>
                </a:ext>
              </a:extLst>
            </p:cNvPr>
            <p:cNvSpPr/>
            <p:nvPr/>
          </p:nvSpPr>
          <p:spPr>
            <a:xfrm>
              <a:off x="13426909" y="-625168"/>
              <a:ext cx="1401841" cy="2391728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11" name="Rectangle 210">
              <a:extLst>
                <a:ext uri="{FF2B5EF4-FFF2-40B4-BE49-F238E27FC236}">
                  <a16:creationId xmlns:a16="http://schemas.microsoft.com/office/drawing/2014/main" id="{025565FD-16E4-B085-EF82-F2BE4BE897EA}"/>
                </a:ext>
              </a:extLst>
            </p:cNvPr>
            <p:cNvSpPr/>
            <p:nvPr/>
          </p:nvSpPr>
          <p:spPr>
            <a:xfrm>
              <a:off x="15989455" y="-625168"/>
              <a:ext cx="1491616" cy="2391728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13" name="Straight Connector 212">
              <a:extLst>
                <a:ext uri="{FF2B5EF4-FFF2-40B4-BE49-F238E27FC236}">
                  <a16:creationId xmlns:a16="http://schemas.microsoft.com/office/drawing/2014/main" id="{BC8D7C05-4E2A-B1E2-DF6B-B3A3EC2987B4}"/>
                </a:ext>
              </a:extLst>
            </p:cNvPr>
            <p:cNvCxnSpPr>
              <a:cxnSpLocks/>
            </p:cNvCxnSpPr>
            <p:nvPr/>
          </p:nvCxnSpPr>
          <p:spPr>
            <a:xfrm>
              <a:off x="14798505" y="282089"/>
              <a:ext cx="1221581" cy="108346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4" name="Straight Connector 213">
              <a:extLst>
                <a:ext uri="{FF2B5EF4-FFF2-40B4-BE49-F238E27FC236}">
                  <a16:creationId xmlns:a16="http://schemas.microsoft.com/office/drawing/2014/main" id="{D17872D0-1918-E8FD-AA35-458166DB8EA9}"/>
                </a:ext>
              </a:extLst>
            </p:cNvPr>
            <p:cNvCxnSpPr>
              <a:cxnSpLocks/>
            </p:cNvCxnSpPr>
            <p:nvPr/>
          </p:nvCxnSpPr>
          <p:spPr>
            <a:xfrm>
              <a:off x="14798505" y="211132"/>
              <a:ext cx="1221581" cy="108346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5" name="Straight Connector 214">
              <a:extLst>
                <a:ext uri="{FF2B5EF4-FFF2-40B4-BE49-F238E27FC236}">
                  <a16:creationId xmlns:a16="http://schemas.microsoft.com/office/drawing/2014/main" id="{BD1E4812-F125-7572-571F-E80782D5C766}"/>
                </a:ext>
              </a:extLst>
            </p:cNvPr>
            <p:cNvCxnSpPr>
              <a:cxnSpLocks/>
            </p:cNvCxnSpPr>
            <p:nvPr/>
          </p:nvCxnSpPr>
          <p:spPr>
            <a:xfrm>
              <a:off x="14798505" y="-427499"/>
              <a:ext cx="1221581" cy="108346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6" name="Straight Connector 215">
              <a:extLst>
                <a:ext uri="{FF2B5EF4-FFF2-40B4-BE49-F238E27FC236}">
                  <a16:creationId xmlns:a16="http://schemas.microsoft.com/office/drawing/2014/main" id="{6A40020E-D491-4FFD-23DA-E41C34DA10C5}"/>
                </a:ext>
              </a:extLst>
            </p:cNvPr>
            <p:cNvCxnSpPr>
              <a:cxnSpLocks/>
            </p:cNvCxnSpPr>
            <p:nvPr/>
          </p:nvCxnSpPr>
          <p:spPr>
            <a:xfrm>
              <a:off x="14798505" y="-356540"/>
              <a:ext cx="1221581" cy="108346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7" name="Straight Connector 216">
              <a:extLst>
                <a:ext uri="{FF2B5EF4-FFF2-40B4-BE49-F238E27FC236}">
                  <a16:creationId xmlns:a16="http://schemas.microsoft.com/office/drawing/2014/main" id="{4B142540-B961-D6DC-E1DB-B61687A23001}"/>
                </a:ext>
              </a:extLst>
            </p:cNvPr>
            <p:cNvCxnSpPr>
              <a:cxnSpLocks/>
            </p:cNvCxnSpPr>
            <p:nvPr/>
          </p:nvCxnSpPr>
          <p:spPr>
            <a:xfrm>
              <a:off x="14798505" y="-285581"/>
              <a:ext cx="1221581" cy="108346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8" name="Straight Connector 217">
              <a:extLst>
                <a:ext uri="{FF2B5EF4-FFF2-40B4-BE49-F238E27FC236}">
                  <a16:creationId xmlns:a16="http://schemas.microsoft.com/office/drawing/2014/main" id="{E99BDE12-29FB-897C-057C-CD4D7D2DAEB2}"/>
                </a:ext>
              </a:extLst>
            </p:cNvPr>
            <p:cNvCxnSpPr>
              <a:cxnSpLocks/>
            </p:cNvCxnSpPr>
            <p:nvPr/>
          </p:nvCxnSpPr>
          <p:spPr>
            <a:xfrm>
              <a:off x="14798505" y="-214622"/>
              <a:ext cx="1221581" cy="108346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9" name="Straight Connector 218">
              <a:extLst>
                <a:ext uri="{FF2B5EF4-FFF2-40B4-BE49-F238E27FC236}">
                  <a16:creationId xmlns:a16="http://schemas.microsoft.com/office/drawing/2014/main" id="{5381600A-B75F-8523-1881-9037185EA0F6}"/>
                </a:ext>
              </a:extLst>
            </p:cNvPr>
            <p:cNvCxnSpPr>
              <a:cxnSpLocks/>
            </p:cNvCxnSpPr>
            <p:nvPr/>
          </p:nvCxnSpPr>
          <p:spPr>
            <a:xfrm>
              <a:off x="14798505" y="-143663"/>
              <a:ext cx="1221581" cy="108346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0" name="Straight Connector 219">
              <a:extLst>
                <a:ext uri="{FF2B5EF4-FFF2-40B4-BE49-F238E27FC236}">
                  <a16:creationId xmlns:a16="http://schemas.microsoft.com/office/drawing/2014/main" id="{31F62078-1229-A506-F783-B53C487EBE49}"/>
                </a:ext>
              </a:extLst>
            </p:cNvPr>
            <p:cNvCxnSpPr>
              <a:cxnSpLocks/>
            </p:cNvCxnSpPr>
            <p:nvPr/>
          </p:nvCxnSpPr>
          <p:spPr>
            <a:xfrm>
              <a:off x="14798505" y="-72704"/>
              <a:ext cx="1221581" cy="108346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1" name="Straight Connector 220">
              <a:extLst>
                <a:ext uri="{FF2B5EF4-FFF2-40B4-BE49-F238E27FC236}">
                  <a16:creationId xmlns:a16="http://schemas.microsoft.com/office/drawing/2014/main" id="{7BA52C90-CDBD-1D9B-EB86-FDB53EA13332}"/>
                </a:ext>
              </a:extLst>
            </p:cNvPr>
            <p:cNvCxnSpPr>
              <a:cxnSpLocks/>
            </p:cNvCxnSpPr>
            <p:nvPr/>
          </p:nvCxnSpPr>
          <p:spPr>
            <a:xfrm>
              <a:off x="14798505" y="-1745"/>
              <a:ext cx="1221581" cy="108346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2" name="Straight Connector 221">
              <a:extLst>
                <a:ext uri="{FF2B5EF4-FFF2-40B4-BE49-F238E27FC236}">
                  <a16:creationId xmlns:a16="http://schemas.microsoft.com/office/drawing/2014/main" id="{F012CB73-3A97-2B87-07B4-A7AB5BC05D4C}"/>
                </a:ext>
              </a:extLst>
            </p:cNvPr>
            <p:cNvCxnSpPr>
              <a:cxnSpLocks/>
            </p:cNvCxnSpPr>
            <p:nvPr/>
          </p:nvCxnSpPr>
          <p:spPr>
            <a:xfrm>
              <a:off x="14798505" y="69214"/>
              <a:ext cx="1221581" cy="108346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3" name="Straight Connector 222">
              <a:extLst>
                <a:ext uri="{FF2B5EF4-FFF2-40B4-BE49-F238E27FC236}">
                  <a16:creationId xmlns:a16="http://schemas.microsoft.com/office/drawing/2014/main" id="{BF1F0513-610A-347E-E42B-746B50EBF068}"/>
                </a:ext>
              </a:extLst>
            </p:cNvPr>
            <p:cNvCxnSpPr>
              <a:cxnSpLocks/>
            </p:cNvCxnSpPr>
            <p:nvPr/>
          </p:nvCxnSpPr>
          <p:spPr>
            <a:xfrm>
              <a:off x="14798505" y="140173"/>
              <a:ext cx="1221581" cy="108346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4" name="Straight Connector 223">
              <a:extLst>
                <a:ext uri="{FF2B5EF4-FFF2-40B4-BE49-F238E27FC236}">
                  <a16:creationId xmlns:a16="http://schemas.microsoft.com/office/drawing/2014/main" id="{B0C5642D-E470-A8FC-AF9F-A49FE03FCCD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4798505" y="1497213"/>
              <a:ext cx="1221581" cy="108346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5" name="Straight Connector 224">
              <a:extLst>
                <a:ext uri="{FF2B5EF4-FFF2-40B4-BE49-F238E27FC236}">
                  <a16:creationId xmlns:a16="http://schemas.microsoft.com/office/drawing/2014/main" id="{D1B4D71A-3FE1-F553-471F-872B3591D1D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4798505" y="1426256"/>
              <a:ext cx="1221581" cy="108346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6" name="Straight Connector 225">
              <a:extLst>
                <a:ext uri="{FF2B5EF4-FFF2-40B4-BE49-F238E27FC236}">
                  <a16:creationId xmlns:a16="http://schemas.microsoft.com/office/drawing/2014/main" id="{A21E6725-45E3-E8B8-3EB6-86CBBEC4F5D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4798505" y="787625"/>
              <a:ext cx="1221581" cy="108346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7" name="Straight Connector 226">
              <a:extLst>
                <a:ext uri="{FF2B5EF4-FFF2-40B4-BE49-F238E27FC236}">
                  <a16:creationId xmlns:a16="http://schemas.microsoft.com/office/drawing/2014/main" id="{147655C0-A996-67DA-50D4-57DFFB822AA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4798505" y="858584"/>
              <a:ext cx="1221581" cy="108346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8" name="Straight Connector 227">
              <a:extLst>
                <a:ext uri="{FF2B5EF4-FFF2-40B4-BE49-F238E27FC236}">
                  <a16:creationId xmlns:a16="http://schemas.microsoft.com/office/drawing/2014/main" id="{631001F2-BCC0-49A1-FC0C-B6925964181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4798505" y="929543"/>
              <a:ext cx="1221581" cy="108346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9" name="Straight Connector 228">
              <a:extLst>
                <a:ext uri="{FF2B5EF4-FFF2-40B4-BE49-F238E27FC236}">
                  <a16:creationId xmlns:a16="http://schemas.microsoft.com/office/drawing/2014/main" id="{0AB061F1-38D6-57EC-26BB-D789B0C160D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4798505" y="1000502"/>
              <a:ext cx="1221581" cy="108346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0" name="Straight Connector 229">
              <a:extLst>
                <a:ext uri="{FF2B5EF4-FFF2-40B4-BE49-F238E27FC236}">
                  <a16:creationId xmlns:a16="http://schemas.microsoft.com/office/drawing/2014/main" id="{28122BA7-259F-9979-F29E-52F37647B5A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4798505" y="1071461"/>
              <a:ext cx="1221581" cy="108346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1" name="Straight Connector 230">
              <a:extLst>
                <a:ext uri="{FF2B5EF4-FFF2-40B4-BE49-F238E27FC236}">
                  <a16:creationId xmlns:a16="http://schemas.microsoft.com/office/drawing/2014/main" id="{2C8B4565-B636-BB08-3B9D-F5C53987038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4798505" y="1142420"/>
              <a:ext cx="1221581" cy="108346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2" name="Straight Connector 231">
              <a:extLst>
                <a:ext uri="{FF2B5EF4-FFF2-40B4-BE49-F238E27FC236}">
                  <a16:creationId xmlns:a16="http://schemas.microsoft.com/office/drawing/2014/main" id="{E0106B45-37D0-F391-5352-02A987F9C98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4798505" y="1213379"/>
              <a:ext cx="1221581" cy="108346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3" name="Straight Connector 232">
              <a:extLst>
                <a:ext uri="{FF2B5EF4-FFF2-40B4-BE49-F238E27FC236}">
                  <a16:creationId xmlns:a16="http://schemas.microsoft.com/office/drawing/2014/main" id="{41413A62-C243-B4F7-5BAB-859F155CDF9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4798505" y="1284338"/>
              <a:ext cx="1221581" cy="108346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4" name="Straight Connector 233">
              <a:extLst>
                <a:ext uri="{FF2B5EF4-FFF2-40B4-BE49-F238E27FC236}">
                  <a16:creationId xmlns:a16="http://schemas.microsoft.com/office/drawing/2014/main" id="{93F866CB-44FC-D32C-5E04-D3CF53F7095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4798505" y="1355297"/>
              <a:ext cx="1221581" cy="108346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5" name="Straight Connector 234">
              <a:extLst>
                <a:ext uri="{FF2B5EF4-FFF2-40B4-BE49-F238E27FC236}">
                  <a16:creationId xmlns:a16="http://schemas.microsoft.com/office/drawing/2014/main" id="{400FCB5F-26BA-7087-D410-70B288CE213C}"/>
                </a:ext>
              </a:extLst>
            </p:cNvPr>
            <p:cNvCxnSpPr>
              <a:cxnSpLocks/>
            </p:cNvCxnSpPr>
            <p:nvPr/>
          </p:nvCxnSpPr>
          <p:spPr>
            <a:xfrm>
              <a:off x="12667287" y="-439428"/>
              <a:ext cx="778669" cy="197189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6" name="Straight Connector 235">
              <a:extLst>
                <a:ext uri="{FF2B5EF4-FFF2-40B4-BE49-F238E27FC236}">
                  <a16:creationId xmlns:a16="http://schemas.microsoft.com/office/drawing/2014/main" id="{410A7F25-1F57-7F0D-2584-C393E615F3A4}"/>
                </a:ext>
              </a:extLst>
            </p:cNvPr>
            <p:cNvCxnSpPr>
              <a:cxnSpLocks/>
            </p:cNvCxnSpPr>
            <p:nvPr/>
          </p:nvCxnSpPr>
          <p:spPr>
            <a:xfrm>
              <a:off x="12733961" y="-225453"/>
              <a:ext cx="711995" cy="186339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7" name="Straight Connector 236">
              <a:extLst>
                <a:ext uri="{FF2B5EF4-FFF2-40B4-BE49-F238E27FC236}">
                  <a16:creationId xmlns:a16="http://schemas.microsoft.com/office/drawing/2014/main" id="{7C536691-B5DD-4C1B-9238-1C3E78453DD3}"/>
                </a:ext>
              </a:extLst>
            </p:cNvPr>
            <p:cNvCxnSpPr>
              <a:cxnSpLocks/>
            </p:cNvCxnSpPr>
            <p:nvPr/>
          </p:nvCxnSpPr>
          <p:spPr>
            <a:xfrm>
              <a:off x="12733961" y="-23956"/>
              <a:ext cx="711995" cy="186339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8" name="Straight Connector 237">
              <a:extLst>
                <a:ext uri="{FF2B5EF4-FFF2-40B4-BE49-F238E27FC236}">
                  <a16:creationId xmlns:a16="http://schemas.microsoft.com/office/drawing/2014/main" id="{1A987D88-5E6C-F83B-1FE2-93BB063BF05E}"/>
                </a:ext>
              </a:extLst>
            </p:cNvPr>
            <p:cNvCxnSpPr>
              <a:cxnSpLocks/>
            </p:cNvCxnSpPr>
            <p:nvPr/>
          </p:nvCxnSpPr>
          <p:spPr>
            <a:xfrm>
              <a:off x="12733961" y="188919"/>
              <a:ext cx="711995" cy="186339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9" name="Straight Connector 238">
              <a:extLst>
                <a:ext uri="{FF2B5EF4-FFF2-40B4-BE49-F238E27FC236}">
                  <a16:creationId xmlns:a16="http://schemas.microsoft.com/office/drawing/2014/main" id="{4199C59E-9030-D296-42BE-7CC4BF0CFE49}"/>
                </a:ext>
              </a:extLst>
            </p:cNvPr>
            <p:cNvCxnSpPr>
              <a:cxnSpLocks/>
            </p:cNvCxnSpPr>
            <p:nvPr/>
          </p:nvCxnSpPr>
          <p:spPr>
            <a:xfrm>
              <a:off x="12733961" y="1011351"/>
              <a:ext cx="711995" cy="186339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0" name="Straight Connector 239">
              <a:extLst>
                <a:ext uri="{FF2B5EF4-FFF2-40B4-BE49-F238E27FC236}">
                  <a16:creationId xmlns:a16="http://schemas.microsoft.com/office/drawing/2014/main" id="{57195D7B-1555-73FB-5F64-9AAC7DD354D7}"/>
                </a:ext>
              </a:extLst>
            </p:cNvPr>
            <p:cNvCxnSpPr>
              <a:cxnSpLocks/>
            </p:cNvCxnSpPr>
            <p:nvPr/>
          </p:nvCxnSpPr>
          <p:spPr>
            <a:xfrm>
              <a:off x="12733961" y="1212848"/>
              <a:ext cx="711995" cy="186339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1" name="Straight Connector 240">
              <a:extLst>
                <a:ext uri="{FF2B5EF4-FFF2-40B4-BE49-F238E27FC236}">
                  <a16:creationId xmlns:a16="http://schemas.microsoft.com/office/drawing/2014/main" id="{D8BF559B-3A12-54E2-8AB1-D2DC877E3268}"/>
                </a:ext>
              </a:extLst>
            </p:cNvPr>
            <p:cNvCxnSpPr>
              <a:cxnSpLocks/>
            </p:cNvCxnSpPr>
            <p:nvPr/>
          </p:nvCxnSpPr>
          <p:spPr>
            <a:xfrm>
              <a:off x="12733961" y="1425723"/>
              <a:ext cx="711995" cy="186339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2" name="Straight Connector 241">
              <a:extLst>
                <a:ext uri="{FF2B5EF4-FFF2-40B4-BE49-F238E27FC236}">
                  <a16:creationId xmlns:a16="http://schemas.microsoft.com/office/drawing/2014/main" id="{AE6F2F88-CD03-01B4-7F5A-D4079A0D860B}"/>
                </a:ext>
              </a:extLst>
            </p:cNvPr>
            <p:cNvCxnSpPr>
              <a:cxnSpLocks/>
            </p:cNvCxnSpPr>
            <p:nvPr/>
          </p:nvCxnSpPr>
          <p:spPr>
            <a:xfrm>
              <a:off x="12733960" y="809854"/>
              <a:ext cx="711995" cy="186339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3" name="Straight Connector 242">
              <a:extLst>
                <a:ext uri="{FF2B5EF4-FFF2-40B4-BE49-F238E27FC236}">
                  <a16:creationId xmlns:a16="http://schemas.microsoft.com/office/drawing/2014/main" id="{BE7DAFAD-2E79-F17D-242B-F0D3E8D1FF72}"/>
                </a:ext>
              </a:extLst>
            </p:cNvPr>
            <p:cNvCxnSpPr>
              <a:cxnSpLocks/>
              <a:stCxn id="269" idx="6"/>
            </p:cNvCxnSpPr>
            <p:nvPr/>
          </p:nvCxnSpPr>
          <p:spPr>
            <a:xfrm>
              <a:off x="12004404" y="806072"/>
              <a:ext cx="746705" cy="209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4" name="Straight Connector 243">
              <a:extLst>
                <a:ext uri="{FF2B5EF4-FFF2-40B4-BE49-F238E27FC236}">
                  <a16:creationId xmlns:a16="http://schemas.microsoft.com/office/drawing/2014/main" id="{C489E60E-EA11-3A8D-49B3-9DB506128CB6}"/>
                </a:ext>
              </a:extLst>
            </p:cNvPr>
            <p:cNvCxnSpPr>
              <a:cxnSpLocks/>
              <a:endCxn id="270" idx="6"/>
            </p:cNvCxnSpPr>
            <p:nvPr/>
          </p:nvCxnSpPr>
          <p:spPr>
            <a:xfrm flipH="1" flipV="1">
              <a:off x="12004403" y="355689"/>
              <a:ext cx="746706" cy="1409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5" name="Straight Connector 244">
              <a:extLst>
                <a:ext uri="{FF2B5EF4-FFF2-40B4-BE49-F238E27FC236}">
                  <a16:creationId xmlns:a16="http://schemas.microsoft.com/office/drawing/2014/main" id="{C37C6B8B-FB99-E7F0-7DF0-76E5DC6B0A6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4209145" y="-427499"/>
              <a:ext cx="62317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6" name="Straight Connector 245">
              <a:extLst>
                <a:ext uri="{FF2B5EF4-FFF2-40B4-BE49-F238E27FC236}">
                  <a16:creationId xmlns:a16="http://schemas.microsoft.com/office/drawing/2014/main" id="{841EB033-A5E8-B2B4-BE87-663286D8DB9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4205575" y="390435"/>
              <a:ext cx="62317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7" name="Straight Connector 246">
              <a:extLst>
                <a:ext uri="{FF2B5EF4-FFF2-40B4-BE49-F238E27FC236}">
                  <a16:creationId xmlns:a16="http://schemas.microsoft.com/office/drawing/2014/main" id="{0A07092C-FEF8-20C0-0FAD-33BB1BF09A2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4209145" y="791746"/>
              <a:ext cx="62317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8" name="Straight Connector 247">
              <a:extLst>
                <a:ext uri="{FF2B5EF4-FFF2-40B4-BE49-F238E27FC236}">
                  <a16:creationId xmlns:a16="http://schemas.microsoft.com/office/drawing/2014/main" id="{9101486B-5740-47FD-01AB-D013C2A8440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4205575" y="1608489"/>
              <a:ext cx="62317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9" name="Straight Connector 248">
              <a:extLst>
                <a:ext uri="{FF2B5EF4-FFF2-40B4-BE49-F238E27FC236}">
                  <a16:creationId xmlns:a16="http://schemas.microsoft.com/office/drawing/2014/main" id="{4DD5C797-63F4-658A-5BE0-1E3EB64F5BF6}"/>
                </a:ext>
              </a:extLst>
            </p:cNvPr>
            <p:cNvCxnSpPr>
              <a:cxnSpLocks/>
            </p:cNvCxnSpPr>
            <p:nvPr/>
          </p:nvCxnSpPr>
          <p:spPr>
            <a:xfrm>
              <a:off x="12653792" y="1624249"/>
              <a:ext cx="100989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0" name="Straight Connector 249">
              <a:extLst>
                <a:ext uri="{FF2B5EF4-FFF2-40B4-BE49-F238E27FC236}">
                  <a16:creationId xmlns:a16="http://schemas.microsoft.com/office/drawing/2014/main" id="{7ED64283-C9D1-17B2-0C80-919E611F26A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2676351" y="1641709"/>
              <a:ext cx="0" cy="820019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1" name="Straight Connector 250">
              <a:extLst>
                <a:ext uri="{FF2B5EF4-FFF2-40B4-BE49-F238E27FC236}">
                  <a16:creationId xmlns:a16="http://schemas.microsoft.com/office/drawing/2014/main" id="{18DD0FC3-FEEA-CC2F-79A5-F3F51AC8079C}"/>
                </a:ext>
              </a:extLst>
            </p:cNvPr>
            <p:cNvCxnSpPr>
              <a:cxnSpLocks/>
            </p:cNvCxnSpPr>
            <p:nvPr/>
          </p:nvCxnSpPr>
          <p:spPr>
            <a:xfrm>
              <a:off x="12667287" y="2445385"/>
              <a:ext cx="5572600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2" name="Straight Connector 251">
              <a:extLst>
                <a:ext uri="{FF2B5EF4-FFF2-40B4-BE49-F238E27FC236}">
                  <a16:creationId xmlns:a16="http://schemas.microsoft.com/office/drawing/2014/main" id="{9602CB69-901F-683E-0DE7-ED2192D2B93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8218633" y="1570345"/>
              <a:ext cx="0" cy="891383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3" name="Straight Connector 252">
              <a:extLst>
                <a:ext uri="{FF2B5EF4-FFF2-40B4-BE49-F238E27FC236}">
                  <a16:creationId xmlns:a16="http://schemas.microsoft.com/office/drawing/2014/main" id="{775D6211-AF79-6CC6-AD16-FA06EBA191E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2674149" y="-1276445"/>
              <a:ext cx="0" cy="837017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4" name="Straight Connector 253">
              <a:extLst>
                <a:ext uri="{FF2B5EF4-FFF2-40B4-BE49-F238E27FC236}">
                  <a16:creationId xmlns:a16="http://schemas.microsoft.com/office/drawing/2014/main" id="{F65D1400-00ED-000E-33B8-36F8E1CD9405}"/>
                </a:ext>
              </a:extLst>
            </p:cNvPr>
            <p:cNvCxnSpPr>
              <a:cxnSpLocks/>
            </p:cNvCxnSpPr>
            <p:nvPr/>
          </p:nvCxnSpPr>
          <p:spPr>
            <a:xfrm>
              <a:off x="12662704" y="-1289538"/>
              <a:ext cx="5572600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5" name="Straight Connector 254">
              <a:extLst>
                <a:ext uri="{FF2B5EF4-FFF2-40B4-BE49-F238E27FC236}">
                  <a16:creationId xmlns:a16="http://schemas.microsoft.com/office/drawing/2014/main" id="{D287C9FB-4955-70E1-0D6C-69F987F1B20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8218812" y="-1308586"/>
              <a:ext cx="0" cy="85216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6" name="Straight Connector 255">
              <a:extLst>
                <a:ext uri="{FF2B5EF4-FFF2-40B4-BE49-F238E27FC236}">
                  <a16:creationId xmlns:a16="http://schemas.microsoft.com/office/drawing/2014/main" id="{2273ED35-213A-3F57-2DC4-FA7CB5439AA6}"/>
                </a:ext>
              </a:extLst>
            </p:cNvPr>
            <p:cNvCxnSpPr>
              <a:cxnSpLocks/>
            </p:cNvCxnSpPr>
            <p:nvPr/>
          </p:nvCxnSpPr>
          <p:spPr>
            <a:xfrm>
              <a:off x="17452961" y="165793"/>
              <a:ext cx="711995" cy="186339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7" name="Straight Connector 256">
              <a:extLst>
                <a:ext uri="{FF2B5EF4-FFF2-40B4-BE49-F238E27FC236}">
                  <a16:creationId xmlns:a16="http://schemas.microsoft.com/office/drawing/2014/main" id="{39860AF5-858B-9AE4-787E-D33F3811D3C7}"/>
                </a:ext>
              </a:extLst>
            </p:cNvPr>
            <p:cNvCxnSpPr>
              <a:cxnSpLocks/>
            </p:cNvCxnSpPr>
            <p:nvPr/>
          </p:nvCxnSpPr>
          <p:spPr>
            <a:xfrm>
              <a:off x="17450579" y="-454341"/>
              <a:ext cx="711995" cy="186339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8" name="Straight Connector 257">
              <a:extLst>
                <a:ext uri="{FF2B5EF4-FFF2-40B4-BE49-F238E27FC236}">
                  <a16:creationId xmlns:a16="http://schemas.microsoft.com/office/drawing/2014/main" id="{5EB4EB51-3591-EB1E-525E-D92715D8591A}"/>
                </a:ext>
              </a:extLst>
            </p:cNvPr>
            <p:cNvCxnSpPr>
              <a:cxnSpLocks/>
            </p:cNvCxnSpPr>
            <p:nvPr/>
          </p:nvCxnSpPr>
          <p:spPr>
            <a:xfrm>
              <a:off x="17449786" y="994960"/>
              <a:ext cx="711995" cy="186339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9" name="Straight Connector 258">
              <a:extLst>
                <a:ext uri="{FF2B5EF4-FFF2-40B4-BE49-F238E27FC236}">
                  <a16:creationId xmlns:a16="http://schemas.microsoft.com/office/drawing/2014/main" id="{0F8DC224-D6EF-E1D2-4ECA-486FEB1F3475}"/>
                </a:ext>
              </a:extLst>
            </p:cNvPr>
            <p:cNvCxnSpPr>
              <a:cxnSpLocks/>
            </p:cNvCxnSpPr>
            <p:nvPr/>
          </p:nvCxnSpPr>
          <p:spPr>
            <a:xfrm>
              <a:off x="17449785" y="1204153"/>
              <a:ext cx="711995" cy="185246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0" name="Straight Connector 259">
              <a:extLst>
                <a:ext uri="{FF2B5EF4-FFF2-40B4-BE49-F238E27FC236}">
                  <a16:creationId xmlns:a16="http://schemas.microsoft.com/office/drawing/2014/main" id="{6622A1DD-C91B-7BD2-4CC8-B1CCE79B54AF}"/>
                </a:ext>
              </a:extLst>
            </p:cNvPr>
            <p:cNvCxnSpPr>
              <a:cxnSpLocks/>
            </p:cNvCxnSpPr>
            <p:nvPr/>
          </p:nvCxnSpPr>
          <p:spPr>
            <a:xfrm>
              <a:off x="17438120" y="1412253"/>
              <a:ext cx="780513" cy="181111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1" name="Straight Connector 260">
              <a:extLst>
                <a:ext uri="{FF2B5EF4-FFF2-40B4-BE49-F238E27FC236}">
                  <a16:creationId xmlns:a16="http://schemas.microsoft.com/office/drawing/2014/main" id="{3177D3A8-A189-E9A2-A6E8-775BF3388AF6}"/>
                </a:ext>
              </a:extLst>
            </p:cNvPr>
            <p:cNvCxnSpPr>
              <a:cxnSpLocks/>
            </p:cNvCxnSpPr>
            <p:nvPr/>
          </p:nvCxnSpPr>
          <p:spPr>
            <a:xfrm>
              <a:off x="17449785" y="785767"/>
              <a:ext cx="711995" cy="186339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2" name="Straight Connector 261">
              <a:extLst>
                <a:ext uri="{FF2B5EF4-FFF2-40B4-BE49-F238E27FC236}">
                  <a16:creationId xmlns:a16="http://schemas.microsoft.com/office/drawing/2014/main" id="{F9A4922F-F0E9-C63C-3C8B-478BC767E899}"/>
                </a:ext>
              </a:extLst>
            </p:cNvPr>
            <p:cNvCxnSpPr>
              <a:cxnSpLocks/>
            </p:cNvCxnSpPr>
            <p:nvPr/>
          </p:nvCxnSpPr>
          <p:spPr>
            <a:xfrm>
              <a:off x="17451373" y="-243560"/>
              <a:ext cx="711995" cy="186339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3" name="Straight Connector 262">
              <a:extLst>
                <a:ext uri="{FF2B5EF4-FFF2-40B4-BE49-F238E27FC236}">
                  <a16:creationId xmlns:a16="http://schemas.microsoft.com/office/drawing/2014/main" id="{0CE708E1-28E9-AA6B-8B52-72AFE07C3DD5}"/>
                </a:ext>
              </a:extLst>
            </p:cNvPr>
            <p:cNvCxnSpPr>
              <a:cxnSpLocks/>
            </p:cNvCxnSpPr>
            <p:nvPr/>
          </p:nvCxnSpPr>
          <p:spPr>
            <a:xfrm>
              <a:off x="17451372" y="-35955"/>
              <a:ext cx="711995" cy="185246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4" name="Straight Connector 263">
              <a:extLst>
                <a:ext uri="{FF2B5EF4-FFF2-40B4-BE49-F238E27FC236}">
                  <a16:creationId xmlns:a16="http://schemas.microsoft.com/office/drawing/2014/main" id="{9A41EBAC-BB7E-0042-184E-16AA2E9DE5F3}"/>
                </a:ext>
              </a:extLst>
            </p:cNvPr>
            <p:cNvCxnSpPr>
              <a:cxnSpLocks/>
            </p:cNvCxnSpPr>
            <p:nvPr/>
          </p:nvCxnSpPr>
          <p:spPr>
            <a:xfrm>
              <a:off x="18140589" y="-466562"/>
              <a:ext cx="94715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5" name="Straight Connector 264">
              <a:extLst>
                <a:ext uri="{FF2B5EF4-FFF2-40B4-BE49-F238E27FC236}">
                  <a16:creationId xmlns:a16="http://schemas.microsoft.com/office/drawing/2014/main" id="{A0436D23-2422-62F1-CBCB-08DE3FA20046}"/>
                </a:ext>
              </a:extLst>
            </p:cNvPr>
            <p:cNvCxnSpPr>
              <a:cxnSpLocks/>
            </p:cNvCxnSpPr>
            <p:nvPr/>
          </p:nvCxnSpPr>
          <p:spPr>
            <a:xfrm>
              <a:off x="18140589" y="342398"/>
              <a:ext cx="727472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6" name="Straight Connector 265">
              <a:extLst>
                <a:ext uri="{FF2B5EF4-FFF2-40B4-BE49-F238E27FC236}">
                  <a16:creationId xmlns:a16="http://schemas.microsoft.com/office/drawing/2014/main" id="{C796DBFD-AEBE-561E-D9A2-1524D558212B}"/>
                </a:ext>
              </a:extLst>
            </p:cNvPr>
            <p:cNvCxnSpPr>
              <a:cxnSpLocks/>
            </p:cNvCxnSpPr>
            <p:nvPr/>
          </p:nvCxnSpPr>
          <p:spPr>
            <a:xfrm>
              <a:off x="18140589" y="806281"/>
              <a:ext cx="727472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67" name="Oval 266">
              <a:extLst>
                <a:ext uri="{FF2B5EF4-FFF2-40B4-BE49-F238E27FC236}">
                  <a16:creationId xmlns:a16="http://schemas.microsoft.com/office/drawing/2014/main" id="{DF570DB0-A2EF-2239-818E-5C6E91F32323}"/>
                </a:ext>
              </a:extLst>
            </p:cNvPr>
            <p:cNvSpPr/>
            <p:nvPr/>
          </p:nvSpPr>
          <p:spPr>
            <a:xfrm>
              <a:off x="18885345" y="746451"/>
              <a:ext cx="117698" cy="117698"/>
            </a:xfrm>
            <a:prstGeom prst="ellipse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8" name="Oval 267">
              <a:extLst>
                <a:ext uri="{FF2B5EF4-FFF2-40B4-BE49-F238E27FC236}">
                  <a16:creationId xmlns:a16="http://schemas.microsoft.com/office/drawing/2014/main" id="{357AB2DE-9AEF-15EC-FFA5-224A8DF0D0AB}"/>
                </a:ext>
              </a:extLst>
            </p:cNvPr>
            <p:cNvSpPr/>
            <p:nvPr/>
          </p:nvSpPr>
          <p:spPr>
            <a:xfrm>
              <a:off x="18883381" y="292495"/>
              <a:ext cx="119661" cy="119661"/>
            </a:xfrm>
            <a:prstGeom prst="ellipse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9" name="Oval 268">
              <a:extLst>
                <a:ext uri="{FF2B5EF4-FFF2-40B4-BE49-F238E27FC236}">
                  <a16:creationId xmlns:a16="http://schemas.microsoft.com/office/drawing/2014/main" id="{8E2F294C-E891-C95E-5006-8FB56D2BCBCA}"/>
                </a:ext>
              </a:extLst>
            </p:cNvPr>
            <p:cNvSpPr/>
            <p:nvPr/>
          </p:nvSpPr>
          <p:spPr>
            <a:xfrm>
              <a:off x="11884742" y="746241"/>
              <a:ext cx="119662" cy="119662"/>
            </a:xfrm>
            <a:prstGeom prst="ellipse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0" name="Oval 269">
              <a:extLst>
                <a:ext uri="{FF2B5EF4-FFF2-40B4-BE49-F238E27FC236}">
                  <a16:creationId xmlns:a16="http://schemas.microsoft.com/office/drawing/2014/main" id="{2E387017-0031-02A8-38F9-600E0610560C}"/>
                </a:ext>
              </a:extLst>
            </p:cNvPr>
            <p:cNvSpPr/>
            <p:nvPr/>
          </p:nvSpPr>
          <p:spPr>
            <a:xfrm>
              <a:off x="11884742" y="295858"/>
              <a:ext cx="119661" cy="119661"/>
            </a:xfrm>
            <a:prstGeom prst="ellipse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1" name="Oval 270">
              <a:extLst>
                <a:ext uri="{FF2B5EF4-FFF2-40B4-BE49-F238E27FC236}">
                  <a16:creationId xmlns:a16="http://schemas.microsoft.com/office/drawing/2014/main" id="{C1C95F6A-3BA9-111C-BD14-77B5D42B1669}"/>
                </a:ext>
              </a:extLst>
            </p:cNvPr>
            <p:cNvSpPr/>
            <p:nvPr/>
          </p:nvSpPr>
          <p:spPr>
            <a:xfrm>
              <a:off x="14072992" y="336262"/>
              <a:ext cx="119662" cy="119662"/>
            </a:xfrm>
            <a:prstGeom prst="ellipse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2" name="Oval 271">
              <a:extLst>
                <a:ext uri="{FF2B5EF4-FFF2-40B4-BE49-F238E27FC236}">
                  <a16:creationId xmlns:a16="http://schemas.microsoft.com/office/drawing/2014/main" id="{54E42DF9-8D03-6A08-F4A0-5FE5B6A0CDCB}"/>
                </a:ext>
              </a:extLst>
            </p:cNvPr>
            <p:cNvSpPr/>
            <p:nvPr/>
          </p:nvSpPr>
          <p:spPr>
            <a:xfrm>
              <a:off x="14072992" y="-489497"/>
              <a:ext cx="119661" cy="119661"/>
            </a:xfrm>
            <a:prstGeom prst="ellipse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3" name="Oval 272">
              <a:extLst>
                <a:ext uri="{FF2B5EF4-FFF2-40B4-BE49-F238E27FC236}">
                  <a16:creationId xmlns:a16="http://schemas.microsoft.com/office/drawing/2014/main" id="{3929EE06-34E5-CC3F-3E15-6B65F9634AF6}"/>
                </a:ext>
              </a:extLst>
            </p:cNvPr>
            <p:cNvSpPr/>
            <p:nvPr/>
          </p:nvSpPr>
          <p:spPr>
            <a:xfrm>
              <a:off x="14072992" y="733081"/>
              <a:ext cx="119661" cy="119661"/>
            </a:xfrm>
            <a:prstGeom prst="ellipse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4" name="Oval 273">
              <a:extLst>
                <a:ext uri="{FF2B5EF4-FFF2-40B4-BE49-F238E27FC236}">
                  <a16:creationId xmlns:a16="http://schemas.microsoft.com/office/drawing/2014/main" id="{2597F466-3A73-813D-E0D2-74C85A2860B4}"/>
                </a:ext>
              </a:extLst>
            </p:cNvPr>
            <p:cNvSpPr/>
            <p:nvPr/>
          </p:nvSpPr>
          <p:spPr>
            <a:xfrm>
              <a:off x="14072992" y="1554216"/>
              <a:ext cx="119661" cy="119661"/>
            </a:xfrm>
            <a:prstGeom prst="ellipse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275" name="Graphic 274">
              <a:extLst>
                <a:ext uri="{FF2B5EF4-FFF2-40B4-BE49-F238E27FC236}">
                  <a16:creationId xmlns:a16="http://schemas.microsoft.com/office/drawing/2014/main" id="{662B3C85-AA13-DDC3-A0E1-FE4DF4F27C5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11614689" y="233069"/>
              <a:ext cx="104775" cy="238125"/>
            </a:xfrm>
            <a:prstGeom prst="rect">
              <a:avLst/>
            </a:prstGeom>
          </p:spPr>
        </p:pic>
        <p:pic>
          <p:nvPicPr>
            <p:cNvPr id="276" name="Graphic 275">
              <a:extLst>
                <a:ext uri="{FF2B5EF4-FFF2-40B4-BE49-F238E27FC236}">
                  <a16:creationId xmlns:a16="http://schemas.microsoft.com/office/drawing/2014/main" id="{9AFC4F81-3FC9-61D0-DEE6-4C6AA0AE83C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3807904" y="1501174"/>
              <a:ext cx="142875" cy="238125"/>
            </a:xfrm>
            <a:prstGeom prst="rect">
              <a:avLst/>
            </a:prstGeom>
          </p:spPr>
        </p:pic>
        <p:pic>
          <p:nvPicPr>
            <p:cNvPr id="277" name="Graphic 276">
              <a:extLst>
                <a:ext uri="{FF2B5EF4-FFF2-40B4-BE49-F238E27FC236}">
                  <a16:creationId xmlns:a16="http://schemas.microsoft.com/office/drawing/2014/main" id="{CCC0FA7C-F8CE-344E-90E5-B94CF7E0676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13811995" y="658326"/>
              <a:ext cx="142875" cy="247650"/>
            </a:xfrm>
            <a:prstGeom prst="rect">
              <a:avLst/>
            </a:prstGeom>
          </p:spPr>
        </p:pic>
        <p:pic>
          <p:nvPicPr>
            <p:cNvPr id="278" name="Graphic 277">
              <a:extLst>
                <a:ext uri="{FF2B5EF4-FFF2-40B4-BE49-F238E27FC236}">
                  <a16:creationId xmlns:a16="http://schemas.microsoft.com/office/drawing/2014/main" id="{5FF9C691-EB23-0A66-18F8-D0A49F4642E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13812666" y="284525"/>
              <a:ext cx="133350" cy="238125"/>
            </a:xfrm>
            <a:prstGeom prst="rect">
              <a:avLst/>
            </a:prstGeom>
          </p:spPr>
        </p:pic>
        <p:pic>
          <p:nvPicPr>
            <p:cNvPr id="279" name="Graphic 278">
              <a:extLst>
                <a:ext uri="{FF2B5EF4-FFF2-40B4-BE49-F238E27FC236}">
                  <a16:creationId xmlns:a16="http://schemas.microsoft.com/office/drawing/2014/main" id="{23B39263-6C3B-059D-68AE-0B53FC67BC6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13823923" y="-523669"/>
              <a:ext cx="133350" cy="238125"/>
            </a:xfrm>
            <a:prstGeom prst="rect">
              <a:avLst/>
            </a:prstGeom>
          </p:spPr>
        </p:pic>
        <p:pic>
          <p:nvPicPr>
            <p:cNvPr id="280" name="Graphic 279">
              <a:extLst>
                <a:ext uri="{FF2B5EF4-FFF2-40B4-BE49-F238E27FC236}">
                  <a16:creationId xmlns:a16="http://schemas.microsoft.com/office/drawing/2014/main" id="{3404AF9B-5C30-A7C6-64E5-78B3D8A552F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19207552" y="686237"/>
              <a:ext cx="152400" cy="238125"/>
            </a:xfrm>
            <a:prstGeom prst="rect">
              <a:avLst/>
            </a:prstGeom>
          </p:spPr>
        </p:pic>
        <p:pic>
          <p:nvPicPr>
            <p:cNvPr id="281" name="Graphic 280">
              <a:extLst>
                <a:ext uri="{FF2B5EF4-FFF2-40B4-BE49-F238E27FC236}">
                  <a16:creationId xmlns:a16="http://schemas.microsoft.com/office/drawing/2014/main" id="{EF50F89E-BAFE-0CBB-640B-7A02E65F95B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11585795" y="686236"/>
              <a:ext cx="142875" cy="238125"/>
            </a:xfrm>
            <a:prstGeom prst="rect">
              <a:avLst/>
            </a:prstGeom>
          </p:spPr>
        </p:pic>
        <p:pic>
          <p:nvPicPr>
            <p:cNvPr id="282" name="Graphic 281">
              <a:extLst>
                <a:ext uri="{FF2B5EF4-FFF2-40B4-BE49-F238E27FC236}">
                  <a16:creationId xmlns:a16="http://schemas.microsoft.com/office/drawing/2014/main" id="{281B6F7F-FF12-81BF-A08C-6A9681ADAB8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19220707" y="221569"/>
              <a:ext cx="133350" cy="238125"/>
            </a:xfrm>
            <a:prstGeom prst="rect">
              <a:avLst/>
            </a:prstGeom>
          </p:spPr>
        </p:pic>
        <p:pic>
          <p:nvPicPr>
            <p:cNvPr id="283" name="Graphic 282">
              <a:extLst>
                <a:ext uri="{FF2B5EF4-FFF2-40B4-BE49-F238E27FC236}">
                  <a16:creationId xmlns:a16="http://schemas.microsoft.com/office/drawing/2014/main" id="{878207E7-8A5F-AB0A-EF56-75E339A4FF9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12138972" y="-106276"/>
              <a:ext cx="381000" cy="371475"/>
            </a:xfrm>
            <a:prstGeom prst="rect">
              <a:avLst/>
            </a:prstGeom>
          </p:spPr>
        </p:pic>
        <p:pic>
          <p:nvPicPr>
            <p:cNvPr id="284" name="Graphic 283">
              <a:extLst>
                <a:ext uri="{FF2B5EF4-FFF2-40B4-BE49-F238E27FC236}">
                  <a16:creationId xmlns:a16="http://schemas.microsoft.com/office/drawing/2014/main" id="{E1527F2B-1081-4D70-3C59-7FB28060B82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14281937" y="-239200"/>
              <a:ext cx="390525" cy="371475"/>
            </a:xfrm>
            <a:prstGeom prst="rect">
              <a:avLst/>
            </a:prstGeom>
          </p:spPr>
        </p:pic>
        <p:pic>
          <p:nvPicPr>
            <p:cNvPr id="285" name="Graphic 284">
              <a:extLst>
                <a:ext uri="{FF2B5EF4-FFF2-40B4-BE49-F238E27FC236}">
                  <a16:creationId xmlns:a16="http://schemas.microsoft.com/office/drawing/2014/main" id="{A57349BA-CA81-293A-AA0D-6CBC2514A8E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p:blipFill>
          <p:spPr>
            <a:xfrm>
              <a:off x="14281937" y="994960"/>
              <a:ext cx="457200" cy="371475"/>
            </a:xfrm>
            <a:prstGeom prst="rect">
              <a:avLst/>
            </a:prstGeom>
          </p:spPr>
        </p:pic>
        <p:pic>
          <p:nvPicPr>
            <p:cNvPr id="286" name="Graphic 285">
              <a:extLst>
                <a:ext uri="{FF2B5EF4-FFF2-40B4-BE49-F238E27FC236}">
                  <a16:creationId xmlns:a16="http://schemas.microsoft.com/office/drawing/2014/main" id="{27C55235-2C18-00DA-95CD-9564D3A4BC4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12069599" y="1051357"/>
              <a:ext cx="447675" cy="371475"/>
            </a:xfrm>
            <a:prstGeom prst="rect">
              <a:avLst/>
            </a:prstGeom>
          </p:spPr>
        </p:pic>
        <p:sp>
          <p:nvSpPr>
            <p:cNvPr id="287" name="Isosceles Triangle 286">
              <a:extLst>
                <a:ext uri="{FF2B5EF4-FFF2-40B4-BE49-F238E27FC236}">
                  <a16:creationId xmlns:a16="http://schemas.microsoft.com/office/drawing/2014/main" id="{FE9F1FB4-92E1-469E-55B8-A27B742A1FEA}"/>
                </a:ext>
              </a:extLst>
            </p:cNvPr>
            <p:cNvSpPr/>
            <p:nvPr/>
          </p:nvSpPr>
          <p:spPr>
            <a:xfrm rot="5400000">
              <a:off x="14404201" y="-518536"/>
              <a:ext cx="184549" cy="180974"/>
            </a:xfrm>
            <a:prstGeom prst="triangl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8" name="Isosceles Triangle 287">
              <a:extLst>
                <a:ext uri="{FF2B5EF4-FFF2-40B4-BE49-F238E27FC236}">
                  <a16:creationId xmlns:a16="http://schemas.microsoft.com/office/drawing/2014/main" id="{3DF5B1E6-C9AB-77E4-E76B-30BCB11E5A9E}"/>
                </a:ext>
              </a:extLst>
            </p:cNvPr>
            <p:cNvSpPr/>
            <p:nvPr/>
          </p:nvSpPr>
          <p:spPr>
            <a:xfrm rot="5400000">
              <a:off x="14403995" y="1516639"/>
              <a:ext cx="184549" cy="180974"/>
            </a:xfrm>
            <a:prstGeom prst="triangl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9" name="Isosceles Triangle 288">
              <a:extLst>
                <a:ext uri="{FF2B5EF4-FFF2-40B4-BE49-F238E27FC236}">
                  <a16:creationId xmlns:a16="http://schemas.microsoft.com/office/drawing/2014/main" id="{48417308-5BB6-5624-6EA4-8DF2257C9322}"/>
                </a:ext>
              </a:extLst>
            </p:cNvPr>
            <p:cNvSpPr/>
            <p:nvPr/>
          </p:nvSpPr>
          <p:spPr>
            <a:xfrm rot="5400000">
              <a:off x="12339451" y="264101"/>
              <a:ext cx="184549" cy="180974"/>
            </a:xfrm>
            <a:prstGeom prst="triangl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0" name="Isosceles Triangle 289">
              <a:extLst>
                <a:ext uri="{FF2B5EF4-FFF2-40B4-BE49-F238E27FC236}">
                  <a16:creationId xmlns:a16="http://schemas.microsoft.com/office/drawing/2014/main" id="{5B90481D-D9B2-9632-3175-01D6E16F7065}"/>
                </a:ext>
              </a:extLst>
            </p:cNvPr>
            <p:cNvSpPr/>
            <p:nvPr/>
          </p:nvSpPr>
          <p:spPr>
            <a:xfrm rot="16200000" flipH="1">
              <a:off x="12318019" y="714155"/>
              <a:ext cx="184549" cy="180974"/>
            </a:xfrm>
            <a:prstGeom prst="triangl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1" name="Isosceles Triangle 290">
              <a:extLst>
                <a:ext uri="{FF2B5EF4-FFF2-40B4-BE49-F238E27FC236}">
                  <a16:creationId xmlns:a16="http://schemas.microsoft.com/office/drawing/2014/main" id="{3BFF7502-A46D-29A2-1B12-D0F2CAFED8BE}"/>
                </a:ext>
              </a:extLst>
            </p:cNvPr>
            <p:cNvSpPr/>
            <p:nvPr/>
          </p:nvSpPr>
          <p:spPr>
            <a:xfrm rot="16200000" flipH="1">
              <a:off x="14381905" y="699076"/>
              <a:ext cx="184549" cy="180974"/>
            </a:xfrm>
            <a:prstGeom prst="triangl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2" name="Isosceles Triangle 291">
              <a:extLst>
                <a:ext uri="{FF2B5EF4-FFF2-40B4-BE49-F238E27FC236}">
                  <a16:creationId xmlns:a16="http://schemas.microsoft.com/office/drawing/2014/main" id="{61C58648-C8FA-5881-41A0-290BD2A36553}"/>
                </a:ext>
              </a:extLst>
            </p:cNvPr>
            <p:cNvSpPr/>
            <p:nvPr/>
          </p:nvSpPr>
          <p:spPr>
            <a:xfrm rot="16200000" flipH="1">
              <a:off x="14381906" y="297437"/>
              <a:ext cx="184549" cy="180974"/>
            </a:xfrm>
            <a:prstGeom prst="triangl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3" name="Isosceles Triangle 292">
              <a:extLst>
                <a:ext uri="{FF2B5EF4-FFF2-40B4-BE49-F238E27FC236}">
                  <a16:creationId xmlns:a16="http://schemas.microsoft.com/office/drawing/2014/main" id="{83EFE174-D983-86BA-66D9-890E7D72AA24}"/>
                </a:ext>
              </a:extLst>
            </p:cNvPr>
            <p:cNvSpPr/>
            <p:nvPr/>
          </p:nvSpPr>
          <p:spPr>
            <a:xfrm rot="16200000" flipH="1">
              <a:off x="18468609" y="715585"/>
              <a:ext cx="184549" cy="180974"/>
            </a:xfrm>
            <a:prstGeom prst="triangl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4" name="Isosceles Triangle 293">
              <a:extLst>
                <a:ext uri="{FF2B5EF4-FFF2-40B4-BE49-F238E27FC236}">
                  <a16:creationId xmlns:a16="http://schemas.microsoft.com/office/drawing/2014/main" id="{C2A4EBF5-CAFB-1BD9-47D4-5BAEE336C9D7}"/>
                </a:ext>
              </a:extLst>
            </p:cNvPr>
            <p:cNvSpPr/>
            <p:nvPr/>
          </p:nvSpPr>
          <p:spPr>
            <a:xfrm rot="5400000">
              <a:off x="18497571" y="260468"/>
              <a:ext cx="184549" cy="180974"/>
            </a:xfrm>
            <a:prstGeom prst="triangl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95" name="Straight Arrow Connector 294">
              <a:extLst>
                <a:ext uri="{FF2B5EF4-FFF2-40B4-BE49-F238E27FC236}">
                  <a16:creationId xmlns:a16="http://schemas.microsoft.com/office/drawing/2014/main" id="{8BD6C3C6-CF99-CF7A-101A-C51A3F5A1EB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5468111" y="-1025313"/>
              <a:ext cx="0" cy="3145536"/>
            </a:xfrm>
            <a:prstGeom prst="straightConnector1">
              <a:avLst/>
            </a:prstGeom>
            <a:ln w="50800">
              <a:solidFill>
                <a:srgbClr val="FF0000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6" name="Straight Arrow Connector 295">
              <a:extLst>
                <a:ext uri="{FF2B5EF4-FFF2-40B4-BE49-F238E27FC236}">
                  <a16:creationId xmlns:a16="http://schemas.microsoft.com/office/drawing/2014/main" id="{39B57DFF-F121-B51E-3680-F7054FADC07A}"/>
                </a:ext>
              </a:extLst>
            </p:cNvPr>
            <p:cNvCxnSpPr>
              <a:cxnSpLocks/>
            </p:cNvCxnSpPr>
            <p:nvPr/>
          </p:nvCxnSpPr>
          <p:spPr>
            <a:xfrm>
              <a:off x="15809059" y="-1068582"/>
              <a:ext cx="2206038" cy="0"/>
            </a:xfrm>
            <a:prstGeom prst="straightConnector1">
              <a:avLst/>
            </a:prstGeom>
            <a:ln w="50800">
              <a:solidFill>
                <a:srgbClr val="FF0000"/>
              </a:solidFill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7" name="Straight Arrow Connector 296">
              <a:extLst>
                <a:ext uri="{FF2B5EF4-FFF2-40B4-BE49-F238E27FC236}">
                  <a16:creationId xmlns:a16="http://schemas.microsoft.com/office/drawing/2014/main" id="{2EECC8EC-2F06-1A27-BAF1-05592EEFAD76}"/>
                </a:ext>
              </a:extLst>
            </p:cNvPr>
            <p:cNvCxnSpPr>
              <a:cxnSpLocks/>
            </p:cNvCxnSpPr>
            <p:nvPr/>
          </p:nvCxnSpPr>
          <p:spPr>
            <a:xfrm>
              <a:off x="18008946" y="-1082363"/>
              <a:ext cx="0" cy="3246274"/>
            </a:xfrm>
            <a:prstGeom prst="straightConnector1">
              <a:avLst/>
            </a:prstGeom>
            <a:ln w="50800">
              <a:solidFill>
                <a:srgbClr val="FF0000"/>
              </a:solidFill>
              <a:headEnd type="non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8" name="Straight Arrow Connector 297">
              <a:extLst>
                <a:ext uri="{FF2B5EF4-FFF2-40B4-BE49-F238E27FC236}">
                  <a16:creationId xmlns:a16="http://schemas.microsoft.com/office/drawing/2014/main" id="{9C05D942-912A-01C5-E6D5-0B8FCE18E6CA}"/>
                </a:ext>
              </a:extLst>
            </p:cNvPr>
            <p:cNvCxnSpPr>
              <a:cxnSpLocks/>
            </p:cNvCxnSpPr>
            <p:nvPr/>
          </p:nvCxnSpPr>
          <p:spPr>
            <a:xfrm>
              <a:off x="12917317" y="-1068582"/>
              <a:ext cx="2924839" cy="0"/>
            </a:xfrm>
            <a:prstGeom prst="straightConnector1">
              <a:avLst/>
            </a:prstGeom>
            <a:ln w="50800">
              <a:solidFill>
                <a:srgbClr val="FF0000"/>
              </a:solidFill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9" name="Straight Arrow Connector 298">
              <a:extLst>
                <a:ext uri="{FF2B5EF4-FFF2-40B4-BE49-F238E27FC236}">
                  <a16:creationId xmlns:a16="http://schemas.microsoft.com/office/drawing/2014/main" id="{195F7008-7997-DAC6-52FA-705C6A6DC9F2}"/>
                </a:ext>
              </a:extLst>
            </p:cNvPr>
            <p:cNvCxnSpPr>
              <a:cxnSpLocks/>
            </p:cNvCxnSpPr>
            <p:nvPr/>
          </p:nvCxnSpPr>
          <p:spPr>
            <a:xfrm>
              <a:off x="12934026" y="-1065510"/>
              <a:ext cx="0" cy="3206561"/>
            </a:xfrm>
            <a:prstGeom prst="straightConnector1">
              <a:avLst/>
            </a:prstGeom>
            <a:ln w="50800">
              <a:solidFill>
                <a:srgbClr val="FF0000"/>
              </a:solidFill>
              <a:headEnd type="non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0" name="Straight Arrow Connector 299">
              <a:extLst>
                <a:ext uri="{FF2B5EF4-FFF2-40B4-BE49-F238E27FC236}">
                  <a16:creationId xmlns:a16="http://schemas.microsoft.com/office/drawing/2014/main" id="{AD57EBA0-5240-CC5A-A427-E5EEDA673301}"/>
                </a:ext>
              </a:extLst>
            </p:cNvPr>
            <p:cNvCxnSpPr>
              <a:cxnSpLocks/>
            </p:cNvCxnSpPr>
            <p:nvPr/>
          </p:nvCxnSpPr>
          <p:spPr>
            <a:xfrm>
              <a:off x="15486781" y="2147058"/>
              <a:ext cx="2513076" cy="0"/>
            </a:xfrm>
            <a:prstGeom prst="straightConnector1">
              <a:avLst/>
            </a:prstGeom>
            <a:ln w="50800">
              <a:solidFill>
                <a:srgbClr val="FF0000"/>
              </a:solidFill>
              <a:headEnd type="triangl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1" name="Straight Arrow Connector 300">
              <a:extLst>
                <a:ext uri="{FF2B5EF4-FFF2-40B4-BE49-F238E27FC236}">
                  <a16:creationId xmlns:a16="http://schemas.microsoft.com/office/drawing/2014/main" id="{BA5A8BA4-82B9-21D7-BA85-0C373B8A3456}"/>
                </a:ext>
              </a:extLst>
            </p:cNvPr>
            <p:cNvCxnSpPr>
              <a:cxnSpLocks/>
            </p:cNvCxnSpPr>
            <p:nvPr/>
          </p:nvCxnSpPr>
          <p:spPr>
            <a:xfrm>
              <a:off x="12920365" y="2147058"/>
              <a:ext cx="2505456" cy="0"/>
            </a:xfrm>
            <a:prstGeom prst="straightConnector1">
              <a:avLst/>
            </a:prstGeom>
            <a:ln w="50800">
              <a:solidFill>
                <a:srgbClr val="FF0000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3" name="Straight Arrow Connector 302">
              <a:extLst>
                <a:ext uri="{FF2B5EF4-FFF2-40B4-BE49-F238E27FC236}">
                  <a16:creationId xmlns:a16="http://schemas.microsoft.com/office/drawing/2014/main" id="{2D707166-AC02-C62C-4604-80827BC37990}"/>
                </a:ext>
              </a:extLst>
            </p:cNvPr>
            <p:cNvCxnSpPr>
              <a:cxnSpLocks/>
            </p:cNvCxnSpPr>
            <p:nvPr/>
          </p:nvCxnSpPr>
          <p:spPr>
            <a:xfrm>
              <a:off x="13259176" y="-820083"/>
              <a:ext cx="2195601" cy="0"/>
            </a:xfrm>
            <a:prstGeom prst="straightConnector1">
              <a:avLst/>
            </a:prstGeom>
            <a:ln w="50800">
              <a:solidFill>
                <a:srgbClr val="0070C0"/>
              </a:solidFill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4" name="Straight Arrow Connector 303">
              <a:extLst>
                <a:ext uri="{FF2B5EF4-FFF2-40B4-BE49-F238E27FC236}">
                  <a16:creationId xmlns:a16="http://schemas.microsoft.com/office/drawing/2014/main" id="{21E2E94D-F15C-50AA-3534-4F34D52F9DF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3263511" y="-832180"/>
              <a:ext cx="0" cy="2778757"/>
            </a:xfrm>
            <a:prstGeom prst="straightConnector1">
              <a:avLst/>
            </a:prstGeom>
            <a:ln w="50800">
              <a:solidFill>
                <a:srgbClr val="0070C0"/>
              </a:solidFill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5" name="Straight Arrow Connector 304">
              <a:extLst>
                <a:ext uri="{FF2B5EF4-FFF2-40B4-BE49-F238E27FC236}">
                  <a16:creationId xmlns:a16="http://schemas.microsoft.com/office/drawing/2014/main" id="{FAC3B079-CFFD-749D-116C-B61C8C46CE08}"/>
                </a:ext>
              </a:extLst>
            </p:cNvPr>
            <p:cNvCxnSpPr>
              <a:cxnSpLocks/>
            </p:cNvCxnSpPr>
            <p:nvPr/>
          </p:nvCxnSpPr>
          <p:spPr>
            <a:xfrm>
              <a:off x="13258108" y="1930737"/>
              <a:ext cx="2183969" cy="0"/>
            </a:xfrm>
            <a:prstGeom prst="straightConnector1">
              <a:avLst/>
            </a:prstGeom>
            <a:ln w="50800">
              <a:solidFill>
                <a:srgbClr val="0070C0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7" name="Straight Arrow Connector 306">
              <a:extLst>
                <a:ext uri="{FF2B5EF4-FFF2-40B4-BE49-F238E27FC236}">
                  <a16:creationId xmlns:a16="http://schemas.microsoft.com/office/drawing/2014/main" id="{FBCF2F24-6B57-BD41-9E5D-71DD5C3F646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5454777" y="-820083"/>
              <a:ext cx="2170632" cy="0"/>
            </a:xfrm>
            <a:prstGeom prst="straightConnector1">
              <a:avLst/>
            </a:prstGeom>
            <a:ln w="50800">
              <a:solidFill>
                <a:srgbClr val="0070C0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8" name="Straight Arrow Connector 307">
              <a:extLst>
                <a:ext uri="{FF2B5EF4-FFF2-40B4-BE49-F238E27FC236}">
                  <a16:creationId xmlns:a16="http://schemas.microsoft.com/office/drawing/2014/main" id="{25408200-CB03-4101-C343-8B3ECCA56852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7621074" y="-832180"/>
              <a:ext cx="0" cy="2778757"/>
            </a:xfrm>
            <a:prstGeom prst="straightConnector1">
              <a:avLst/>
            </a:prstGeom>
            <a:ln w="50800">
              <a:solidFill>
                <a:srgbClr val="0070C0"/>
              </a:solidFill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9" name="Straight Arrow Connector 308">
              <a:extLst>
                <a:ext uri="{FF2B5EF4-FFF2-40B4-BE49-F238E27FC236}">
                  <a16:creationId xmlns:a16="http://schemas.microsoft.com/office/drawing/2014/main" id="{1108A621-37F8-B7F9-515E-DD59AE50658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5442077" y="1930737"/>
              <a:ext cx="2184400" cy="0"/>
            </a:xfrm>
            <a:prstGeom prst="straightConnector1">
              <a:avLst/>
            </a:prstGeom>
            <a:ln w="50800">
              <a:solidFill>
                <a:srgbClr val="0070C0"/>
              </a:solidFill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9D7D83F0-4550-1D4D-F99E-1706ED533247}"/>
              </a:ext>
            </a:extLst>
          </p:cNvPr>
          <p:cNvGrpSpPr/>
          <p:nvPr/>
        </p:nvGrpSpPr>
        <p:grpSpPr>
          <a:xfrm>
            <a:off x="1281050" y="-1308586"/>
            <a:ext cx="7787313" cy="3770314"/>
            <a:chOff x="1838789" y="-1370742"/>
            <a:chExt cx="7787313" cy="3770314"/>
          </a:xfrm>
        </p:grpSpPr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62106282-E93E-9272-5134-75B1C8EB4971}"/>
                </a:ext>
              </a:extLst>
            </p:cNvPr>
            <p:cNvSpPr/>
            <p:nvPr/>
          </p:nvSpPr>
          <p:spPr>
            <a:xfrm>
              <a:off x="3027435" y="-1276445"/>
              <a:ext cx="5387340" cy="3569970"/>
            </a:xfrm>
            <a:prstGeom prst="rect">
              <a:avLst/>
            </a:prstGeom>
            <a:solidFill>
              <a:srgbClr val="80808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578D8141-CF93-8C6F-4B56-B0744CAB832C}"/>
                </a:ext>
              </a:extLst>
            </p:cNvPr>
            <p:cNvSpPr/>
            <p:nvPr/>
          </p:nvSpPr>
          <p:spPr>
            <a:xfrm>
              <a:off x="3679903" y="-687324"/>
              <a:ext cx="1401841" cy="2391728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B0A6D085-3FD8-5D00-1D2C-15FDD7F4491B}"/>
                </a:ext>
              </a:extLst>
            </p:cNvPr>
            <p:cNvSpPr/>
            <p:nvPr/>
          </p:nvSpPr>
          <p:spPr>
            <a:xfrm>
              <a:off x="6242449" y="-687324"/>
              <a:ext cx="1491616" cy="2391728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4EE1E00B-0862-B937-30AA-7CAE9549E2BC}"/>
                </a:ext>
              </a:extLst>
            </p:cNvPr>
            <p:cNvCxnSpPr>
              <a:cxnSpLocks/>
            </p:cNvCxnSpPr>
            <p:nvPr/>
          </p:nvCxnSpPr>
          <p:spPr>
            <a:xfrm>
              <a:off x="5051499" y="219933"/>
              <a:ext cx="1221581" cy="108346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E8562028-D589-2845-D766-F5FD9FCCE370}"/>
                </a:ext>
              </a:extLst>
            </p:cNvPr>
            <p:cNvCxnSpPr>
              <a:cxnSpLocks/>
            </p:cNvCxnSpPr>
            <p:nvPr/>
          </p:nvCxnSpPr>
          <p:spPr>
            <a:xfrm>
              <a:off x="5051499" y="148976"/>
              <a:ext cx="1221581" cy="108346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6C2A3CE3-23AD-D8EF-0A06-CCD102E6CA13}"/>
                </a:ext>
              </a:extLst>
            </p:cNvPr>
            <p:cNvCxnSpPr>
              <a:cxnSpLocks/>
            </p:cNvCxnSpPr>
            <p:nvPr/>
          </p:nvCxnSpPr>
          <p:spPr>
            <a:xfrm>
              <a:off x="5051499" y="-489655"/>
              <a:ext cx="1221581" cy="108346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608F2FA8-6F52-FA48-2D27-8CAC3417C8EF}"/>
                </a:ext>
              </a:extLst>
            </p:cNvPr>
            <p:cNvCxnSpPr>
              <a:cxnSpLocks/>
            </p:cNvCxnSpPr>
            <p:nvPr/>
          </p:nvCxnSpPr>
          <p:spPr>
            <a:xfrm>
              <a:off x="5051499" y="-418696"/>
              <a:ext cx="1221581" cy="108346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1560C095-F5D6-4BF6-98B1-D1890034B728}"/>
                </a:ext>
              </a:extLst>
            </p:cNvPr>
            <p:cNvCxnSpPr>
              <a:cxnSpLocks/>
            </p:cNvCxnSpPr>
            <p:nvPr/>
          </p:nvCxnSpPr>
          <p:spPr>
            <a:xfrm>
              <a:off x="5051499" y="-347737"/>
              <a:ext cx="1221581" cy="108346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49B2C6D9-35BB-D293-6EFC-90A2B59294B2}"/>
                </a:ext>
              </a:extLst>
            </p:cNvPr>
            <p:cNvCxnSpPr>
              <a:cxnSpLocks/>
            </p:cNvCxnSpPr>
            <p:nvPr/>
          </p:nvCxnSpPr>
          <p:spPr>
            <a:xfrm>
              <a:off x="5051499" y="-276778"/>
              <a:ext cx="1221581" cy="108346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22253177-3A9F-A65B-AD54-78231C4270E4}"/>
                </a:ext>
              </a:extLst>
            </p:cNvPr>
            <p:cNvCxnSpPr>
              <a:cxnSpLocks/>
            </p:cNvCxnSpPr>
            <p:nvPr/>
          </p:nvCxnSpPr>
          <p:spPr>
            <a:xfrm>
              <a:off x="5051499" y="-205819"/>
              <a:ext cx="1221581" cy="108346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C32F3AAF-6B3B-F3EB-755A-6E374A52EB4F}"/>
                </a:ext>
              </a:extLst>
            </p:cNvPr>
            <p:cNvCxnSpPr>
              <a:cxnSpLocks/>
            </p:cNvCxnSpPr>
            <p:nvPr/>
          </p:nvCxnSpPr>
          <p:spPr>
            <a:xfrm>
              <a:off x="5051499" y="-134860"/>
              <a:ext cx="1221581" cy="108346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46B79CEC-F14F-3533-BA44-357D886C2259}"/>
                </a:ext>
              </a:extLst>
            </p:cNvPr>
            <p:cNvCxnSpPr>
              <a:cxnSpLocks/>
            </p:cNvCxnSpPr>
            <p:nvPr/>
          </p:nvCxnSpPr>
          <p:spPr>
            <a:xfrm>
              <a:off x="5051499" y="-63901"/>
              <a:ext cx="1221581" cy="108346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C1BCCBF3-3BE8-13B7-6291-7FF9DE8DEC91}"/>
                </a:ext>
              </a:extLst>
            </p:cNvPr>
            <p:cNvCxnSpPr>
              <a:cxnSpLocks/>
            </p:cNvCxnSpPr>
            <p:nvPr/>
          </p:nvCxnSpPr>
          <p:spPr>
            <a:xfrm>
              <a:off x="5051499" y="7058"/>
              <a:ext cx="1221581" cy="108346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07E878D3-17BF-C2B7-3479-5D1AEDB8E91C}"/>
                </a:ext>
              </a:extLst>
            </p:cNvPr>
            <p:cNvCxnSpPr>
              <a:cxnSpLocks/>
            </p:cNvCxnSpPr>
            <p:nvPr/>
          </p:nvCxnSpPr>
          <p:spPr>
            <a:xfrm>
              <a:off x="5051499" y="78017"/>
              <a:ext cx="1221581" cy="108346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1C3FEA0E-4081-2F2E-DB08-96BB1888C69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051499" y="1435057"/>
              <a:ext cx="1221581" cy="108346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EB8D98E1-E33A-DDFB-94E3-7FD17DF79F2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051499" y="1364100"/>
              <a:ext cx="1221581" cy="108346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1D6E0744-A8B2-0CBA-837C-077B5098CBF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051499" y="725469"/>
              <a:ext cx="1221581" cy="108346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3262B488-0BB0-DBD3-B4B7-908111D482F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051499" y="796428"/>
              <a:ext cx="1221581" cy="108346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CB5C6640-DCDE-4292-3DAB-B47790E7024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051499" y="867387"/>
              <a:ext cx="1221581" cy="108346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982EC57A-5011-E6F9-93B7-C4161C5A0B7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051499" y="938346"/>
              <a:ext cx="1221581" cy="108346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Connector 42">
              <a:extLst>
                <a:ext uri="{FF2B5EF4-FFF2-40B4-BE49-F238E27FC236}">
                  <a16:creationId xmlns:a16="http://schemas.microsoft.com/office/drawing/2014/main" id="{3B05E81C-6445-ED54-E21B-12CF9AE3D95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051499" y="1009305"/>
              <a:ext cx="1221581" cy="108346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4875770F-21D5-06AC-EF8A-64875AD867A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051499" y="1080264"/>
              <a:ext cx="1221581" cy="108346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Connector 44">
              <a:extLst>
                <a:ext uri="{FF2B5EF4-FFF2-40B4-BE49-F238E27FC236}">
                  <a16:creationId xmlns:a16="http://schemas.microsoft.com/office/drawing/2014/main" id="{39ED316C-D386-6390-332C-FF1382EE1FF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051499" y="1151223"/>
              <a:ext cx="1221581" cy="108346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Connector 45">
              <a:extLst>
                <a:ext uri="{FF2B5EF4-FFF2-40B4-BE49-F238E27FC236}">
                  <a16:creationId xmlns:a16="http://schemas.microsoft.com/office/drawing/2014/main" id="{4760EBF8-0CE6-6126-7A62-46F91A7864E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051499" y="1222182"/>
              <a:ext cx="1221581" cy="108346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Connector 46">
              <a:extLst>
                <a:ext uri="{FF2B5EF4-FFF2-40B4-BE49-F238E27FC236}">
                  <a16:creationId xmlns:a16="http://schemas.microsoft.com/office/drawing/2014/main" id="{6833E4E8-780E-BCC3-70BF-A8F55ECF07C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051499" y="1293141"/>
              <a:ext cx="1221581" cy="108346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Straight Connector 47">
              <a:extLst>
                <a:ext uri="{FF2B5EF4-FFF2-40B4-BE49-F238E27FC236}">
                  <a16:creationId xmlns:a16="http://schemas.microsoft.com/office/drawing/2014/main" id="{7CC27DAB-8EA2-3BF7-F88D-971AEEBE0D88}"/>
                </a:ext>
              </a:extLst>
            </p:cNvPr>
            <p:cNvCxnSpPr>
              <a:cxnSpLocks/>
            </p:cNvCxnSpPr>
            <p:nvPr/>
          </p:nvCxnSpPr>
          <p:spPr>
            <a:xfrm>
              <a:off x="2920281" y="-501584"/>
              <a:ext cx="778669" cy="197189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Straight Connector 48">
              <a:extLst>
                <a:ext uri="{FF2B5EF4-FFF2-40B4-BE49-F238E27FC236}">
                  <a16:creationId xmlns:a16="http://schemas.microsoft.com/office/drawing/2014/main" id="{78D64503-F699-B5A5-081C-F2FEF0A34DDB}"/>
                </a:ext>
              </a:extLst>
            </p:cNvPr>
            <p:cNvCxnSpPr>
              <a:cxnSpLocks/>
            </p:cNvCxnSpPr>
            <p:nvPr/>
          </p:nvCxnSpPr>
          <p:spPr>
            <a:xfrm>
              <a:off x="2986955" y="-287609"/>
              <a:ext cx="711995" cy="186339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Straight Connector 49">
              <a:extLst>
                <a:ext uri="{FF2B5EF4-FFF2-40B4-BE49-F238E27FC236}">
                  <a16:creationId xmlns:a16="http://schemas.microsoft.com/office/drawing/2014/main" id="{598A3001-1325-20F3-3675-D4601B7DAEBA}"/>
                </a:ext>
              </a:extLst>
            </p:cNvPr>
            <p:cNvCxnSpPr>
              <a:cxnSpLocks/>
            </p:cNvCxnSpPr>
            <p:nvPr/>
          </p:nvCxnSpPr>
          <p:spPr>
            <a:xfrm>
              <a:off x="2986955" y="-86112"/>
              <a:ext cx="711995" cy="186339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Connector 50">
              <a:extLst>
                <a:ext uri="{FF2B5EF4-FFF2-40B4-BE49-F238E27FC236}">
                  <a16:creationId xmlns:a16="http://schemas.microsoft.com/office/drawing/2014/main" id="{348C017C-AF5B-BC2A-B6BC-56B69C008D66}"/>
                </a:ext>
              </a:extLst>
            </p:cNvPr>
            <p:cNvCxnSpPr>
              <a:cxnSpLocks/>
            </p:cNvCxnSpPr>
            <p:nvPr/>
          </p:nvCxnSpPr>
          <p:spPr>
            <a:xfrm>
              <a:off x="2986955" y="126763"/>
              <a:ext cx="711995" cy="186339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Straight Connector 51">
              <a:extLst>
                <a:ext uri="{FF2B5EF4-FFF2-40B4-BE49-F238E27FC236}">
                  <a16:creationId xmlns:a16="http://schemas.microsoft.com/office/drawing/2014/main" id="{F0AAF70E-7DAA-2248-8B1A-41B694FC246A}"/>
                </a:ext>
              </a:extLst>
            </p:cNvPr>
            <p:cNvCxnSpPr>
              <a:cxnSpLocks/>
            </p:cNvCxnSpPr>
            <p:nvPr/>
          </p:nvCxnSpPr>
          <p:spPr>
            <a:xfrm>
              <a:off x="2986955" y="949195"/>
              <a:ext cx="711995" cy="186339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Straight Connector 52">
              <a:extLst>
                <a:ext uri="{FF2B5EF4-FFF2-40B4-BE49-F238E27FC236}">
                  <a16:creationId xmlns:a16="http://schemas.microsoft.com/office/drawing/2014/main" id="{B377BEA3-AFA0-9500-ED12-033E285A53A9}"/>
                </a:ext>
              </a:extLst>
            </p:cNvPr>
            <p:cNvCxnSpPr>
              <a:cxnSpLocks/>
            </p:cNvCxnSpPr>
            <p:nvPr/>
          </p:nvCxnSpPr>
          <p:spPr>
            <a:xfrm>
              <a:off x="2986955" y="1150692"/>
              <a:ext cx="711995" cy="186339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Straight Connector 53">
              <a:extLst>
                <a:ext uri="{FF2B5EF4-FFF2-40B4-BE49-F238E27FC236}">
                  <a16:creationId xmlns:a16="http://schemas.microsoft.com/office/drawing/2014/main" id="{5641FDF2-BB64-75C2-E008-8C126F1F7AB3}"/>
                </a:ext>
              </a:extLst>
            </p:cNvPr>
            <p:cNvCxnSpPr>
              <a:cxnSpLocks/>
            </p:cNvCxnSpPr>
            <p:nvPr/>
          </p:nvCxnSpPr>
          <p:spPr>
            <a:xfrm>
              <a:off x="2986955" y="1363567"/>
              <a:ext cx="711995" cy="186339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Straight Connector 54">
              <a:extLst>
                <a:ext uri="{FF2B5EF4-FFF2-40B4-BE49-F238E27FC236}">
                  <a16:creationId xmlns:a16="http://schemas.microsoft.com/office/drawing/2014/main" id="{AB1CAE42-40F3-FF0A-6ED1-A86D7983F64B}"/>
                </a:ext>
              </a:extLst>
            </p:cNvPr>
            <p:cNvCxnSpPr>
              <a:cxnSpLocks/>
            </p:cNvCxnSpPr>
            <p:nvPr/>
          </p:nvCxnSpPr>
          <p:spPr>
            <a:xfrm>
              <a:off x="2986954" y="747698"/>
              <a:ext cx="711995" cy="186339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Straight Connector 77">
              <a:extLst>
                <a:ext uri="{FF2B5EF4-FFF2-40B4-BE49-F238E27FC236}">
                  <a16:creationId xmlns:a16="http://schemas.microsoft.com/office/drawing/2014/main" id="{AED1038B-9995-1975-3876-45B04174F49A}"/>
                </a:ext>
              </a:extLst>
            </p:cNvPr>
            <p:cNvCxnSpPr>
              <a:cxnSpLocks/>
              <a:stCxn id="135" idx="6"/>
            </p:cNvCxnSpPr>
            <p:nvPr/>
          </p:nvCxnSpPr>
          <p:spPr>
            <a:xfrm>
              <a:off x="2257398" y="743916"/>
              <a:ext cx="746705" cy="209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9" name="Straight Connector 78">
              <a:extLst>
                <a:ext uri="{FF2B5EF4-FFF2-40B4-BE49-F238E27FC236}">
                  <a16:creationId xmlns:a16="http://schemas.microsoft.com/office/drawing/2014/main" id="{D33595BF-3FEA-64EC-6A82-3BA0216DECD4}"/>
                </a:ext>
              </a:extLst>
            </p:cNvPr>
            <p:cNvCxnSpPr>
              <a:cxnSpLocks/>
              <a:endCxn id="136" idx="6"/>
            </p:cNvCxnSpPr>
            <p:nvPr/>
          </p:nvCxnSpPr>
          <p:spPr>
            <a:xfrm flipH="1" flipV="1">
              <a:off x="2257397" y="293533"/>
              <a:ext cx="746706" cy="1409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" name="Straight Connector 79">
              <a:extLst>
                <a:ext uri="{FF2B5EF4-FFF2-40B4-BE49-F238E27FC236}">
                  <a16:creationId xmlns:a16="http://schemas.microsoft.com/office/drawing/2014/main" id="{F607263D-E4B8-0649-3C59-4696AE28879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462139" y="-489655"/>
              <a:ext cx="62317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" name="Straight Connector 80">
              <a:extLst>
                <a:ext uri="{FF2B5EF4-FFF2-40B4-BE49-F238E27FC236}">
                  <a16:creationId xmlns:a16="http://schemas.microsoft.com/office/drawing/2014/main" id="{BEE366DB-A8F3-E2F3-4302-70603A5F5DC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458569" y="328279"/>
              <a:ext cx="62317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2" name="Straight Connector 81">
              <a:extLst>
                <a:ext uri="{FF2B5EF4-FFF2-40B4-BE49-F238E27FC236}">
                  <a16:creationId xmlns:a16="http://schemas.microsoft.com/office/drawing/2014/main" id="{8D8020C7-7D01-4EC7-8FE0-A611534E77B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462139" y="729590"/>
              <a:ext cx="62317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3" name="Straight Connector 82">
              <a:extLst>
                <a:ext uri="{FF2B5EF4-FFF2-40B4-BE49-F238E27FC236}">
                  <a16:creationId xmlns:a16="http://schemas.microsoft.com/office/drawing/2014/main" id="{DEDAADED-ED2F-DE19-F1FA-FB4A218A3C0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458569" y="1546333"/>
              <a:ext cx="62317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9" name="Straight Connector 88">
              <a:extLst>
                <a:ext uri="{FF2B5EF4-FFF2-40B4-BE49-F238E27FC236}">
                  <a16:creationId xmlns:a16="http://schemas.microsoft.com/office/drawing/2014/main" id="{CD272731-2970-8876-5222-A98121BCE12A}"/>
                </a:ext>
              </a:extLst>
            </p:cNvPr>
            <p:cNvCxnSpPr>
              <a:cxnSpLocks/>
            </p:cNvCxnSpPr>
            <p:nvPr/>
          </p:nvCxnSpPr>
          <p:spPr>
            <a:xfrm>
              <a:off x="2906786" y="1562093"/>
              <a:ext cx="100989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8" name="Straight Connector 97">
              <a:extLst>
                <a:ext uri="{FF2B5EF4-FFF2-40B4-BE49-F238E27FC236}">
                  <a16:creationId xmlns:a16="http://schemas.microsoft.com/office/drawing/2014/main" id="{B2706362-28F1-F3BF-8CBE-0EE2B3A9DA8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929345" y="1579553"/>
              <a:ext cx="0" cy="820019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9" name="Straight Connector 98">
              <a:extLst>
                <a:ext uri="{FF2B5EF4-FFF2-40B4-BE49-F238E27FC236}">
                  <a16:creationId xmlns:a16="http://schemas.microsoft.com/office/drawing/2014/main" id="{1C592381-7F65-196C-D2F0-E0B5FBDBBE6A}"/>
                </a:ext>
              </a:extLst>
            </p:cNvPr>
            <p:cNvCxnSpPr>
              <a:cxnSpLocks/>
            </p:cNvCxnSpPr>
            <p:nvPr/>
          </p:nvCxnSpPr>
          <p:spPr>
            <a:xfrm>
              <a:off x="2920281" y="2383229"/>
              <a:ext cx="5572600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0" name="Straight Connector 99">
              <a:extLst>
                <a:ext uri="{FF2B5EF4-FFF2-40B4-BE49-F238E27FC236}">
                  <a16:creationId xmlns:a16="http://schemas.microsoft.com/office/drawing/2014/main" id="{FD58B246-0A90-842C-CB09-CE04F1210AE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471627" y="1508189"/>
              <a:ext cx="0" cy="891383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1" name="Straight Connector 100">
              <a:extLst>
                <a:ext uri="{FF2B5EF4-FFF2-40B4-BE49-F238E27FC236}">
                  <a16:creationId xmlns:a16="http://schemas.microsoft.com/office/drawing/2014/main" id="{A1BD12CA-1623-330A-3789-43634745206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927143" y="-1338601"/>
              <a:ext cx="0" cy="837017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2" name="Straight Connector 101">
              <a:extLst>
                <a:ext uri="{FF2B5EF4-FFF2-40B4-BE49-F238E27FC236}">
                  <a16:creationId xmlns:a16="http://schemas.microsoft.com/office/drawing/2014/main" id="{54439FFB-62DE-C3ED-D7AD-0BCF4164C959}"/>
                </a:ext>
              </a:extLst>
            </p:cNvPr>
            <p:cNvCxnSpPr>
              <a:cxnSpLocks/>
            </p:cNvCxnSpPr>
            <p:nvPr/>
          </p:nvCxnSpPr>
          <p:spPr>
            <a:xfrm>
              <a:off x="2915698" y="-1351694"/>
              <a:ext cx="5572600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3" name="Straight Connector 102">
              <a:extLst>
                <a:ext uri="{FF2B5EF4-FFF2-40B4-BE49-F238E27FC236}">
                  <a16:creationId xmlns:a16="http://schemas.microsoft.com/office/drawing/2014/main" id="{9D20B05B-5379-DF7C-4164-1C4D987FDC5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471806" y="-1370742"/>
              <a:ext cx="0" cy="85216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6" name="Straight Connector 105">
              <a:extLst>
                <a:ext uri="{FF2B5EF4-FFF2-40B4-BE49-F238E27FC236}">
                  <a16:creationId xmlns:a16="http://schemas.microsoft.com/office/drawing/2014/main" id="{BCF059DB-AACD-BA17-A5CA-703DDA75497D}"/>
                </a:ext>
              </a:extLst>
            </p:cNvPr>
            <p:cNvCxnSpPr>
              <a:cxnSpLocks/>
            </p:cNvCxnSpPr>
            <p:nvPr/>
          </p:nvCxnSpPr>
          <p:spPr>
            <a:xfrm>
              <a:off x="7705955" y="103637"/>
              <a:ext cx="711995" cy="186339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1" name="Straight Connector 110">
              <a:extLst>
                <a:ext uri="{FF2B5EF4-FFF2-40B4-BE49-F238E27FC236}">
                  <a16:creationId xmlns:a16="http://schemas.microsoft.com/office/drawing/2014/main" id="{B29BBE07-5994-A222-A944-DC3FD2559238}"/>
                </a:ext>
              </a:extLst>
            </p:cNvPr>
            <p:cNvCxnSpPr>
              <a:cxnSpLocks/>
            </p:cNvCxnSpPr>
            <p:nvPr/>
          </p:nvCxnSpPr>
          <p:spPr>
            <a:xfrm>
              <a:off x="7703573" y="-516497"/>
              <a:ext cx="711995" cy="186339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3" name="Straight Connector 112">
              <a:extLst>
                <a:ext uri="{FF2B5EF4-FFF2-40B4-BE49-F238E27FC236}">
                  <a16:creationId xmlns:a16="http://schemas.microsoft.com/office/drawing/2014/main" id="{4D0CB03E-638E-B5EC-F25A-8B21C5B4C4AC}"/>
                </a:ext>
              </a:extLst>
            </p:cNvPr>
            <p:cNvCxnSpPr>
              <a:cxnSpLocks/>
            </p:cNvCxnSpPr>
            <p:nvPr/>
          </p:nvCxnSpPr>
          <p:spPr>
            <a:xfrm>
              <a:off x="7702780" y="932804"/>
              <a:ext cx="711995" cy="186339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4" name="Straight Connector 113">
              <a:extLst>
                <a:ext uri="{FF2B5EF4-FFF2-40B4-BE49-F238E27FC236}">
                  <a16:creationId xmlns:a16="http://schemas.microsoft.com/office/drawing/2014/main" id="{CEDB431F-C9A8-0DB0-AEFF-8E9232FED326}"/>
                </a:ext>
              </a:extLst>
            </p:cNvPr>
            <p:cNvCxnSpPr>
              <a:cxnSpLocks/>
            </p:cNvCxnSpPr>
            <p:nvPr/>
          </p:nvCxnSpPr>
          <p:spPr>
            <a:xfrm>
              <a:off x="7702779" y="1141997"/>
              <a:ext cx="711995" cy="185246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6" name="Straight Connector 115">
              <a:extLst>
                <a:ext uri="{FF2B5EF4-FFF2-40B4-BE49-F238E27FC236}">
                  <a16:creationId xmlns:a16="http://schemas.microsoft.com/office/drawing/2014/main" id="{41524726-944D-5090-065B-DF4CE08CA6DE}"/>
                </a:ext>
              </a:extLst>
            </p:cNvPr>
            <p:cNvCxnSpPr>
              <a:cxnSpLocks/>
            </p:cNvCxnSpPr>
            <p:nvPr/>
          </p:nvCxnSpPr>
          <p:spPr>
            <a:xfrm>
              <a:off x="7691114" y="1350097"/>
              <a:ext cx="780513" cy="181111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8" name="Straight Connector 117">
              <a:extLst>
                <a:ext uri="{FF2B5EF4-FFF2-40B4-BE49-F238E27FC236}">
                  <a16:creationId xmlns:a16="http://schemas.microsoft.com/office/drawing/2014/main" id="{8ED74BDE-7C9F-081F-C790-2DA64442AE8E}"/>
                </a:ext>
              </a:extLst>
            </p:cNvPr>
            <p:cNvCxnSpPr>
              <a:cxnSpLocks/>
            </p:cNvCxnSpPr>
            <p:nvPr/>
          </p:nvCxnSpPr>
          <p:spPr>
            <a:xfrm>
              <a:off x="7702779" y="723611"/>
              <a:ext cx="711995" cy="186339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2" name="Straight Connector 121">
              <a:extLst>
                <a:ext uri="{FF2B5EF4-FFF2-40B4-BE49-F238E27FC236}">
                  <a16:creationId xmlns:a16="http://schemas.microsoft.com/office/drawing/2014/main" id="{5A0BF119-A75F-D08B-236A-55C8033EC20C}"/>
                </a:ext>
              </a:extLst>
            </p:cNvPr>
            <p:cNvCxnSpPr>
              <a:cxnSpLocks/>
            </p:cNvCxnSpPr>
            <p:nvPr/>
          </p:nvCxnSpPr>
          <p:spPr>
            <a:xfrm>
              <a:off x="7704367" y="-305716"/>
              <a:ext cx="711995" cy="186339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3" name="Straight Connector 122">
              <a:extLst>
                <a:ext uri="{FF2B5EF4-FFF2-40B4-BE49-F238E27FC236}">
                  <a16:creationId xmlns:a16="http://schemas.microsoft.com/office/drawing/2014/main" id="{E55942FE-CC14-CE1B-82B8-207F601FF322}"/>
                </a:ext>
              </a:extLst>
            </p:cNvPr>
            <p:cNvCxnSpPr>
              <a:cxnSpLocks/>
            </p:cNvCxnSpPr>
            <p:nvPr/>
          </p:nvCxnSpPr>
          <p:spPr>
            <a:xfrm>
              <a:off x="7704366" y="-98111"/>
              <a:ext cx="711995" cy="185246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4" name="Straight Connector 123">
              <a:extLst>
                <a:ext uri="{FF2B5EF4-FFF2-40B4-BE49-F238E27FC236}">
                  <a16:creationId xmlns:a16="http://schemas.microsoft.com/office/drawing/2014/main" id="{08D849D2-1136-9FDE-440C-0F5056A09B70}"/>
                </a:ext>
              </a:extLst>
            </p:cNvPr>
            <p:cNvCxnSpPr>
              <a:cxnSpLocks/>
            </p:cNvCxnSpPr>
            <p:nvPr/>
          </p:nvCxnSpPr>
          <p:spPr>
            <a:xfrm>
              <a:off x="8393583" y="-528718"/>
              <a:ext cx="94715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5" name="Straight Connector 124">
              <a:extLst>
                <a:ext uri="{FF2B5EF4-FFF2-40B4-BE49-F238E27FC236}">
                  <a16:creationId xmlns:a16="http://schemas.microsoft.com/office/drawing/2014/main" id="{D6CD36AF-B66E-19E6-A364-BF5B31738F65}"/>
                </a:ext>
              </a:extLst>
            </p:cNvPr>
            <p:cNvCxnSpPr>
              <a:cxnSpLocks/>
            </p:cNvCxnSpPr>
            <p:nvPr/>
          </p:nvCxnSpPr>
          <p:spPr>
            <a:xfrm>
              <a:off x="8393583" y="280242"/>
              <a:ext cx="727472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2" name="Straight Connector 131">
              <a:extLst>
                <a:ext uri="{FF2B5EF4-FFF2-40B4-BE49-F238E27FC236}">
                  <a16:creationId xmlns:a16="http://schemas.microsoft.com/office/drawing/2014/main" id="{FF6FEB9B-B1F4-5ED7-DEBB-1E5B7B46A729}"/>
                </a:ext>
              </a:extLst>
            </p:cNvPr>
            <p:cNvCxnSpPr>
              <a:cxnSpLocks/>
            </p:cNvCxnSpPr>
            <p:nvPr/>
          </p:nvCxnSpPr>
          <p:spPr>
            <a:xfrm>
              <a:off x="8393583" y="744125"/>
              <a:ext cx="727472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33" name="Oval 132">
              <a:extLst>
                <a:ext uri="{FF2B5EF4-FFF2-40B4-BE49-F238E27FC236}">
                  <a16:creationId xmlns:a16="http://schemas.microsoft.com/office/drawing/2014/main" id="{85EB07C9-4F1A-F90F-168A-59825865A42C}"/>
                </a:ext>
              </a:extLst>
            </p:cNvPr>
            <p:cNvSpPr/>
            <p:nvPr/>
          </p:nvSpPr>
          <p:spPr>
            <a:xfrm>
              <a:off x="9138339" y="684295"/>
              <a:ext cx="117698" cy="117698"/>
            </a:xfrm>
            <a:prstGeom prst="ellipse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4" name="Oval 133">
              <a:extLst>
                <a:ext uri="{FF2B5EF4-FFF2-40B4-BE49-F238E27FC236}">
                  <a16:creationId xmlns:a16="http://schemas.microsoft.com/office/drawing/2014/main" id="{7E343971-70E3-640C-E2AE-353F8FC45B11}"/>
                </a:ext>
              </a:extLst>
            </p:cNvPr>
            <p:cNvSpPr/>
            <p:nvPr/>
          </p:nvSpPr>
          <p:spPr>
            <a:xfrm>
              <a:off x="9136375" y="230339"/>
              <a:ext cx="119661" cy="119661"/>
            </a:xfrm>
            <a:prstGeom prst="ellipse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5" name="Oval 134">
              <a:extLst>
                <a:ext uri="{FF2B5EF4-FFF2-40B4-BE49-F238E27FC236}">
                  <a16:creationId xmlns:a16="http://schemas.microsoft.com/office/drawing/2014/main" id="{24B0D957-C2D4-9C5E-FDB4-8A7D2439D329}"/>
                </a:ext>
              </a:extLst>
            </p:cNvPr>
            <p:cNvSpPr/>
            <p:nvPr/>
          </p:nvSpPr>
          <p:spPr>
            <a:xfrm>
              <a:off x="2137736" y="684085"/>
              <a:ext cx="119662" cy="119662"/>
            </a:xfrm>
            <a:prstGeom prst="ellipse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6" name="Oval 135">
              <a:extLst>
                <a:ext uri="{FF2B5EF4-FFF2-40B4-BE49-F238E27FC236}">
                  <a16:creationId xmlns:a16="http://schemas.microsoft.com/office/drawing/2014/main" id="{46395EF3-3EFF-B1F9-E965-7769E4BD2A1C}"/>
                </a:ext>
              </a:extLst>
            </p:cNvPr>
            <p:cNvSpPr/>
            <p:nvPr/>
          </p:nvSpPr>
          <p:spPr>
            <a:xfrm>
              <a:off x="2137736" y="233702"/>
              <a:ext cx="119661" cy="119661"/>
            </a:xfrm>
            <a:prstGeom prst="ellipse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7" name="Oval 136">
              <a:extLst>
                <a:ext uri="{FF2B5EF4-FFF2-40B4-BE49-F238E27FC236}">
                  <a16:creationId xmlns:a16="http://schemas.microsoft.com/office/drawing/2014/main" id="{ED16E344-8684-951B-2C29-5E68E1B0A30A}"/>
                </a:ext>
              </a:extLst>
            </p:cNvPr>
            <p:cNvSpPr/>
            <p:nvPr/>
          </p:nvSpPr>
          <p:spPr>
            <a:xfrm>
              <a:off x="4325986" y="274106"/>
              <a:ext cx="119662" cy="119662"/>
            </a:xfrm>
            <a:prstGeom prst="ellipse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8" name="Oval 137">
              <a:extLst>
                <a:ext uri="{FF2B5EF4-FFF2-40B4-BE49-F238E27FC236}">
                  <a16:creationId xmlns:a16="http://schemas.microsoft.com/office/drawing/2014/main" id="{ADED048F-9EED-F124-6020-E97B414361D1}"/>
                </a:ext>
              </a:extLst>
            </p:cNvPr>
            <p:cNvSpPr/>
            <p:nvPr/>
          </p:nvSpPr>
          <p:spPr>
            <a:xfrm>
              <a:off x="4325986" y="-551653"/>
              <a:ext cx="119661" cy="119661"/>
            </a:xfrm>
            <a:prstGeom prst="ellipse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2" name="Oval 141">
              <a:extLst>
                <a:ext uri="{FF2B5EF4-FFF2-40B4-BE49-F238E27FC236}">
                  <a16:creationId xmlns:a16="http://schemas.microsoft.com/office/drawing/2014/main" id="{0916A53F-2B44-7025-6C68-F9D03F17272C}"/>
                </a:ext>
              </a:extLst>
            </p:cNvPr>
            <p:cNvSpPr/>
            <p:nvPr/>
          </p:nvSpPr>
          <p:spPr>
            <a:xfrm>
              <a:off x="4325986" y="670925"/>
              <a:ext cx="119661" cy="119661"/>
            </a:xfrm>
            <a:prstGeom prst="ellipse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3" name="Oval 142">
              <a:extLst>
                <a:ext uri="{FF2B5EF4-FFF2-40B4-BE49-F238E27FC236}">
                  <a16:creationId xmlns:a16="http://schemas.microsoft.com/office/drawing/2014/main" id="{68C44FF2-7678-D281-1A97-C57C0FE95BD0}"/>
                </a:ext>
              </a:extLst>
            </p:cNvPr>
            <p:cNvSpPr/>
            <p:nvPr/>
          </p:nvSpPr>
          <p:spPr>
            <a:xfrm>
              <a:off x="4325986" y="1492060"/>
              <a:ext cx="119661" cy="119661"/>
            </a:xfrm>
            <a:prstGeom prst="ellipse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145" name="Graphic 144">
              <a:extLst>
                <a:ext uri="{FF2B5EF4-FFF2-40B4-BE49-F238E27FC236}">
                  <a16:creationId xmlns:a16="http://schemas.microsoft.com/office/drawing/2014/main" id="{98B70A15-A5A3-3EE2-C36D-0F3FB62E9EE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1867683" y="170913"/>
              <a:ext cx="104775" cy="238125"/>
            </a:xfrm>
            <a:prstGeom prst="rect">
              <a:avLst/>
            </a:prstGeom>
          </p:spPr>
        </p:pic>
        <p:pic>
          <p:nvPicPr>
            <p:cNvPr id="146" name="Graphic 145">
              <a:extLst>
                <a:ext uri="{FF2B5EF4-FFF2-40B4-BE49-F238E27FC236}">
                  <a16:creationId xmlns:a16="http://schemas.microsoft.com/office/drawing/2014/main" id="{4B623842-D0F4-DF04-E9C0-8E19D15D927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4060898" y="1439018"/>
              <a:ext cx="142875" cy="238125"/>
            </a:xfrm>
            <a:prstGeom prst="rect">
              <a:avLst/>
            </a:prstGeom>
          </p:spPr>
        </p:pic>
        <p:pic>
          <p:nvPicPr>
            <p:cNvPr id="149" name="Graphic 148">
              <a:extLst>
                <a:ext uri="{FF2B5EF4-FFF2-40B4-BE49-F238E27FC236}">
                  <a16:creationId xmlns:a16="http://schemas.microsoft.com/office/drawing/2014/main" id="{6F8685A9-794D-AE47-BA75-EB188EB9467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4064989" y="596170"/>
              <a:ext cx="142875" cy="247650"/>
            </a:xfrm>
            <a:prstGeom prst="rect">
              <a:avLst/>
            </a:prstGeom>
          </p:spPr>
        </p:pic>
        <p:pic>
          <p:nvPicPr>
            <p:cNvPr id="151" name="Graphic 150">
              <a:extLst>
                <a:ext uri="{FF2B5EF4-FFF2-40B4-BE49-F238E27FC236}">
                  <a16:creationId xmlns:a16="http://schemas.microsoft.com/office/drawing/2014/main" id="{81C0EC3B-76FA-3AE6-F520-3C704645E39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4065660" y="222369"/>
              <a:ext cx="133350" cy="238125"/>
            </a:xfrm>
            <a:prstGeom prst="rect">
              <a:avLst/>
            </a:prstGeom>
          </p:spPr>
        </p:pic>
        <p:pic>
          <p:nvPicPr>
            <p:cNvPr id="153" name="Graphic 152">
              <a:extLst>
                <a:ext uri="{FF2B5EF4-FFF2-40B4-BE49-F238E27FC236}">
                  <a16:creationId xmlns:a16="http://schemas.microsoft.com/office/drawing/2014/main" id="{E704B587-8387-A282-E8FD-8D354188D1E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4076917" y="-585825"/>
              <a:ext cx="133350" cy="238125"/>
            </a:xfrm>
            <a:prstGeom prst="rect">
              <a:avLst/>
            </a:prstGeom>
          </p:spPr>
        </p:pic>
        <p:pic>
          <p:nvPicPr>
            <p:cNvPr id="156" name="Graphic 155">
              <a:extLst>
                <a:ext uri="{FF2B5EF4-FFF2-40B4-BE49-F238E27FC236}">
                  <a16:creationId xmlns:a16="http://schemas.microsoft.com/office/drawing/2014/main" id="{977D74BD-9FF0-4E5A-5C77-278DE7FDA6B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1838789" y="624080"/>
              <a:ext cx="142875" cy="238125"/>
            </a:xfrm>
            <a:prstGeom prst="rect">
              <a:avLst/>
            </a:prstGeom>
          </p:spPr>
        </p:pic>
        <p:pic>
          <p:nvPicPr>
            <p:cNvPr id="157" name="Graphic 156">
              <a:extLst>
                <a:ext uri="{FF2B5EF4-FFF2-40B4-BE49-F238E27FC236}">
                  <a16:creationId xmlns:a16="http://schemas.microsoft.com/office/drawing/2014/main" id="{06622A1C-5491-9360-1265-478125352BE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9473701" y="159413"/>
              <a:ext cx="133350" cy="238125"/>
            </a:xfrm>
            <a:prstGeom prst="rect">
              <a:avLst/>
            </a:prstGeom>
          </p:spPr>
        </p:pic>
        <p:pic>
          <p:nvPicPr>
            <p:cNvPr id="159" name="Graphic 158">
              <a:extLst>
                <a:ext uri="{FF2B5EF4-FFF2-40B4-BE49-F238E27FC236}">
                  <a16:creationId xmlns:a16="http://schemas.microsoft.com/office/drawing/2014/main" id="{F860ED68-397E-9F6A-B2A7-18E01275E52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2391966" y="-168432"/>
              <a:ext cx="381000" cy="371475"/>
            </a:xfrm>
            <a:prstGeom prst="rect">
              <a:avLst/>
            </a:prstGeom>
          </p:spPr>
        </p:pic>
        <p:pic>
          <p:nvPicPr>
            <p:cNvPr id="161" name="Graphic 160">
              <a:extLst>
                <a:ext uri="{FF2B5EF4-FFF2-40B4-BE49-F238E27FC236}">
                  <a16:creationId xmlns:a16="http://schemas.microsoft.com/office/drawing/2014/main" id="{9C298F61-3F3D-EB62-03E9-9D30EA2F12A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4534931" y="-301356"/>
              <a:ext cx="390525" cy="371475"/>
            </a:xfrm>
            <a:prstGeom prst="rect">
              <a:avLst/>
            </a:prstGeom>
          </p:spPr>
        </p:pic>
        <p:pic>
          <p:nvPicPr>
            <p:cNvPr id="163" name="Graphic 162">
              <a:extLst>
                <a:ext uri="{FF2B5EF4-FFF2-40B4-BE49-F238E27FC236}">
                  <a16:creationId xmlns:a16="http://schemas.microsoft.com/office/drawing/2014/main" id="{A3F37352-640E-F563-7B2B-1424FB7290B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p:blipFill>
          <p:spPr>
            <a:xfrm>
              <a:off x="4534931" y="932804"/>
              <a:ext cx="457200" cy="371475"/>
            </a:xfrm>
            <a:prstGeom prst="rect">
              <a:avLst/>
            </a:prstGeom>
          </p:spPr>
        </p:pic>
        <p:pic>
          <p:nvPicPr>
            <p:cNvPr id="165" name="Graphic 164">
              <a:extLst>
                <a:ext uri="{FF2B5EF4-FFF2-40B4-BE49-F238E27FC236}">
                  <a16:creationId xmlns:a16="http://schemas.microsoft.com/office/drawing/2014/main" id="{04D9D531-C877-9F61-B196-EA3F6023E6D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2322593" y="989201"/>
              <a:ext cx="447675" cy="371475"/>
            </a:xfrm>
            <a:prstGeom prst="rect">
              <a:avLst/>
            </a:prstGeom>
          </p:spPr>
        </p:pic>
        <p:sp>
          <p:nvSpPr>
            <p:cNvPr id="166" name="Isosceles Triangle 165">
              <a:extLst>
                <a:ext uri="{FF2B5EF4-FFF2-40B4-BE49-F238E27FC236}">
                  <a16:creationId xmlns:a16="http://schemas.microsoft.com/office/drawing/2014/main" id="{E5E0A47C-C41F-CF6E-D096-B62EB0D76AC0}"/>
                </a:ext>
              </a:extLst>
            </p:cNvPr>
            <p:cNvSpPr/>
            <p:nvPr/>
          </p:nvSpPr>
          <p:spPr>
            <a:xfrm rot="5400000">
              <a:off x="4657195" y="-580692"/>
              <a:ext cx="184549" cy="180974"/>
            </a:xfrm>
            <a:prstGeom prst="triangl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7" name="Isosceles Triangle 166">
              <a:extLst>
                <a:ext uri="{FF2B5EF4-FFF2-40B4-BE49-F238E27FC236}">
                  <a16:creationId xmlns:a16="http://schemas.microsoft.com/office/drawing/2014/main" id="{9E9D2322-0E6E-F0EC-7880-6538D091060A}"/>
                </a:ext>
              </a:extLst>
            </p:cNvPr>
            <p:cNvSpPr/>
            <p:nvPr/>
          </p:nvSpPr>
          <p:spPr>
            <a:xfrm rot="5400000">
              <a:off x="4656989" y="1454483"/>
              <a:ext cx="184549" cy="180974"/>
            </a:xfrm>
            <a:prstGeom prst="triangl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9" name="Isosceles Triangle 168">
              <a:extLst>
                <a:ext uri="{FF2B5EF4-FFF2-40B4-BE49-F238E27FC236}">
                  <a16:creationId xmlns:a16="http://schemas.microsoft.com/office/drawing/2014/main" id="{6E60105D-7AF7-CD0B-D323-D28C0A6DE85E}"/>
                </a:ext>
              </a:extLst>
            </p:cNvPr>
            <p:cNvSpPr/>
            <p:nvPr/>
          </p:nvSpPr>
          <p:spPr>
            <a:xfrm rot="5400000">
              <a:off x="2592445" y="201945"/>
              <a:ext cx="184549" cy="180974"/>
            </a:xfrm>
            <a:prstGeom prst="triangl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1" name="Isosceles Triangle 170">
              <a:extLst>
                <a:ext uri="{FF2B5EF4-FFF2-40B4-BE49-F238E27FC236}">
                  <a16:creationId xmlns:a16="http://schemas.microsoft.com/office/drawing/2014/main" id="{9F767543-0A3B-9392-6ADD-F4EF79C86EC7}"/>
                </a:ext>
              </a:extLst>
            </p:cNvPr>
            <p:cNvSpPr/>
            <p:nvPr/>
          </p:nvSpPr>
          <p:spPr>
            <a:xfrm rot="16200000" flipH="1">
              <a:off x="2571013" y="651999"/>
              <a:ext cx="184549" cy="180974"/>
            </a:xfrm>
            <a:prstGeom prst="triangl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3" name="Isosceles Triangle 172">
              <a:extLst>
                <a:ext uri="{FF2B5EF4-FFF2-40B4-BE49-F238E27FC236}">
                  <a16:creationId xmlns:a16="http://schemas.microsoft.com/office/drawing/2014/main" id="{E15AB0A1-9551-2A97-91AE-D95E380878C5}"/>
                </a:ext>
              </a:extLst>
            </p:cNvPr>
            <p:cNvSpPr/>
            <p:nvPr/>
          </p:nvSpPr>
          <p:spPr>
            <a:xfrm rot="16200000" flipH="1">
              <a:off x="4634899" y="636920"/>
              <a:ext cx="184549" cy="180974"/>
            </a:xfrm>
            <a:prstGeom prst="triangl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5" name="Isosceles Triangle 174">
              <a:extLst>
                <a:ext uri="{FF2B5EF4-FFF2-40B4-BE49-F238E27FC236}">
                  <a16:creationId xmlns:a16="http://schemas.microsoft.com/office/drawing/2014/main" id="{8C275F0A-3EE4-8EDF-3DC6-38F7B1BD009F}"/>
                </a:ext>
              </a:extLst>
            </p:cNvPr>
            <p:cNvSpPr/>
            <p:nvPr/>
          </p:nvSpPr>
          <p:spPr>
            <a:xfrm rot="16200000" flipH="1">
              <a:off x="4634900" y="235281"/>
              <a:ext cx="184549" cy="180974"/>
            </a:xfrm>
            <a:prstGeom prst="triangl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7" name="Isosceles Triangle 176">
              <a:extLst>
                <a:ext uri="{FF2B5EF4-FFF2-40B4-BE49-F238E27FC236}">
                  <a16:creationId xmlns:a16="http://schemas.microsoft.com/office/drawing/2014/main" id="{F79A321C-5AF3-501A-5901-428AC9BE8C3D}"/>
                </a:ext>
              </a:extLst>
            </p:cNvPr>
            <p:cNvSpPr/>
            <p:nvPr/>
          </p:nvSpPr>
          <p:spPr>
            <a:xfrm rot="16200000" flipH="1">
              <a:off x="8721603" y="653429"/>
              <a:ext cx="184549" cy="180974"/>
            </a:xfrm>
            <a:prstGeom prst="triangl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9" name="Isosceles Triangle 178">
              <a:extLst>
                <a:ext uri="{FF2B5EF4-FFF2-40B4-BE49-F238E27FC236}">
                  <a16:creationId xmlns:a16="http://schemas.microsoft.com/office/drawing/2014/main" id="{DBDAA1A8-26CF-D80D-E973-D0096B0AD61E}"/>
                </a:ext>
              </a:extLst>
            </p:cNvPr>
            <p:cNvSpPr/>
            <p:nvPr/>
          </p:nvSpPr>
          <p:spPr>
            <a:xfrm rot="5400000">
              <a:off x="8750565" y="198312"/>
              <a:ext cx="184549" cy="180974"/>
            </a:xfrm>
            <a:prstGeom prst="triangl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96" name="Straight Arrow Connector 195">
              <a:extLst>
                <a:ext uri="{FF2B5EF4-FFF2-40B4-BE49-F238E27FC236}">
                  <a16:creationId xmlns:a16="http://schemas.microsoft.com/office/drawing/2014/main" id="{9780E173-EBE6-FBF5-696C-8D55018CAC5C}"/>
                </a:ext>
              </a:extLst>
            </p:cNvPr>
            <p:cNvCxnSpPr>
              <a:cxnSpLocks/>
            </p:cNvCxnSpPr>
            <p:nvPr/>
          </p:nvCxnSpPr>
          <p:spPr>
            <a:xfrm>
              <a:off x="3512170" y="-882239"/>
              <a:ext cx="2195601" cy="0"/>
            </a:xfrm>
            <a:prstGeom prst="straightConnector1">
              <a:avLst/>
            </a:prstGeom>
            <a:ln w="50800">
              <a:solidFill>
                <a:srgbClr val="0070C0"/>
              </a:solidFill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8" name="Straight Arrow Connector 197">
              <a:extLst>
                <a:ext uri="{FF2B5EF4-FFF2-40B4-BE49-F238E27FC236}">
                  <a16:creationId xmlns:a16="http://schemas.microsoft.com/office/drawing/2014/main" id="{D702B86E-D7C7-6C23-A006-416DC718F23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516505" y="-894336"/>
              <a:ext cx="0" cy="2778757"/>
            </a:xfrm>
            <a:prstGeom prst="straightConnector1">
              <a:avLst/>
            </a:prstGeom>
            <a:ln w="50800">
              <a:solidFill>
                <a:srgbClr val="0070C0"/>
              </a:solidFill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0" name="Straight Arrow Connector 199">
              <a:extLst>
                <a:ext uri="{FF2B5EF4-FFF2-40B4-BE49-F238E27FC236}">
                  <a16:creationId xmlns:a16="http://schemas.microsoft.com/office/drawing/2014/main" id="{18B093B4-36A3-600F-AE00-903E831193E4}"/>
                </a:ext>
              </a:extLst>
            </p:cNvPr>
            <p:cNvCxnSpPr>
              <a:cxnSpLocks/>
            </p:cNvCxnSpPr>
            <p:nvPr/>
          </p:nvCxnSpPr>
          <p:spPr>
            <a:xfrm>
              <a:off x="3511102" y="1868581"/>
              <a:ext cx="2183969" cy="0"/>
            </a:xfrm>
            <a:prstGeom prst="straightConnector1">
              <a:avLst/>
            </a:prstGeom>
            <a:ln w="50800">
              <a:solidFill>
                <a:srgbClr val="0070C0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3" name="Straight Arrow Connector 202">
              <a:extLst>
                <a:ext uri="{FF2B5EF4-FFF2-40B4-BE49-F238E27FC236}">
                  <a16:creationId xmlns:a16="http://schemas.microsoft.com/office/drawing/2014/main" id="{2BD1FF91-FEBE-4C3A-09A2-00889641A28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707771" y="-882239"/>
              <a:ext cx="2170632" cy="0"/>
            </a:xfrm>
            <a:prstGeom prst="straightConnector1">
              <a:avLst/>
            </a:prstGeom>
            <a:ln w="50800">
              <a:solidFill>
                <a:srgbClr val="0070C0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4" name="Straight Arrow Connector 203">
              <a:extLst>
                <a:ext uri="{FF2B5EF4-FFF2-40B4-BE49-F238E27FC236}">
                  <a16:creationId xmlns:a16="http://schemas.microsoft.com/office/drawing/2014/main" id="{BBA05F5E-C88C-1FBC-2287-7FEC9329DEBB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874068" y="-894336"/>
              <a:ext cx="0" cy="2778757"/>
            </a:xfrm>
            <a:prstGeom prst="straightConnector1">
              <a:avLst/>
            </a:prstGeom>
            <a:ln w="50800">
              <a:solidFill>
                <a:srgbClr val="0070C0"/>
              </a:solidFill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6" name="Straight Arrow Connector 205">
              <a:extLst>
                <a:ext uri="{FF2B5EF4-FFF2-40B4-BE49-F238E27FC236}">
                  <a16:creationId xmlns:a16="http://schemas.microsoft.com/office/drawing/2014/main" id="{568DB6D7-3B15-4532-E3CD-9C392A3B56B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695071" y="1868581"/>
              <a:ext cx="2184400" cy="0"/>
            </a:xfrm>
            <a:prstGeom prst="straightConnector1">
              <a:avLst/>
            </a:prstGeom>
            <a:ln w="50800">
              <a:solidFill>
                <a:srgbClr val="0070C0"/>
              </a:solidFill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pic>
          <p:nvPicPr>
            <p:cNvPr id="310" name="Graphic 309">
              <a:extLst>
                <a:ext uri="{FF2B5EF4-FFF2-40B4-BE49-F238E27FC236}">
                  <a16:creationId xmlns:a16="http://schemas.microsoft.com/office/drawing/2014/main" id="{F6D867A3-3997-D91E-BAF9-7D3FCD39BF4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9473702" y="554266"/>
              <a:ext cx="152400" cy="238125"/>
            </a:xfrm>
            <a:prstGeom prst="rect">
              <a:avLst/>
            </a:prstGeom>
          </p:spPr>
        </p:pic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31D5A838-8C7B-4521-35C5-9B01C389ABFD}"/>
              </a:ext>
            </a:extLst>
          </p:cNvPr>
          <p:cNvGrpSpPr/>
          <p:nvPr/>
        </p:nvGrpSpPr>
        <p:grpSpPr>
          <a:xfrm>
            <a:off x="17323337" y="-1308586"/>
            <a:ext cx="7475210" cy="3770314"/>
            <a:chOff x="20706617" y="-1383835"/>
            <a:chExt cx="7475210" cy="3770314"/>
          </a:xfrm>
        </p:grpSpPr>
        <p:sp>
          <p:nvSpPr>
            <p:cNvPr id="312" name="Rectangle 311">
              <a:extLst>
                <a:ext uri="{FF2B5EF4-FFF2-40B4-BE49-F238E27FC236}">
                  <a16:creationId xmlns:a16="http://schemas.microsoft.com/office/drawing/2014/main" id="{52A9E6A7-F941-506C-CD6E-E655F9FADEAB}"/>
                </a:ext>
              </a:extLst>
            </p:cNvPr>
            <p:cNvSpPr/>
            <p:nvPr/>
          </p:nvSpPr>
          <p:spPr>
            <a:xfrm>
              <a:off x="21596316" y="-1289538"/>
              <a:ext cx="5387340" cy="3569970"/>
            </a:xfrm>
            <a:prstGeom prst="rect">
              <a:avLst/>
            </a:prstGeom>
            <a:solidFill>
              <a:srgbClr val="80808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3" name="Rectangle 312">
              <a:extLst>
                <a:ext uri="{FF2B5EF4-FFF2-40B4-BE49-F238E27FC236}">
                  <a16:creationId xmlns:a16="http://schemas.microsoft.com/office/drawing/2014/main" id="{6902FCD6-2688-E24B-8A81-1D43C0569469}"/>
                </a:ext>
              </a:extLst>
            </p:cNvPr>
            <p:cNvSpPr/>
            <p:nvPr/>
          </p:nvSpPr>
          <p:spPr>
            <a:xfrm>
              <a:off x="22248784" y="-700417"/>
              <a:ext cx="1401841" cy="2391728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14" name="Rectangle 313">
              <a:extLst>
                <a:ext uri="{FF2B5EF4-FFF2-40B4-BE49-F238E27FC236}">
                  <a16:creationId xmlns:a16="http://schemas.microsoft.com/office/drawing/2014/main" id="{B3432D18-864C-93DB-38EE-D0763A6E8AC6}"/>
                </a:ext>
              </a:extLst>
            </p:cNvPr>
            <p:cNvSpPr/>
            <p:nvPr/>
          </p:nvSpPr>
          <p:spPr>
            <a:xfrm>
              <a:off x="24811330" y="-700417"/>
              <a:ext cx="1491616" cy="2391728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315" name="Straight Connector 314">
              <a:extLst>
                <a:ext uri="{FF2B5EF4-FFF2-40B4-BE49-F238E27FC236}">
                  <a16:creationId xmlns:a16="http://schemas.microsoft.com/office/drawing/2014/main" id="{68377893-FB22-C518-FCD0-ACADCD0D016C}"/>
                </a:ext>
              </a:extLst>
            </p:cNvPr>
            <p:cNvCxnSpPr>
              <a:cxnSpLocks/>
            </p:cNvCxnSpPr>
            <p:nvPr/>
          </p:nvCxnSpPr>
          <p:spPr>
            <a:xfrm>
              <a:off x="23620380" y="206840"/>
              <a:ext cx="1221581" cy="108346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6" name="Straight Connector 315">
              <a:extLst>
                <a:ext uri="{FF2B5EF4-FFF2-40B4-BE49-F238E27FC236}">
                  <a16:creationId xmlns:a16="http://schemas.microsoft.com/office/drawing/2014/main" id="{19F82C4A-5821-D85A-58E8-0043E06F1CE2}"/>
                </a:ext>
              </a:extLst>
            </p:cNvPr>
            <p:cNvCxnSpPr>
              <a:cxnSpLocks/>
            </p:cNvCxnSpPr>
            <p:nvPr/>
          </p:nvCxnSpPr>
          <p:spPr>
            <a:xfrm>
              <a:off x="23620380" y="135883"/>
              <a:ext cx="1221581" cy="108346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7" name="Straight Connector 316">
              <a:extLst>
                <a:ext uri="{FF2B5EF4-FFF2-40B4-BE49-F238E27FC236}">
                  <a16:creationId xmlns:a16="http://schemas.microsoft.com/office/drawing/2014/main" id="{34BF6977-4445-EABA-291F-70EAB63571E6}"/>
                </a:ext>
              </a:extLst>
            </p:cNvPr>
            <p:cNvCxnSpPr>
              <a:cxnSpLocks/>
            </p:cNvCxnSpPr>
            <p:nvPr/>
          </p:nvCxnSpPr>
          <p:spPr>
            <a:xfrm>
              <a:off x="23620380" y="-502748"/>
              <a:ext cx="1221581" cy="108346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8" name="Straight Connector 317">
              <a:extLst>
                <a:ext uri="{FF2B5EF4-FFF2-40B4-BE49-F238E27FC236}">
                  <a16:creationId xmlns:a16="http://schemas.microsoft.com/office/drawing/2014/main" id="{9ED99280-3C56-BF67-E421-3BA7CA24E0E1}"/>
                </a:ext>
              </a:extLst>
            </p:cNvPr>
            <p:cNvCxnSpPr>
              <a:cxnSpLocks/>
            </p:cNvCxnSpPr>
            <p:nvPr/>
          </p:nvCxnSpPr>
          <p:spPr>
            <a:xfrm>
              <a:off x="23620380" y="-431789"/>
              <a:ext cx="1221581" cy="108346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9" name="Straight Connector 318">
              <a:extLst>
                <a:ext uri="{FF2B5EF4-FFF2-40B4-BE49-F238E27FC236}">
                  <a16:creationId xmlns:a16="http://schemas.microsoft.com/office/drawing/2014/main" id="{B7F269BB-03D0-69D9-1BCC-C999E6B716E1}"/>
                </a:ext>
              </a:extLst>
            </p:cNvPr>
            <p:cNvCxnSpPr>
              <a:cxnSpLocks/>
            </p:cNvCxnSpPr>
            <p:nvPr/>
          </p:nvCxnSpPr>
          <p:spPr>
            <a:xfrm>
              <a:off x="23620380" y="-360830"/>
              <a:ext cx="1221581" cy="108346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0" name="Straight Connector 319">
              <a:extLst>
                <a:ext uri="{FF2B5EF4-FFF2-40B4-BE49-F238E27FC236}">
                  <a16:creationId xmlns:a16="http://schemas.microsoft.com/office/drawing/2014/main" id="{1AEE5C35-DA2A-C198-8C4A-FB4FBF7DF93F}"/>
                </a:ext>
              </a:extLst>
            </p:cNvPr>
            <p:cNvCxnSpPr>
              <a:cxnSpLocks/>
            </p:cNvCxnSpPr>
            <p:nvPr/>
          </p:nvCxnSpPr>
          <p:spPr>
            <a:xfrm>
              <a:off x="23620380" y="-289871"/>
              <a:ext cx="1221581" cy="108346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1" name="Straight Connector 320">
              <a:extLst>
                <a:ext uri="{FF2B5EF4-FFF2-40B4-BE49-F238E27FC236}">
                  <a16:creationId xmlns:a16="http://schemas.microsoft.com/office/drawing/2014/main" id="{EE58E326-0AFF-3609-31AE-E5E403D43278}"/>
                </a:ext>
              </a:extLst>
            </p:cNvPr>
            <p:cNvCxnSpPr>
              <a:cxnSpLocks/>
            </p:cNvCxnSpPr>
            <p:nvPr/>
          </p:nvCxnSpPr>
          <p:spPr>
            <a:xfrm>
              <a:off x="23620380" y="-218912"/>
              <a:ext cx="1221581" cy="108346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2" name="Straight Connector 321">
              <a:extLst>
                <a:ext uri="{FF2B5EF4-FFF2-40B4-BE49-F238E27FC236}">
                  <a16:creationId xmlns:a16="http://schemas.microsoft.com/office/drawing/2014/main" id="{56096B80-CB49-CF4D-ED6F-A0F3C4C4F891}"/>
                </a:ext>
              </a:extLst>
            </p:cNvPr>
            <p:cNvCxnSpPr>
              <a:cxnSpLocks/>
            </p:cNvCxnSpPr>
            <p:nvPr/>
          </p:nvCxnSpPr>
          <p:spPr>
            <a:xfrm>
              <a:off x="23620380" y="-147953"/>
              <a:ext cx="1221581" cy="108346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3" name="Straight Connector 322">
              <a:extLst>
                <a:ext uri="{FF2B5EF4-FFF2-40B4-BE49-F238E27FC236}">
                  <a16:creationId xmlns:a16="http://schemas.microsoft.com/office/drawing/2014/main" id="{6E4E5D3C-CD34-F230-C483-CDDCEF47D952}"/>
                </a:ext>
              </a:extLst>
            </p:cNvPr>
            <p:cNvCxnSpPr>
              <a:cxnSpLocks/>
            </p:cNvCxnSpPr>
            <p:nvPr/>
          </p:nvCxnSpPr>
          <p:spPr>
            <a:xfrm>
              <a:off x="23620380" y="-76994"/>
              <a:ext cx="1221581" cy="108346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4" name="Straight Connector 323">
              <a:extLst>
                <a:ext uri="{FF2B5EF4-FFF2-40B4-BE49-F238E27FC236}">
                  <a16:creationId xmlns:a16="http://schemas.microsoft.com/office/drawing/2014/main" id="{3F28A4E4-ADDD-EE10-551D-2FFF2E9F5D7D}"/>
                </a:ext>
              </a:extLst>
            </p:cNvPr>
            <p:cNvCxnSpPr>
              <a:cxnSpLocks/>
            </p:cNvCxnSpPr>
            <p:nvPr/>
          </p:nvCxnSpPr>
          <p:spPr>
            <a:xfrm>
              <a:off x="23620380" y="-6035"/>
              <a:ext cx="1221581" cy="108346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5" name="Straight Connector 324">
              <a:extLst>
                <a:ext uri="{FF2B5EF4-FFF2-40B4-BE49-F238E27FC236}">
                  <a16:creationId xmlns:a16="http://schemas.microsoft.com/office/drawing/2014/main" id="{CDC4C619-D2E5-2DCE-ED71-212AD0F17CA9}"/>
                </a:ext>
              </a:extLst>
            </p:cNvPr>
            <p:cNvCxnSpPr>
              <a:cxnSpLocks/>
            </p:cNvCxnSpPr>
            <p:nvPr/>
          </p:nvCxnSpPr>
          <p:spPr>
            <a:xfrm>
              <a:off x="23620380" y="64924"/>
              <a:ext cx="1221581" cy="108346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6" name="Straight Connector 325">
              <a:extLst>
                <a:ext uri="{FF2B5EF4-FFF2-40B4-BE49-F238E27FC236}">
                  <a16:creationId xmlns:a16="http://schemas.microsoft.com/office/drawing/2014/main" id="{A45118B8-804A-9B1A-6CAA-2B2D531E64A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3620380" y="1421964"/>
              <a:ext cx="1221581" cy="108346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7" name="Straight Connector 326">
              <a:extLst>
                <a:ext uri="{FF2B5EF4-FFF2-40B4-BE49-F238E27FC236}">
                  <a16:creationId xmlns:a16="http://schemas.microsoft.com/office/drawing/2014/main" id="{9B3BFACC-70A6-5CFC-1E03-37915338EC4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3620380" y="1351007"/>
              <a:ext cx="1221581" cy="108346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8" name="Straight Connector 327">
              <a:extLst>
                <a:ext uri="{FF2B5EF4-FFF2-40B4-BE49-F238E27FC236}">
                  <a16:creationId xmlns:a16="http://schemas.microsoft.com/office/drawing/2014/main" id="{6011E7D6-9F7D-F57F-3F91-B105B21AF85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3620380" y="712376"/>
              <a:ext cx="1221581" cy="108346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9" name="Straight Connector 328">
              <a:extLst>
                <a:ext uri="{FF2B5EF4-FFF2-40B4-BE49-F238E27FC236}">
                  <a16:creationId xmlns:a16="http://schemas.microsoft.com/office/drawing/2014/main" id="{87A4B457-77A5-57EA-A95E-337F429976A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3620380" y="783335"/>
              <a:ext cx="1221581" cy="108346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0" name="Straight Connector 329">
              <a:extLst>
                <a:ext uri="{FF2B5EF4-FFF2-40B4-BE49-F238E27FC236}">
                  <a16:creationId xmlns:a16="http://schemas.microsoft.com/office/drawing/2014/main" id="{60FFE294-ABFE-0A73-2E84-3544BC8F928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3620380" y="854294"/>
              <a:ext cx="1221581" cy="108346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1" name="Straight Connector 330">
              <a:extLst>
                <a:ext uri="{FF2B5EF4-FFF2-40B4-BE49-F238E27FC236}">
                  <a16:creationId xmlns:a16="http://schemas.microsoft.com/office/drawing/2014/main" id="{8D95BF7F-B9A7-CE1C-861F-4293B168206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3620380" y="925253"/>
              <a:ext cx="1221581" cy="108346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2" name="Straight Connector 331">
              <a:extLst>
                <a:ext uri="{FF2B5EF4-FFF2-40B4-BE49-F238E27FC236}">
                  <a16:creationId xmlns:a16="http://schemas.microsoft.com/office/drawing/2014/main" id="{A7527CBA-ACC4-AB8A-1E55-51953E5B23C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3620380" y="996212"/>
              <a:ext cx="1221581" cy="108346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3" name="Straight Connector 332">
              <a:extLst>
                <a:ext uri="{FF2B5EF4-FFF2-40B4-BE49-F238E27FC236}">
                  <a16:creationId xmlns:a16="http://schemas.microsoft.com/office/drawing/2014/main" id="{EBC62213-90E1-F3B5-9813-9D0639ADB3C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3620380" y="1067171"/>
              <a:ext cx="1221581" cy="108346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4" name="Straight Connector 333">
              <a:extLst>
                <a:ext uri="{FF2B5EF4-FFF2-40B4-BE49-F238E27FC236}">
                  <a16:creationId xmlns:a16="http://schemas.microsoft.com/office/drawing/2014/main" id="{1214AF93-D7B6-95B6-1323-51514AD4E61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3620380" y="1138130"/>
              <a:ext cx="1221581" cy="108346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5" name="Straight Connector 334">
              <a:extLst>
                <a:ext uri="{FF2B5EF4-FFF2-40B4-BE49-F238E27FC236}">
                  <a16:creationId xmlns:a16="http://schemas.microsoft.com/office/drawing/2014/main" id="{162D670C-0DC0-E38F-C72A-BB3139EE76D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3620380" y="1209089"/>
              <a:ext cx="1221581" cy="108346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6" name="Straight Connector 335">
              <a:extLst>
                <a:ext uri="{FF2B5EF4-FFF2-40B4-BE49-F238E27FC236}">
                  <a16:creationId xmlns:a16="http://schemas.microsoft.com/office/drawing/2014/main" id="{15DA9B54-B25B-B497-D60E-743BEA52D22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3620380" y="1280048"/>
              <a:ext cx="1221581" cy="108346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7" name="Straight Connector 336">
              <a:extLst>
                <a:ext uri="{FF2B5EF4-FFF2-40B4-BE49-F238E27FC236}">
                  <a16:creationId xmlns:a16="http://schemas.microsoft.com/office/drawing/2014/main" id="{CAD22BE0-14F0-3203-D521-C66EEC567954}"/>
                </a:ext>
              </a:extLst>
            </p:cNvPr>
            <p:cNvCxnSpPr>
              <a:cxnSpLocks/>
            </p:cNvCxnSpPr>
            <p:nvPr/>
          </p:nvCxnSpPr>
          <p:spPr>
            <a:xfrm>
              <a:off x="21489162" y="-514677"/>
              <a:ext cx="778669" cy="197189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8" name="Straight Connector 337">
              <a:extLst>
                <a:ext uri="{FF2B5EF4-FFF2-40B4-BE49-F238E27FC236}">
                  <a16:creationId xmlns:a16="http://schemas.microsoft.com/office/drawing/2014/main" id="{9C916B75-6467-DE75-3936-347419FEE998}"/>
                </a:ext>
              </a:extLst>
            </p:cNvPr>
            <p:cNvCxnSpPr>
              <a:cxnSpLocks/>
            </p:cNvCxnSpPr>
            <p:nvPr/>
          </p:nvCxnSpPr>
          <p:spPr>
            <a:xfrm>
              <a:off x="21555836" y="-300702"/>
              <a:ext cx="711995" cy="186339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9" name="Straight Connector 338">
              <a:extLst>
                <a:ext uri="{FF2B5EF4-FFF2-40B4-BE49-F238E27FC236}">
                  <a16:creationId xmlns:a16="http://schemas.microsoft.com/office/drawing/2014/main" id="{FADFD10F-B8CD-9AAA-E1E6-01B610315F19}"/>
                </a:ext>
              </a:extLst>
            </p:cNvPr>
            <p:cNvCxnSpPr>
              <a:cxnSpLocks/>
            </p:cNvCxnSpPr>
            <p:nvPr/>
          </p:nvCxnSpPr>
          <p:spPr>
            <a:xfrm>
              <a:off x="21555836" y="-99205"/>
              <a:ext cx="711995" cy="186339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0" name="Straight Connector 339">
              <a:extLst>
                <a:ext uri="{FF2B5EF4-FFF2-40B4-BE49-F238E27FC236}">
                  <a16:creationId xmlns:a16="http://schemas.microsoft.com/office/drawing/2014/main" id="{15BA66BC-A596-92BC-94CA-5FFAAF3F6C40}"/>
                </a:ext>
              </a:extLst>
            </p:cNvPr>
            <p:cNvCxnSpPr>
              <a:cxnSpLocks/>
            </p:cNvCxnSpPr>
            <p:nvPr/>
          </p:nvCxnSpPr>
          <p:spPr>
            <a:xfrm>
              <a:off x="21555836" y="113670"/>
              <a:ext cx="711995" cy="186339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1" name="Straight Connector 340">
              <a:extLst>
                <a:ext uri="{FF2B5EF4-FFF2-40B4-BE49-F238E27FC236}">
                  <a16:creationId xmlns:a16="http://schemas.microsoft.com/office/drawing/2014/main" id="{C712E452-882E-4A6B-A2BF-CAC0F488D3E0}"/>
                </a:ext>
              </a:extLst>
            </p:cNvPr>
            <p:cNvCxnSpPr>
              <a:cxnSpLocks/>
            </p:cNvCxnSpPr>
            <p:nvPr/>
          </p:nvCxnSpPr>
          <p:spPr>
            <a:xfrm>
              <a:off x="21555836" y="936102"/>
              <a:ext cx="711995" cy="186339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2" name="Straight Connector 341">
              <a:extLst>
                <a:ext uri="{FF2B5EF4-FFF2-40B4-BE49-F238E27FC236}">
                  <a16:creationId xmlns:a16="http://schemas.microsoft.com/office/drawing/2014/main" id="{25CE06C1-2A7A-A443-FFDE-986FEE80953B}"/>
                </a:ext>
              </a:extLst>
            </p:cNvPr>
            <p:cNvCxnSpPr>
              <a:cxnSpLocks/>
            </p:cNvCxnSpPr>
            <p:nvPr/>
          </p:nvCxnSpPr>
          <p:spPr>
            <a:xfrm>
              <a:off x="21555836" y="1137599"/>
              <a:ext cx="711995" cy="186339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3" name="Straight Connector 342">
              <a:extLst>
                <a:ext uri="{FF2B5EF4-FFF2-40B4-BE49-F238E27FC236}">
                  <a16:creationId xmlns:a16="http://schemas.microsoft.com/office/drawing/2014/main" id="{271CBCD6-528A-0E52-2754-0FFB13329005}"/>
                </a:ext>
              </a:extLst>
            </p:cNvPr>
            <p:cNvCxnSpPr>
              <a:cxnSpLocks/>
            </p:cNvCxnSpPr>
            <p:nvPr/>
          </p:nvCxnSpPr>
          <p:spPr>
            <a:xfrm>
              <a:off x="21555836" y="1350474"/>
              <a:ext cx="711995" cy="186339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4" name="Straight Connector 343">
              <a:extLst>
                <a:ext uri="{FF2B5EF4-FFF2-40B4-BE49-F238E27FC236}">
                  <a16:creationId xmlns:a16="http://schemas.microsoft.com/office/drawing/2014/main" id="{D79586F7-1A2B-7222-A557-22E46D52265C}"/>
                </a:ext>
              </a:extLst>
            </p:cNvPr>
            <p:cNvCxnSpPr>
              <a:cxnSpLocks/>
            </p:cNvCxnSpPr>
            <p:nvPr/>
          </p:nvCxnSpPr>
          <p:spPr>
            <a:xfrm>
              <a:off x="21555835" y="734605"/>
              <a:ext cx="711995" cy="186339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5" name="Straight Connector 344">
              <a:extLst>
                <a:ext uri="{FF2B5EF4-FFF2-40B4-BE49-F238E27FC236}">
                  <a16:creationId xmlns:a16="http://schemas.microsoft.com/office/drawing/2014/main" id="{6D2F9044-31D8-79CA-FDB4-BDF5D4CBF44D}"/>
                </a:ext>
              </a:extLst>
            </p:cNvPr>
            <p:cNvCxnSpPr>
              <a:cxnSpLocks/>
              <a:stCxn id="371" idx="6"/>
            </p:cNvCxnSpPr>
            <p:nvPr/>
          </p:nvCxnSpPr>
          <p:spPr>
            <a:xfrm>
              <a:off x="20826279" y="730823"/>
              <a:ext cx="746705" cy="209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6" name="Straight Connector 345">
              <a:extLst>
                <a:ext uri="{FF2B5EF4-FFF2-40B4-BE49-F238E27FC236}">
                  <a16:creationId xmlns:a16="http://schemas.microsoft.com/office/drawing/2014/main" id="{AF02EA53-0F7C-F477-EFF3-C79E46FCD2BE}"/>
                </a:ext>
              </a:extLst>
            </p:cNvPr>
            <p:cNvCxnSpPr>
              <a:cxnSpLocks/>
              <a:endCxn id="372" idx="6"/>
            </p:cNvCxnSpPr>
            <p:nvPr/>
          </p:nvCxnSpPr>
          <p:spPr>
            <a:xfrm flipH="1" flipV="1">
              <a:off x="20826278" y="280440"/>
              <a:ext cx="746706" cy="1409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7" name="Straight Connector 346">
              <a:extLst>
                <a:ext uri="{FF2B5EF4-FFF2-40B4-BE49-F238E27FC236}">
                  <a16:creationId xmlns:a16="http://schemas.microsoft.com/office/drawing/2014/main" id="{AB4C955C-A6C6-0A81-48B6-FE0042A37F7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3031020" y="-502748"/>
              <a:ext cx="62317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8" name="Straight Connector 347">
              <a:extLst>
                <a:ext uri="{FF2B5EF4-FFF2-40B4-BE49-F238E27FC236}">
                  <a16:creationId xmlns:a16="http://schemas.microsoft.com/office/drawing/2014/main" id="{C9479CE3-8938-FBC7-F573-026CD31AA8F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3027450" y="315186"/>
              <a:ext cx="62317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9" name="Straight Connector 348">
              <a:extLst>
                <a:ext uri="{FF2B5EF4-FFF2-40B4-BE49-F238E27FC236}">
                  <a16:creationId xmlns:a16="http://schemas.microsoft.com/office/drawing/2014/main" id="{2BC15090-FB88-B998-E9B3-DEA0156FFBB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3031020" y="716497"/>
              <a:ext cx="62317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0" name="Straight Connector 349">
              <a:extLst>
                <a:ext uri="{FF2B5EF4-FFF2-40B4-BE49-F238E27FC236}">
                  <a16:creationId xmlns:a16="http://schemas.microsoft.com/office/drawing/2014/main" id="{CA932FC6-2E29-F8DC-4C9E-B98A5EF9655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3027450" y="1533240"/>
              <a:ext cx="62317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1" name="Straight Connector 350">
              <a:extLst>
                <a:ext uri="{FF2B5EF4-FFF2-40B4-BE49-F238E27FC236}">
                  <a16:creationId xmlns:a16="http://schemas.microsoft.com/office/drawing/2014/main" id="{4AE1A584-AFBC-B4A0-40ED-CB863812593B}"/>
                </a:ext>
              </a:extLst>
            </p:cNvPr>
            <p:cNvCxnSpPr>
              <a:cxnSpLocks/>
            </p:cNvCxnSpPr>
            <p:nvPr/>
          </p:nvCxnSpPr>
          <p:spPr>
            <a:xfrm>
              <a:off x="21475667" y="1549000"/>
              <a:ext cx="100989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2" name="Straight Connector 351">
              <a:extLst>
                <a:ext uri="{FF2B5EF4-FFF2-40B4-BE49-F238E27FC236}">
                  <a16:creationId xmlns:a16="http://schemas.microsoft.com/office/drawing/2014/main" id="{39498EFD-BE0A-C35E-4E41-BB672A47477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1498226" y="1566460"/>
              <a:ext cx="0" cy="820019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3" name="Straight Connector 352">
              <a:extLst>
                <a:ext uri="{FF2B5EF4-FFF2-40B4-BE49-F238E27FC236}">
                  <a16:creationId xmlns:a16="http://schemas.microsoft.com/office/drawing/2014/main" id="{D5D79436-502A-71E6-92DD-F6CE46453EE7}"/>
                </a:ext>
              </a:extLst>
            </p:cNvPr>
            <p:cNvCxnSpPr>
              <a:cxnSpLocks/>
            </p:cNvCxnSpPr>
            <p:nvPr/>
          </p:nvCxnSpPr>
          <p:spPr>
            <a:xfrm>
              <a:off x="21489162" y="2370136"/>
              <a:ext cx="5572600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4" name="Straight Connector 353">
              <a:extLst>
                <a:ext uri="{FF2B5EF4-FFF2-40B4-BE49-F238E27FC236}">
                  <a16:creationId xmlns:a16="http://schemas.microsoft.com/office/drawing/2014/main" id="{C15E0B3C-6845-B2F3-B84A-1899A6EB0EC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7040508" y="1495096"/>
              <a:ext cx="0" cy="891383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5" name="Straight Connector 354">
              <a:extLst>
                <a:ext uri="{FF2B5EF4-FFF2-40B4-BE49-F238E27FC236}">
                  <a16:creationId xmlns:a16="http://schemas.microsoft.com/office/drawing/2014/main" id="{E7E392B3-EA48-8A3F-4900-D7E5B3364E9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1496024" y="-1351694"/>
              <a:ext cx="0" cy="837017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6" name="Straight Connector 355">
              <a:extLst>
                <a:ext uri="{FF2B5EF4-FFF2-40B4-BE49-F238E27FC236}">
                  <a16:creationId xmlns:a16="http://schemas.microsoft.com/office/drawing/2014/main" id="{162574B5-04CE-EBD2-3E01-7339D3554B90}"/>
                </a:ext>
              </a:extLst>
            </p:cNvPr>
            <p:cNvCxnSpPr>
              <a:cxnSpLocks/>
            </p:cNvCxnSpPr>
            <p:nvPr/>
          </p:nvCxnSpPr>
          <p:spPr>
            <a:xfrm>
              <a:off x="21484579" y="-1364787"/>
              <a:ext cx="5572600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7" name="Straight Connector 356">
              <a:extLst>
                <a:ext uri="{FF2B5EF4-FFF2-40B4-BE49-F238E27FC236}">
                  <a16:creationId xmlns:a16="http://schemas.microsoft.com/office/drawing/2014/main" id="{0209113C-B0CF-6BD0-984A-43915164FFB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7040687" y="-1383835"/>
              <a:ext cx="0" cy="85216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8" name="Straight Connector 357">
              <a:extLst>
                <a:ext uri="{FF2B5EF4-FFF2-40B4-BE49-F238E27FC236}">
                  <a16:creationId xmlns:a16="http://schemas.microsoft.com/office/drawing/2014/main" id="{57A74330-9972-8F8D-02CD-AEFCC787C73A}"/>
                </a:ext>
              </a:extLst>
            </p:cNvPr>
            <p:cNvCxnSpPr>
              <a:cxnSpLocks/>
            </p:cNvCxnSpPr>
            <p:nvPr/>
          </p:nvCxnSpPr>
          <p:spPr>
            <a:xfrm>
              <a:off x="26274836" y="90544"/>
              <a:ext cx="711995" cy="186339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9" name="Straight Connector 358">
              <a:extLst>
                <a:ext uri="{FF2B5EF4-FFF2-40B4-BE49-F238E27FC236}">
                  <a16:creationId xmlns:a16="http://schemas.microsoft.com/office/drawing/2014/main" id="{588E8631-FBA5-90C4-6944-0DE58DBE82F8}"/>
                </a:ext>
              </a:extLst>
            </p:cNvPr>
            <p:cNvCxnSpPr>
              <a:cxnSpLocks/>
            </p:cNvCxnSpPr>
            <p:nvPr/>
          </p:nvCxnSpPr>
          <p:spPr>
            <a:xfrm>
              <a:off x="26272454" y="-529590"/>
              <a:ext cx="711995" cy="186339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0" name="Straight Connector 359">
              <a:extLst>
                <a:ext uri="{FF2B5EF4-FFF2-40B4-BE49-F238E27FC236}">
                  <a16:creationId xmlns:a16="http://schemas.microsoft.com/office/drawing/2014/main" id="{AC4BACCB-9B4D-07B5-3B69-4B52FDD9D90B}"/>
                </a:ext>
              </a:extLst>
            </p:cNvPr>
            <p:cNvCxnSpPr>
              <a:cxnSpLocks/>
            </p:cNvCxnSpPr>
            <p:nvPr/>
          </p:nvCxnSpPr>
          <p:spPr>
            <a:xfrm>
              <a:off x="26271661" y="919711"/>
              <a:ext cx="711995" cy="186339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1" name="Straight Connector 360">
              <a:extLst>
                <a:ext uri="{FF2B5EF4-FFF2-40B4-BE49-F238E27FC236}">
                  <a16:creationId xmlns:a16="http://schemas.microsoft.com/office/drawing/2014/main" id="{E09B5C19-9A75-1206-34BE-93C4A9A78004}"/>
                </a:ext>
              </a:extLst>
            </p:cNvPr>
            <p:cNvCxnSpPr>
              <a:cxnSpLocks/>
            </p:cNvCxnSpPr>
            <p:nvPr/>
          </p:nvCxnSpPr>
          <p:spPr>
            <a:xfrm>
              <a:off x="26271660" y="1128904"/>
              <a:ext cx="711995" cy="185246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2" name="Straight Connector 361">
              <a:extLst>
                <a:ext uri="{FF2B5EF4-FFF2-40B4-BE49-F238E27FC236}">
                  <a16:creationId xmlns:a16="http://schemas.microsoft.com/office/drawing/2014/main" id="{F557455F-5120-A2C3-1196-299FA5B35BA9}"/>
                </a:ext>
              </a:extLst>
            </p:cNvPr>
            <p:cNvCxnSpPr>
              <a:cxnSpLocks/>
            </p:cNvCxnSpPr>
            <p:nvPr/>
          </p:nvCxnSpPr>
          <p:spPr>
            <a:xfrm>
              <a:off x="26259995" y="1337004"/>
              <a:ext cx="780513" cy="181111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3" name="Straight Connector 362">
              <a:extLst>
                <a:ext uri="{FF2B5EF4-FFF2-40B4-BE49-F238E27FC236}">
                  <a16:creationId xmlns:a16="http://schemas.microsoft.com/office/drawing/2014/main" id="{CE24B56B-6653-E8E9-CECE-F10762B9EE00}"/>
                </a:ext>
              </a:extLst>
            </p:cNvPr>
            <p:cNvCxnSpPr>
              <a:cxnSpLocks/>
            </p:cNvCxnSpPr>
            <p:nvPr/>
          </p:nvCxnSpPr>
          <p:spPr>
            <a:xfrm>
              <a:off x="26271660" y="710518"/>
              <a:ext cx="711995" cy="186339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4" name="Straight Connector 363">
              <a:extLst>
                <a:ext uri="{FF2B5EF4-FFF2-40B4-BE49-F238E27FC236}">
                  <a16:creationId xmlns:a16="http://schemas.microsoft.com/office/drawing/2014/main" id="{C68615FF-AF09-1094-3512-23BA41BDA671}"/>
                </a:ext>
              </a:extLst>
            </p:cNvPr>
            <p:cNvCxnSpPr>
              <a:cxnSpLocks/>
            </p:cNvCxnSpPr>
            <p:nvPr/>
          </p:nvCxnSpPr>
          <p:spPr>
            <a:xfrm>
              <a:off x="26273248" y="-318809"/>
              <a:ext cx="711995" cy="186339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5" name="Straight Connector 364">
              <a:extLst>
                <a:ext uri="{FF2B5EF4-FFF2-40B4-BE49-F238E27FC236}">
                  <a16:creationId xmlns:a16="http://schemas.microsoft.com/office/drawing/2014/main" id="{06E4F22C-2E6C-B0C3-7AF4-E3E7CD3C6B83}"/>
                </a:ext>
              </a:extLst>
            </p:cNvPr>
            <p:cNvCxnSpPr>
              <a:cxnSpLocks/>
            </p:cNvCxnSpPr>
            <p:nvPr/>
          </p:nvCxnSpPr>
          <p:spPr>
            <a:xfrm>
              <a:off x="26273247" y="-111204"/>
              <a:ext cx="711995" cy="185246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6" name="Straight Connector 365">
              <a:extLst>
                <a:ext uri="{FF2B5EF4-FFF2-40B4-BE49-F238E27FC236}">
                  <a16:creationId xmlns:a16="http://schemas.microsoft.com/office/drawing/2014/main" id="{DAF8E4B6-E0EF-FAA3-CAAD-99860CC9AA6D}"/>
                </a:ext>
              </a:extLst>
            </p:cNvPr>
            <p:cNvCxnSpPr>
              <a:cxnSpLocks/>
            </p:cNvCxnSpPr>
            <p:nvPr/>
          </p:nvCxnSpPr>
          <p:spPr>
            <a:xfrm>
              <a:off x="26962464" y="-541811"/>
              <a:ext cx="94715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7" name="Straight Connector 366">
              <a:extLst>
                <a:ext uri="{FF2B5EF4-FFF2-40B4-BE49-F238E27FC236}">
                  <a16:creationId xmlns:a16="http://schemas.microsoft.com/office/drawing/2014/main" id="{6687DA1E-A9C0-97A3-38CE-71862DF7D6F4}"/>
                </a:ext>
              </a:extLst>
            </p:cNvPr>
            <p:cNvCxnSpPr>
              <a:cxnSpLocks/>
            </p:cNvCxnSpPr>
            <p:nvPr/>
          </p:nvCxnSpPr>
          <p:spPr>
            <a:xfrm>
              <a:off x="26962464" y="267149"/>
              <a:ext cx="727472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8" name="Straight Connector 367">
              <a:extLst>
                <a:ext uri="{FF2B5EF4-FFF2-40B4-BE49-F238E27FC236}">
                  <a16:creationId xmlns:a16="http://schemas.microsoft.com/office/drawing/2014/main" id="{1AE716D1-135F-1A50-A8C1-3CA51B028E64}"/>
                </a:ext>
              </a:extLst>
            </p:cNvPr>
            <p:cNvCxnSpPr>
              <a:cxnSpLocks/>
            </p:cNvCxnSpPr>
            <p:nvPr/>
          </p:nvCxnSpPr>
          <p:spPr>
            <a:xfrm>
              <a:off x="26962464" y="731032"/>
              <a:ext cx="727472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69" name="Oval 368">
              <a:extLst>
                <a:ext uri="{FF2B5EF4-FFF2-40B4-BE49-F238E27FC236}">
                  <a16:creationId xmlns:a16="http://schemas.microsoft.com/office/drawing/2014/main" id="{B2DCCECA-BCA2-6319-D00F-2875668A0880}"/>
                </a:ext>
              </a:extLst>
            </p:cNvPr>
            <p:cNvSpPr/>
            <p:nvPr/>
          </p:nvSpPr>
          <p:spPr>
            <a:xfrm>
              <a:off x="27707220" y="671202"/>
              <a:ext cx="117698" cy="117698"/>
            </a:xfrm>
            <a:prstGeom prst="ellipse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0" name="Oval 369">
              <a:extLst>
                <a:ext uri="{FF2B5EF4-FFF2-40B4-BE49-F238E27FC236}">
                  <a16:creationId xmlns:a16="http://schemas.microsoft.com/office/drawing/2014/main" id="{BE65D03A-7646-5D24-4EFB-2A3BCED3FFEF}"/>
                </a:ext>
              </a:extLst>
            </p:cNvPr>
            <p:cNvSpPr/>
            <p:nvPr/>
          </p:nvSpPr>
          <p:spPr>
            <a:xfrm>
              <a:off x="27705256" y="217246"/>
              <a:ext cx="119661" cy="119661"/>
            </a:xfrm>
            <a:prstGeom prst="ellipse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1" name="Oval 370">
              <a:extLst>
                <a:ext uri="{FF2B5EF4-FFF2-40B4-BE49-F238E27FC236}">
                  <a16:creationId xmlns:a16="http://schemas.microsoft.com/office/drawing/2014/main" id="{5439D2A3-51F9-71A1-DBF9-E05B86F15175}"/>
                </a:ext>
              </a:extLst>
            </p:cNvPr>
            <p:cNvSpPr/>
            <p:nvPr/>
          </p:nvSpPr>
          <p:spPr>
            <a:xfrm>
              <a:off x="20706617" y="670992"/>
              <a:ext cx="119662" cy="119662"/>
            </a:xfrm>
            <a:prstGeom prst="ellipse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2" name="Oval 371">
              <a:extLst>
                <a:ext uri="{FF2B5EF4-FFF2-40B4-BE49-F238E27FC236}">
                  <a16:creationId xmlns:a16="http://schemas.microsoft.com/office/drawing/2014/main" id="{88D885CE-5B50-83E1-648F-ECC3BC46A8D6}"/>
                </a:ext>
              </a:extLst>
            </p:cNvPr>
            <p:cNvSpPr/>
            <p:nvPr/>
          </p:nvSpPr>
          <p:spPr>
            <a:xfrm>
              <a:off x="20706617" y="220609"/>
              <a:ext cx="119661" cy="119661"/>
            </a:xfrm>
            <a:prstGeom prst="ellipse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3" name="Oval 372">
              <a:extLst>
                <a:ext uri="{FF2B5EF4-FFF2-40B4-BE49-F238E27FC236}">
                  <a16:creationId xmlns:a16="http://schemas.microsoft.com/office/drawing/2014/main" id="{6CFB61D9-58A1-1D72-28B9-6C589EA9D3FD}"/>
                </a:ext>
              </a:extLst>
            </p:cNvPr>
            <p:cNvSpPr/>
            <p:nvPr/>
          </p:nvSpPr>
          <p:spPr>
            <a:xfrm>
              <a:off x="22894867" y="261013"/>
              <a:ext cx="119662" cy="119662"/>
            </a:xfrm>
            <a:prstGeom prst="ellipse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4" name="Oval 373">
              <a:extLst>
                <a:ext uri="{FF2B5EF4-FFF2-40B4-BE49-F238E27FC236}">
                  <a16:creationId xmlns:a16="http://schemas.microsoft.com/office/drawing/2014/main" id="{9749E9C3-D4D9-9B2C-2A5F-BBD4FBE5F556}"/>
                </a:ext>
              </a:extLst>
            </p:cNvPr>
            <p:cNvSpPr/>
            <p:nvPr/>
          </p:nvSpPr>
          <p:spPr>
            <a:xfrm>
              <a:off x="22894867" y="-564746"/>
              <a:ext cx="119661" cy="119661"/>
            </a:xfrm>
            <a:prstGeom prst="ellipse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5" name="Oval 374">
              <a:extLst>
                <a:ext uri="{FF2B5EF4-FFF2-40B4-BE49-F238E27FC236}">
                  <a16:creationId xmlns:a16="http://schemas.microsoft.com/office/drawing/2014/main" id="{E0EB9CE7-4129-0BD8-8CDB-3CE7CB617CA6}"/>
                </a:ext>
              </a:extLst>
            </p:cNvPr>
            <p:cNvSpPr/>
            <p:nvPr/>
          </p:nvSpPr>
          <p:spPr>
            <a:xfrm>
              <a:off x="22894867" y="657832"/>
              <a:ext cx="119661" cy="119661"/>
            </a:xfrm>
            <a:prstGeom prst="ellipse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6" name="Oval 375">
              <a:extLst>
                <a:ext uri="{FF2B5EF4-FFF2-40B4-BE49-F238E27FC236}">
                  <a16:creationId xmlns:a16="http://schemas.microsoft.com/office/drawing/2014/main" id="{763A995F-BE9C-D63E-E717-49EAFF5E3BA3}"/>
                </a:ext>
              </a:extLst>
            </p:cNvPr>
            <p:cNvSpPr/>
            <p:nvPr/>
          </p:nvSpPr>
          <p:spPr>
            <a:xfrm>
              <a:off x="22894867" y="1478967"/>
              <a:ext cx="119661" cy="119661"/>
            </a:xfrm>
            <a:prstGeom prst="ellipse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378" name="Graphic 377">
              <a:extLst>
                <a:ext uri="{FF2B5EF4-FFF2-40B4-BE49-F238E27FC236}">
                  <a16:creationId xmlns:a16="http://schemas.microsoft.com/office/drawing/2014/main" id="{7EDC088D-8E62-76F9-9CC4-BDC29FB1291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22629779" y="1425925"/>
              <a:ext cx="142875" cy="238125"/>
            </a:xfrm>
            <a:prstGeom prst="rect">
              <a:avLst/>
            </a:prstGeom>
          </p:spPr>
        </p:pic>
        <p:pic>
          <p:nvPicPr>
            <p:cNvPr id="379" name="Graphic 378">
              <a:extLst>
                <a:ext uri="{FF2B5EF4-FFF2-40B4-BE49-F238E27FC236}">
                  <a16:creationId xmlns:a16="http://schemas.microsoft.com/office/drawing/2014/main" id="{AEA060CA-81E4-E7CC-0798-24F57318154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22633870" y="583077"/>
              <a:ext cx="142875" cy="247650"/>
            </a:xfrm>
            <a:prstGeom prst="rect">
              <a:avLst/>
            </a:prstGeom>
          </p:spPr>
        </p:pic>
        <p:pic>
          <p:nvPicPr>
            <p:cNvPr id="380" name="Graphic 379">
              <a:extLst>
                <a:ext uri="{FF2B5EF4-FFF2-40B4-BE49-F238E27FC236}">
                  <a16:creationId xmlns:a16="http://schemas.microsoft.com/office/drawing/2014/main" id="{6EA6014F-F876-F690-3AAF-5D5D73C9008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22634541" y="209276"/>
              <a:ext cx="133350" cy="238125"/>
            </a:xfrm>
            <a:prstGeom prst="rect">
              <a:avLst/>
            </a:prstGeom>
          </p:spPr>
        </p:pic>
        <p:pic>
          <p:nvPicPr>
            <p:cNvPr id="381" name="Graphic 380">
              <a:extLst>
                <a:ext uri="{FF2B5EF4-FFF2-40B4-BE49-F238E27FC236}">
                  <a16:creationId xmlns:a16="http://schemas.microsoft.com/office/drawing/2014/main" id="{3F2840EC-B1D4-4A84-2ECE-0988FC5C6AF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22645798" y="-598918"/>
              <a:ext cx="133350" cy="238125"/>
            </a:xfrm>
            <a:prstGeom prst="rect">
              <a:avLst/>
            </a:prstGeom>
          </p:spPr>
        </p:pic>
        <p:pic>
          <p:nvPicPr>
            <p:cNvPr id="382" name="Graphic 381">
              <a:extLst>
                <a:ext uri="{FF2B5EF4-FFF2-40B4-BE49-F238E27FC236}">
                  <a16:creationId xmlns:a16="http://schemas.microsoft.com/office/drawing/2014/main" id="{AE671F7A-5BAE-F3B3-110C-53792560498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28029427" y="610988"/>
              <a:ext cx="152400" cy="238125"/>
            </a:xfrm>
            <a:prstGeom prst="rect">
              <a:avLst/>
            </a:prstGeom>
          </p:spPr>
        </p:pic>
        <p:pic>
          <p:nvPicPr>
            <p:cNvPr id="384" name="Graphic 383">
              <a:extLst>
                <a:ext uri="{FF2B5EF4-FFF2-40B4-BE49-F238E27FC236}">
                  <a16:creationId xmlns:a16="http://schemas.microsoft.com/office/drawing/2014/main" id="{118BE7AB-DAA8-BD32-A439-A592A875931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28042582" y="146320"/>
              <a:ext cx="133350" cy="238125"/>
            </a:xfrm>
            <a:prstGeom prst="rect">
              <a:avLst/>
            </a:prstGeom>
          </p:spPr>
        </p:pic>
        <p:pic>
          <p:nvPicPr>
            <p:cNvPr id="385" name="Graphic 384">
              <a:extLst>
                <a:ext uri="{FF2B5EF4-FFF2-40B4-BE49-F238E27FC236}">
                  <a16:creationId xmlns:a16="http://schemas.microsoft.com/office/drawing/2014/main" id="{A1CAC952-3050-3571-8114-B7A1A5CDB22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20960847" y="-181525"/>
              <a:ext cx="381000" cy="371475"/>
            </a:xfrm>
            <a:prstGeom prst="rect">
              <a:avLst/>
            </a:prstGeom>
          </p:spPr>
        </p:pic>
        <p:pic>
          <p:nvPicPr>
            <p:cNvPr id="386" name="Graphic 385">
              <a:extLst>
                <a:ext uri="{FF2B5EF4-FFF2-40B4-BE49-F238E27FC236}">
                  <a16:creationId xmlns:a16="http://schemas.microsoft.com/office/drawing/2014/main" id="{3538823A-D094-71AB-5764-61544028E33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23103812" y="-314449"/>
              <a:ext cx="390525" cy="371475"/>
            </a:xfrm>
            <a:prstGeom prst="rect">
              <a:avLst/>
            </a:prstGeom>
          </p:spPr>
        </p:pic>
        <p:pic>
          <p:nvPicPr>
            <p:cNvPr id="387" name="Graphic 386">
              <a:extLst>
                <a:ext uri="{FF2B5EF4-FFF2-40B4-BE49-F238E27FC236}">
                  <a16:creationId xmlns:a16="http://schemas.microsoft.com/office/drawing/2014/main" id="{73658A4D-E84B-6A9F-6A08-9E24FBBF40B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p:blipFill>
          <p:spPr>
            <a:xfrm>
              <a:off x="23103812" y="919711"/>
              <a:ext cx="457200" cy="371475"/>
            </a:xfrm>
            <a:prstGeom prst="rect">
              <a:avLst/>
            </a:prstGeom>
          </p:spPr>
        </p:pic>
        <p:pic>
          <p:nvPicPr>
            <p:cNvPr id="388" name="Graphic 387">
              <a:extLst>
                <a:ext uri="{FF2B5EF4-FFF2-40B4-BE49-F238E27FC236}">
                  <a16:creationId xmlns:a16="http://schemas.microsoft.com/office/drawing/2014/main" id="{6C464E3C-915C-A7EF-345D-55F97B92120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20891474" y="976108"/>
              <a:ext cx="447675" cy="371475"/>
            </a:xfrm>
            <a:prstGeom prst="rect">
              <a:avLst/>
            </a:prstGeom>
          </p:spPr>
        </p:pic>
        <p:sp>
          <p:nvSpPr>
            <p:cNvPr id="389" name="Isosceles Triangle 388">
              <a:extLst>
                <a:ext uri="{FF2B5EF4-FFF2-40B4-BE49-F238E27FC236}">
                  <a16:creationId xmlns:a16="http://schemas.microsoft.com/office/drawing/2014/main" id="{ED0132BE-99C8-5AFB-7C23-E4E48959D985}"/>
                </a:ext>
              </a:extLst>
            </p:cNvPr>
            <p:cNvSpPr/>
            <p:nvPr/>
          </p:nvSpPr>
          <p:spPr>
            <a:xfrm rot="5400000">
              <a:off x="23226076" y="-593785"/>
              <a:ext cx="184549" cy="180974"/>
            </a:xfrm>
            <a:prstGeom prst="triangl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0" name="Isosceles Triangle 389">
              <a:extLst>
                <a:ext uri="{FF2B5EF4-FFF2-40B4-BE49-F238E27FC236}">
                  <a16:creationId xmlns:a16="http://schemas.microsoft.com/office/drawing/2014/main" id="{FEBFC33D-BB0F-4AA4-FFCE-D7383D6CEE16}"/>
                </a:ext>
              </a:extLst>
            </p:cNvPr>
            <p:cNvSpPr/>
            <p:nvPr/>
          </p:nvSpPr>
          <p:spPr>
            <a:xfrm rot="5400000">
              <a:off x="23225870" y="1441390"/>
              <a:ext cx="184549" cy="180974"/>
            </a:xfrm>
            <a:prstGeom prst="triangl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1" name="Isosceles Triangle 390">
              <a:extLst>
                <a:ext uri="{FF2B5EF4-FFF2-40B4-BE49-F238E27FC236}">
                  <a16:creationId xmlns:a16="http://schemas.microsoft.com/office/drawing/2014/main" id="{DB1F3539-A17A-C0B9-694B-882363172FF4}"/>
                </a:ext>
              </a:extLst>
            </p:cNvPr>
            <p:cNvSpPr/>
            <p:nvPr/>
          </p:nvSpPr>
          <p:spPr>
            <a:xfrm rot="5400000">
              <a:off x="21161326" y="188852"/>
              <a:ext cx="184549" cy="180974"/>
            </a:xfrm>
            <a:prstGeom prst="triangl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2" name="Isosceles Triangle 391">
              <a:extLst>
                <a:ext uri="{FF2B5EF4-FFF2-40B4-BE49-F238E27FC236}">
                  <a16:creationId xmlns:a16="http://schemas.microsoft.com/office/drawing/2014/main" id="{3C11870D-E542-83AC-AD75-0D9F67887863}"/>
                </a:ext>
              </a:extLst>
            </p:cNvPr>
            <p:cNvSpPr/>
            <p:nvPr/>
          </p:nvSpPr>
          <p:spPr>
            <a:xfrm rot="16200000" flipH="1">
              <a:off x="21139894" y="638906"/>
              <a:ext cx="184549" cy="180974"/>
            </a:xfrm>
            <a:prstGeom prst="triangl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3" name="Isosceles Triangle 392">
              <a:extLst>
                <a:ext uri="{FF2B5EF4-FFF2-40B4-BE49-F238E27FC236}">
                  <a16:creationId xmlns:a16="http://schemas.microsoft.com/office/drawing/2014/main" id="{886DFB4E-D930-09A9-8A0B-CC0E2C0F621D}"/>
                </a:ext>
              </a:extLst>
            </p:cNvPr>
            <p:cNvSpPr/>
            <p:nvPr/>
          </p:nvSpPr>
          <p:spPr>
            <a:xfrm rot="16200000" flipH="1">
              <a:off x="23203780" y="623827"/>
              <a:ext cx="184549" cy="180974"/>
            </a:xfrm>
            <a:prstGeom prst="triangl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4" name="Isosceles Triangle 393">
              <a:extLst>
                <a:ext uri="{FF2B5EF4-FFF2-40B4-BE49-F238E27FC236}">
                  <a16:creationId xmlns:a16="http://schemas.microsoft.com/office/drawing/2014/main" id="{DC85665C-06B5-D68B-DC3E-3B7EE9DF0D85}"/>
                </a:ext>
              </a:extLst>
            </p:cNvPr>
            <p:cNvSpPr/>
            <p:nvPr/>
          </p:nvSpPr>
          <p:spPr>
            <a:xfrm rot="16200000" flipH="1">
              <a:off x="23203781" y="222188"/>
              <a:ext cx="184549" cy="180974"/>
            </a:xfrm>
            <a:prstGeom prst="triangl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5" name="Isosceles Triangle 394">
              <a:extLst>
                <a:ext uri="{FF2B5EF4-FFF2-40B4-BE49-F238E27FC236}">
                  <a16:creationId xmlns:a16="http://schemas.microsoft.com/office/drawing/2014/main" id="{D9C1062E-7E4B-67F9-6421-0711339F6024}"/>
                </a:ext>
              </a:extLst>
            </p:cNvPr>
            <p:cNvSpPr/>
            <p:nvPr/>
          </p:nvSpPr>
          <p:spPr>
            <a:xfrm rot="16200000" flipH="1">
              <a:off x="27290484" y="640336"/>
              <a:ext cx="184549" cy="180974"/>
            </a:xfrm>
            <a:prstGeom prst="triangl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6" name="Isosceles Triangle 395">
              <a:extLst>
                <a:ext uri="{FF2B5EF4-FFF2-40B4-BE49-F238E27FC236}">
                  <a16:creationId xmlns:a16="http://schemas.microsoft.com/office/drawing/2014/main" id="{886609BC-70AB-AB6B-ED09-444532C279A4}"/>
                </a:ext>
              </a:extLst>
            </p:cNvPr>
            <p:cNvSpPr/>
            <p:nvPr/>
          </p:nvSpPr>
          <p:spPr>
            <a:xfrm rot="5400000">
              <a:off x="27319446" y="185219"/>
              <a:ext cx="184549" cy="180974"/>
            </a:xfrm>
            <a:prstGeom prst="triangl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397" name="Straight Arrow Connector 396">
              <a:extLst>
                <a:ext uri="{FF2B5EF4-FFF2-40B4-BE49-F238E27FC236}">
                  <a16:creationId xmlns:a16="http://schemas.microsoft.com/office/drawing/2014/main" id="{6E8CFC0A-0CA7-098F-E734-16D167B66B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4289986" y="-1100562"/>
              <a:ext cx="0" cy="3145536"/>
            </a:xfrm>
            <a:prstGeom prst="straightConnector1">
              <a:avLst/>
            </a:prstGeom>
            <a:ln w="50800">
              <a:solidFill>
                <a:srgbClr val="FF0000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8" name="Straight Arrow Connector 397">
              <a:extLst>
                <a:ext uri="{FF2B5EF4-FFF2-40B4-BE49-F238E27FC236}">
                  <a16:creationId xmlns:a16="http://schemas.microsoft.com/office/drawing/2014/main" id="{66AE14C3-2206-4F86-17A1-131CA6326F85}"/>
                </a:ext>
              </a:extLst>
            </p:cNvPr>
            <p:cNvCxnSpPr>
              <a:cxnSpLocks/>
            </p:cNvCxnSpPr>
            <p:nvPr/>
          </p:nvCxnSpPr>
          <p:spPr>
            <a:xfrm>
              <a:off x="24630934" y="-1143831"/>
              <a:ext cx="2206038" cy="0"/>
            </a:xfrm>
            <a:prstGeom prst="straightConnector1">
              <a:avLst/>
            </a:prstGeom>
            <a:ln w="50800">
              <a:solidFill>
                <a:srgbClr val="FF0000"/>
              </a:solidFill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9" name="Straight Arrow Connector 398">
              <a:extLst>
                <a:ext uri="{FF2B5EF4-FFF2-40B4-BE49-F238E27FC236}">
                  <a16:creationId xmlns:a16="http://schemas.microsoft.com/office/drawing/2014/main" id="{580416DE-E7A6-2E29-5B99-2B14010204B5}"/>
                </a:ext>
              </a:extLst>
            </p:cNvPr>
            <p:cNvCxnSpPr>
              <a:cxnSpLocks/>
            </p:cNvCxnSpPr>
            <p:nvPr/>
          </p:nvCxnSpPr>
          <p:spPr>
            <a:xfrm>
              <a:off x="26830821" y="-1157612"/>
              <a:ext cx="0" cy="3246274"/>
            </a:xfrm>
            <a:prstGeom prst="straightConnector1">
              <a:avLst/>
            </a:prstGeom>
            <a:ln w="50800">
              <a:solidFill>
                <a:srgbClr val="FF0000"/>
              </a:solidFill>
              <a:headEnd type="non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0" name="Straight Arrow Connector 399">
              <a:extLst>
                <a:ext uri="{FF2B5EF4-FFF2-40B4-BE49-F238E27FC236}">
                  <a16:creationId xmlns:a16="http://schemas.microsoft.com/office/drawing/2014/main" id="{8ADEE584-1448-CFC2-E980-DB03AB4906B2}"/>
                </a:ext>
              </a:extLst>
            </p:cNvPr>
            <p:cNvCxnSpPr>
              <a:cxnSpLocks/>
            </p:cNvCxnSpPr>
            <p:nvPr/>
          </p:nvCxnSpPr>
          <p:spPr>
            <a:xfrm>
              <a:off x="21739192" y="-1143831"/>
              <a:ext cx="2924839" cy="0"/>
            </a:xfrm>
            <a:prstGeom prst="straightConnector1">
              <a:avLst/>
            </a:prstGeom>
            <a:ln w="50800">
              <a:solidFill>
                <a:srgbClr val="FF0000"/>
              </a:solidFill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1" name="Straight Arrow Connector 400">
              <a:extLst>
                <a:ext uri="{FF2B5EF4-FFF2-40B4-BE49-F238E27FC236}">
                  <a16:creationId xmlns:a16="http://schemas.microsoft.com/office/drawing/2014/main" id="{3FA8074E-C609-96C7-BCD4-3B57018090CA}"/>
                </a:ext>
              </a:extLst>
            </p:cNvPr>
            <p:cNvCxnSpPr>
              <a:cxnSpLocks/>
            </p:cNvCxnSpPr>
            <p:nvPr/>
          </p:nvCxnSpPr>
          <p:spPr>
            <a:xfrm>
              <a:off x="21755901" y="-1140759"/>
              <a:ext cx="0" cy="3206561"/>
            </a:xfrm>
            <a:prstGeom prst="straightConnector1">
              <a:avLst/>
            </a:prstGeom>
            <a:ln w="50800">
              <a:solidFill>
                <a:srgbClr val="FF0000"/>
              </a:solidFill>
              <a:headEnd type="non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2" name="Straight Arrow Connector 401">
              <a:extLst>
                <a:ext uri="{FF2B5EF4-FFF2-40B4-BE49-F238E27FC236}">
                  <a16:creationId xmlns:a16="http://schemas.microsoft.com/office/drawing/2014/main" id="{73BDE149-0291-58B9-8958-FE1E3B0C020A}"/>
                </a:ext>
              </a:extLst>
            </p:cNvPr>
            <p:cNvCxnSpPr>
              <a:cxnSpLocks/>
            </p:cNvCxnSpPr>
            <p:nvPr/>
          </p:nvCxnSpPr>
          <p:spPr>
            <a:xfrm>
              <a:off x="24308656" y="2071809"/>
              <a:ext cx="2513076" cy="0"/>
            </a:xfrm>
            <a:prstGeom prst="straightConnector1">
              <a:avLst/>
            </a:prstGeom>
            <a:ln w="50800">
              <a:solidFill>
                <a:srgbClr val="FF0000"/>
              </a:solidFill>
              <a:headEnd type="triangl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3" name="Straight Arrow Connector 402">
              <a:extLst>
                <a:ext uri="{FF2B5EF4-FFF2-40B4-BE49-F238E27FC236}">
                  <a16:creationId xmlns:a16="http://schemas.microsoft.com/office/drawing/2014/main" id="{FBD134F7-41F8-0296-7AEC-5C41E804640B}"/>
                </a:ext>
              </a:extLst>
            </p:cNvPr>
            <p:cNvCxnSpPr>
              <a:cxnSpLocks/>
            </p:cNvCxnSpPr>
            <p:nvPr/>
          </p:nvCxnSpPr>
          <p:spPr>
            <a:xfrm>
              <a:off x="21742240" y="2071809"/>
              <a:ext cx="2505456" cy="0"/>
            </a:xfrm>
            <a:prstGeom prst="straightConnector1">
              <a:avLst/>
            </a:prstGeom>
            <a:ln w="50800">
              <a:solidFill>
                <a:srgbClr val="FF0000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C0D5DB46-75D0-36AC-F891-87BD60F730BB}"/>
              </a:ext>
            </a:extLst>
          </p:cNvPr>
          <p:cNvCxnSpPr>
            <a:cxnSpLocks/>
          </p:cNvCxnSpPr>
          <p:nvPr/>
        </p:nvCxnSpPr>
        <p:spPr>
          <a:xfrm>
            <a:off x="-5630879" y="-2257917"/>
            <a:ext cx="766173" cy="0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83" name="Graphic 182">
            <a:extLst>
              <a:ext uri="{FF2B5EF4-FFF2-40B4-BE49-F238E27FC236}">
                <a16:creationId xmlns:a16="http://schemas.microsoft.com/office/drawing/2014/main" id="{3BEBC59C-7DEF-5034-1083-9A81478A87C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-4606798" y="-2503170"/>
            <a:ext cx="3083614" cy="440516"/>
          </a:xfrm>
          <a:prstGeom prst="rect">
            <a:avLst/>
          </a:prstGeom>
        </p:spPr>
      </p:pic>
      <p:pic>
        <p:nvPicPr>
          <p:cNvPr id="187" name="Graphic 186">
            <a:extLst>
              <a:ext uri="{FF2B5EF4-FFF2-40B4-BE49-F238E27FC236}">
                <a16:creationId xmlns:a16="http://schemas.microsoft.com/office/drawing/2014/main" id="{18FF9110-E68A-5801-53C6-D41CA839203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185518" y="-2503170"/>
            <a:ext cx="3160096" cy="439200"/>
          </a:xfrm>
          <a:prstGeom prst="rect">
            <a:avLst/>
          </a:prstGeom>
        </p:spPr>
      </p:pic>
      <p:cxnSp>
        <p:nvCxnSpPr>
          <p:cNvPr id="189" name="Straight Connector 188">
            <a:extLst>
              <a:ext uri="{FF2B5EF4-FFF2-40B4-BE49-F238E27FC236}">
                <a16:creationId xmlns:a16="http://schemas.microsoft.com/office/drawing/2014/main" id="{84456B6C-82C0-918E-9A8D-07A5601DBE8E}"/>
              </a:ext>
            </a:extLst>
          </p:cNvPr>
          <p:cNvCxnSpPr>
            <a:cxnSpLocks/>
          </p:cNvCxnSpPr>
          <p:nvPr/>
        </p:nvCxnSpPr>
        <p:spPr>
          <a:xfrm>
            <a:off x="-838563" y="-2275083"/>
            <a:ext cx="766173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2" name="TextBox 191">
            <a:extLst>
              <a:ext uri="{FF2B5EF4-FFF2-40B4-BE49-F238E27FC236}">
                <a16:creationId xmlns:a16="http://schemas.microsoft.com/office/drawing/2014/main" id="{23A8AA9B-68C2-6D21-778E-2ECA46E0EB4E}"/>
              </a:ext>
            </a:extLst>
          </p:cNvPr>
          <p:cNvSpPr txBox="1"/>
          <p:nvPr/>
        </p:nvSpPr>
        <p:spPr>
          <a:xfrm>
            <a:off x="-4606798" y="2782669"/>
            <a:ext cx="360527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(a)</a:t>
            </a:r>
          </a:p>
        </p:txBody>
      </p:sp>
      <p:sp>
        <p:nvSpPr>
          <p:cNvPr id="404" name="TextBox 403">
            <a:extLst>
              <a:ext uri="{FF2B5EF4-FFF2-40B4-BE49-F238E27FC236}">
                <a16:creationId xmlns:a16="http://schemas.microsoft.com/office/drawing/2014/main" id="{0518926C-EC98-5734-6FC4-7158DAACE28F}"/>
              </a:ext>
            </a:extLst>
          </p:cNvPr>
          <p:cNvSpPr txBox="1"/>
          <p:nvPr/>
        </p:nvSpPr>
        <p:spPr>
          <a:xfrm>
            <a:off x="3378962" y="2782669"/>
            <a:ext cx="360527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(b)</a:t>
            </a:r>
          </a:p>
        </p:txBody>
      </p:sp>
      <p:sp>
        <p:nvSpPr>
          <p:cNvPr id="408" name="TextBox 407">
            <a:extLst>
              <a:ext uri="{FF2B5EF4-FFF2-40B4-BE49-F238E27FC236}">
                <a16:creationId xmlns:a16="http://schemas.microsoft.com/office/drawing/2014/main" id="{A2D4C4C1-C325-B620-F37D-F56E51832939}"/>
              </a:ext>
            </a:extLst>
          </p:cNvPr>
          <p:cNvSpPr txBox="1"/>
          <p:nvPr/>
        </p:nvSpPr>
        <p:spPr>
          <a:xfrm>
            <a:off x="11364722" y="2782668"/>
            <a:ext cx="360527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(c)</a:t>
            </a:r>
          </a:p>
        </p:txBody>
      </p:sp>
      <p:sp>
        <p:nvSpPr>
          <p:cNvPr id="411" name="TextBox 410">
            <a:extLst>
              <a:ext uri="{FF2B5EF4-FFF2-40B4-BE49-F238E27FC236}">
                <a16:creationId xmlns:a16="http://schemas.microsoft.com/office/drawing/2014/main" id="{9A772F12-D356-7BDD-549C-6224EC381A34}"/>
              </a:ext>
            </a:extLst>
          </p:cNvPr>
          <p:cNvSpPr txBox="1"/>
          <p:nvPr/>
        </p:nvSpPr>
        <p:spPr>
          <a:xfrm>
            <a:off x="19198082" y="2782667"/>
            <a:ext cx="360527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(d)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B08811EA-5753-3C99-68AA-B4B73D5237DE}"/>
              </a:ext>
            </a:extLst>
          </p:cNvPr>
          <p:cNvCxnSpPr>
            <a:cxnSpLocks/>
          </p:cNvCxnSpPr>
          <p:nvPr/>
        </p:nvCxnSpPr>
        <p:spPr>
          <a:xfrm>
            <a:off x="-6386286" y="-1657350"/>
            <a:ext cx="10402534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549047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5547</TotalTime>
  <Words>18</Words>
  <Application>Microsoft Office PowerPoint</Application>
  <PresentationFormat>Widescreen</PresentationFormat>
  <Paragraphs>6</Paragraphs>
  <Slides>9</Slides>
  <Notes>0</Notes>
  <HiddenSlides>5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4" baseType="lpstr">
      <vt:lpstr>Aptos</vt:lpstr>
      <vt:lpstr>Aptos Display</vt:lpstr>
      <vt:lpstr>Arial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ROQUE Karl Raymond Dela Cruz</dc:creator>
  <cp:lastModifiedBy>ROQUE Karl Raymond Dela Cruz</cp:lastModifiedBy>
  <cp:revision>8</cp:revision>
  <dcterms:created xsi:type="dcterms:W3CDTF">2026-02-28T12:02:55Z</dcterms:created>
  <dcterms:modified xsi:type="dcterms:W3CDTF">2026-08-11T02:29:51Z</dcterms:modified>
</cp:coreProperties>
</file>