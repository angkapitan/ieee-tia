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808080"/>
    <a:srgbClr val="FC9933"/>
    <a:srgbClr val="00B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 autoAdjust="0"/>
    <p:restoredTop sz="93260" autoAdjust="0"/>
  </p:normalViewPr>
  <p:slideViewPr>
    <p:cSldViewPr snapToGrid="0">
      <p:cViewPr>
        <p:scale>
          <a:sx n="33" d="100"/>
          <a:sy n="33" d="100"/>
        </p:scale>
        <p:origin x="3279" y="15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QUE Karl Raymond Dela Cruz" userId="3ef34158-41fc-4e4b-94a6-f7088aac19cc" providerId="ADAL" clId="{4C8DCC2A-8B1B-4414-B405-6FC26C0D17AC}"/>
    <pc:docChg chg="undo custSel modSld">
      <pc:chgData name="ROQUE Karl Raymond Dela Cruz" userId="3ef34158-41fc-4e4b-94a6-f7088aac19cc" providerId="ADAL" clId="{4C8DCC2A-8B1B-4414-B405-6FC26C0D17AC}" dt="2026-02-28T14:00:55.453" v="62" actId="1035"/>
      <pc:docMkLst>
        <pc:docMk/>
      </pc:docMkLst>
      <pc:sldChg chg="modSp mod">
        <pc:chgData name="ROQUE Karl Raymond Dela Cruz" userId="3ef34158-41fc-4e4b-94a6-f7088aac19cc" providerId="ADAL" clId="{4C8DCC2A-8B1B-4414-B405-6FC26C0D17AC}" dt="2026-02-28T14:00:55.453" v="62" actId="1035"/>
        <pc:sldMkLst>
          <pc:docMk/>
          <pc:sldMk cId="883551506" sldId="257"/>
        </pc:sldMkLst>
        <pc:spChg chg="mod">
          <ac:chgData name="ROQUE Karl Raymond Dela Cruz" userId="3ef34158-41fc-4e4b-94a6-f7088aac19cc" providerId="ADAL" clId="{4C8DCC2A-8B1B-4414-B405-6FC26C0D17AC}" dt="2026-02-28T14:00:49.584" v="45" actId="1036"/>
          <ac:spMkLst>
            <pc:docMk/>
            <pc:sldMk cId="883551506" sldId="257"/>
            <ac:spMk id="10" creationId="{D03C3C90-F79D-854B-7CD8-C8FA37D02B9C}"/>
          </ac:spMkLst>
        </pc:spChg>
        <pc:picChg chg="mod">
          <ac:chgData name="ROQUE Karl Raymond Dela Cruz" userId="3ef34158-41fc-4e4b-94a6-f7088aac19cc" providerId="ADAL" clId="{4C8DCC2A-8B1B-4414-B405-6FC26C0D17AC}" dt="2026-02-28T14:00:46.781" v="27" actId="1037"/>
          <ac:picMkLst>
            <pc:docMk/>
            <pc:sldMk cId="883551506" sldId="257"/>
            <ac:picMk id="35" creationId="{406CA8FC-72C5-5D0E-7272-5D07EE2E5278}"/>
          </ac:picMkLst>
        </pc:picChg>
        <pc:picChg chg="mod">
          <ac:chgData name="ROQUE Karl Raymond Dela Cruz" userId="3ef34158-41fc-4e4b-94a6-f7088aac19cc" providerId="ADAL" clId="{4C8DCC2A-8B1B-4414-B405-6FC26C0D17AC}" dt="2026-02-28T14:00:38.305" v="5" actId="1038"/>
          <ac:picMkLst>
            <pc:docMk/>
            <pc:sldMk cId="883551506" sldId="257"/>
            <ac:picMk id="37" creationId="{B2D9D69C-E3C9-CA20-E406-F809CD728FDE}"/>
          </ac:picMkLst>
        </pc:picChg>
        <pc:picChg chg="mod">
          <ac:chgData name="ROQUE Karl Raymond Dela Cruz" userId="3ef34158-41fc-4e4b-94a6-f7088aac19cc" providerId="ADAL" clId="{4C8DCC2A-8B1B-4414-B405-6FC26C0D17AC}" dt="2026-02-28T14:00:55.453" v="62" actId="1035"/>
          <ac:picMkLst>
            <pc:docMk/>
            <pc:sldMk cId="883551506" sldId="257"/>
            <ac:picMk id="41" creationId="{A7C42125-FA7E-9FD9-3F32-FF8DDA07FC6D}"/>
          </ac:picMkLst>
        </pc:picChg>
        <pc:picChg chg="mod">
          <ac:chgData name="ROQUE Karl Raymond Dela Cruz" userId="3ef34158-41fc-4e4b-94a6-f7088aac19cc" providerId="ADAL" clId="{4C8DCC2A-8B1B-4414-B405-6FC26C0D17AC}" dt="2026-02-28T14:00:43.563" v="15" actId="1036"/>
          <ac:picMkLst>
            <pc:docMk/>
            <pc:sldMk cId="883551506" sldId="257"/>
            <ac:picMk id="43" creationId="{17289C81-17C2-44D0-081D-001DD5A10F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1A7-2008-59A6-42E3-4859DF203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560AC-3831-1BAD-1B76-6D7C3F34E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D3E61-FDE2-2DBE-5273-A084227D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4F63-B778-CE10-6573-134A4198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F4CD-48F1-4DAC-964C-D8230614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DAEE-1465-C602-62C3-EC3A9478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F255-393E-8F30-F0E8-BABB62BC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43E2A-E7C5-EAA3-327D-5F8910CC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C284-C936-F0CA-504D-93662A34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D5F81-2A39-A22F-E338-FA56EECF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8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429-FBCD-4556-1970-F8638539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8A355-C017-6CA1-941B-5730DB420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49B0-4BCB-0DDF-57AC-64CF1842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0EE5-1986-0D04-CF55-6A9F5AF6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2403A-4E90-BEB5-F767-2529767D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0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D048-4690-AF28-2F9D-3EDEF197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BEA8F-F187-F73F-1B8E-D4ACC71BA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97446-ED3C-3052-1EF6-156A6FCB7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DEE91-4CD0-A4A7-3A1F-D3660063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7E94D-E0D8-7833-0EB6-24AEA790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CD47E-D655-9B17-A63F-7D1512B9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3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398F-6D90-A4CB-F0D0-99A15DB0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6DBC-F40A-CB71-D6BA-54E88875C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822A0-7B2B-124B-A6E0-3CE0E7B0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EAB8C-E929-FB2C-7FE3-DD1915990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7EB52-2CF6-ED8F-79CA-735D97663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83B9B-EAF9-28BE-C617-A489C112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D6E18F-C72B-726F-A9A4-CC565E7E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59626-5C6E-F12A-8367-B64C054F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A71B-3C1D-B1FC-D66A-8376B828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F716D-FB98-DACF-1804-3015E17E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09B51-3597-3795-B8EC-5794C445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05BF8-0B3D-39D8-4DCF-3FE986B8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13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6E360-6683-928C-2680-FAB5025A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B0482-E802-E26F-9498-6A2D0AEF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85687-FE70-E61D-9A0D-A47D2CFF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7FEE-9A23-6FFF-DE61-58676B15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F131-C6EC-A730-805A-82780520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F8F95-40FB-B0BF-46FA-39180B6E3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DD01A-58B4-7F87-5ABE-678AE74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81D47-7262-B981-E8B4-31483A35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9F328-CBE6-C815-7267-7B19D2A6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8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FCEE-AA86-3421-64C2-05266114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C6FCE-76DC-CEC9-C0AA-A1F4B3744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91AD6-05E8-8478-E82F-870CCDDFB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AC7F4-9BDB-9628-79CB-91A6D99D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E052F-55E9-CD52-F76F-69181685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25085-42F6-A29B-AB7C-A85A5B9D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E480-F420-DDDB-401A-D2F7D49C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613F-5B6B-0B2C-B97F-D24F16C0B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7F50-DEB4-D8F5-797E-5B51FB0F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8D402-5219-D219-0EFA-30EB246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DAC31-A107-B447-6EAD-0EF47882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3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F8F6A-1C53-E988-E5F7-DAFA42BA6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4E92E-0569-6983-F710-A58BB596E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686C-3DDC-C5C1-0DB4-D9626673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1A38C-3EDD-E56F-EC75-BAE5AEB9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37C5-3E0C-6F61-E001-C093820C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40175-5452-7F50-4DDE-725CE472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BFEC2-7A2D-E184-9F9E-D2011B9B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BE1F-D31C-8671-AB6E-3DB4E01A0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FD033-9734-4099-AB24-E002C0C94B9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67BAB-0677-608C-D8C2-E28E36D35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7539-BB2C-4F7F-8319-0D7175E99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1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tiff"/><Relationship Id="rId7" Type="http://schemas.openxmlformats.org/officeDocument/2006/relationships/image" Target="../media/image6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tiff"/><Relationship Id="rId7" Type="http://schemas.openxmlformats.org/officeDocument/2006/relationships/image" Target="../media/image6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Relationship Id="rId1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3DE519-1AA5-28FB-C8BC-807C1BA09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7326776" y="1122363"/>
            <a:ext cx="5712106" cy="5100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EB24A-4CDA-36AE-DB6D-D981C5BBD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202064" y="1239296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B85F8-AF3B-826F-8283-612E7CD5AD77}"/>
              </a:ext>
            </a:extLst>
          </p:cNvPr>
          <p:cNvCxnSpPr>
            <a:cxnSpLocks/>
          </p:cNvCxnSpPr>
          <p:nvPr/>
        </p:nvCxnSpPr>
        <p:spPr>
          <a:xfrm>
            <a:off x="525780" y="2099310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1500A3-1462-6105-421B-E15682FC559B}"/>
              </a:ext>
            </a:extLst>
          </p:cNvPr>
          <p:cNvCxnSpPr>
            <a:cxnSpLocks/>
          </p:cNvCxnSpPr>
          <p:nvPr/>
        </p:nvCxnSpPr>
        <p:spPr>
          <a:xfrm>
            <a:off x="525780" y="2109470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37F74A-5730-2DBA-DDF0-AA99A958AF3A}"/>
              </a:ext>
            </a:extLst>
          </p:cNvPr>
          <p:cNvCxnSpPr>
            <a:cxnSpLocks/>
          </p:cNvCxnSpPr>
          <p:nvPr/>
        </p:nvCxnSpPr>
        <p:spPr>
          <a:xfrm>
            <a:off x="4568190" y="2667862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E3984D-3FE6-4CF2-FD78-5951FA2D36F1}"/>
              </a:ext>
            </a:extLst>
          </p:cNvPr>
          <p:cNvCxnSpPr>
            <a:cxnSpLocks/>
          </p:cNvCxnSpPr>
          <p:nvPr/>
        </p:nvCxnSpPr>
        <p:spPr>
          <a:xfrm>
            <a:off x="2495550" y="2433320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7DE453F-6697-A3F7-9D77-9FA530F335FF}"/>
              </a:ext>
            </a:extLst>
          </p:cNvPr>
          <p:cNvCxnSpPr>
            <a:cxnSpLocks/>
          </p:cNvCxnSpPr>
          <p:nvPr/>
        </p:nvCxnSpPr>
        <p:spPr>
          <a:xfrm flipH="1" flipV="1">
            <a:off x="2499361" y="2381818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9E9BA2A-BCED-A466-32C3-2DA2DEBD74EF}"/>
              </a:ext>
            </a:extLst>
          </p:cNvPr>
          <p:cNvGrpSpPr/>
          <p:nvPr/>
        </p:nvGrpSpPr>
        <p:grpSpPr>
          <a:xfrm rot="10800000">
            <a:off x="516634" y="3929890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C800BA7-3748-D01A-94C0-06E6013A9A0D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BDC4847-1EB6-1E41-9C07-DDFAEC975E2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F69217-98D5-76EC-6E77-57BADD9A3E00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78462B1-81F0-14F3-16FD-B2B3186B29F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B7E9228-0C51-8B3E-B128-ECB64173147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9D72AECC-E9D8-56ED-BB48-CAB239BD7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9365" y="3627628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5A1BFBB4-B29D-8C48-3389-D1CB44F62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43973" y="3400871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7CD74D68-6A9E-BCC8-6E84-21DB3B639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1470" y="2015105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D506339-5F00-3F5F-85C9-F3DEF7C1C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539" y="6043545"/>
            <a:ext cx="2781300" cy="74295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C3FC5E5D-3755-6B1A-3D4A-7B1D781AF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4758" y="1855272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B694EC83-AD8C-B4D3-00F8-EE78DD699F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1814" y="6043545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34F14BCD-912E-C38C-305E-F37EF64F54F3}"/>
              </a:ext>
            </a:extLst>
          </p:cNvPr>
          <p:cNvGrpSpPr/>
          <p:nvPr/>
        </p:nvGrpSpPr>
        <p:grpSpPr>
          <a:xfrm rot="10800000">
            <a:off x="7666643" y="4093463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4B35628-13DD-901B-E88C-0856E03B0D1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8D50E8-E7FE-13AA-7E44-69591971609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26C6351-67D3-9B8B-4534-56E9D9A6D23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AF72B0D-3046-069C-4EEC-29370312189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D78B1A4-7E5C-049D-F0C2-EB0FFA93E5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3656AEA-421F-CF65-BF4C-FAFB0F42EA14}"/>
              </a:ext>
            </a:extLst>
          </p:cNvPr>
          <p:cNvGrpSpPr/>
          <p:nvPr/>
        </p:nvGrpSpPr>
        <p:grpSpPr>
          <a:xfrm>
            <a:off x="7676224" y="2016178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6A63C11-718A-6276-02BA-B082C8359F4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EC59783-C9A7-8F2E-9750-B3AF8DE0DC3C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CD63F16-80F4-38B7-2647-74144BE1F36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B9475ED-F9BF-0AF0-19D8-CEB5ACE7739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DD27AEC-18D5-06BC-C776-6A9DBF8B46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6C5DAD5-3490-9775-3CAF-78DE3FF10402}"/>
              </a:ext>
            </a:extLst>
          </p:cNvPr>
          <p:cNvCxnSpPr>
            <a:cxnSpLocks/>
          </p:cNvCxnSpPr>
          <p:nvPr/>
        </p:nvCxnSpPr>
        <p:spPr>
          <a:xfrm>
            <a:off x="2491740" y="3601497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12C1FBE-1456-4FFC-1AFD-7A56B789478A}"/>
              </a:ext>
            </a:extLst>
          </p:cNvPr>
          <p:cNvCxnSpPr>
            <a:cxnSpLocks/>
          </p:cNvCxnSpPr>
          <p:nvPr/>
        </p:nvCxnSpPr>
        <p:spPr>
          <a:xfrm>
            <a:off x="516636" y="3556637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3DA0E4C-83CB-FDE8-8156-02B13F5AA4B7}"/>
              </a:ext>
            </a:extLst>
          </p:cNvPr>
          <p:cNvCxnSpPr>
            <a:cxnSpLocks/>
          </p:cNvCxnSpPr>
          <p:nvPr/>
        </p:nvCxnSpPr>
        <p:spPr>
          <a:xfrm>
            <a:off x="4558466" y="4105720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64FD132-EF81-C5C8-AAC6-6B0108776C0D}"/>
              </a:ext>
            </a:extLst>
          </p:cNvPr>
          <p:cNvCxnSpPr>
            <a:cxnSpLocks/>
          </p:cNvCxnSpPr>
          <p:nvPr/>
        </p:nvCxnSpPr>
        <p:spPr>
          <a:xfrm flipH="1">
            <a:off x="1590189" y="4931364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7B23431-4147-9799-BA6D-44287749FFFC}"/>
              </a:ext>
            </a:extLst>
          </p:cNvPr>
          <p:cNvCxnSpPr>
            <a:cxnSpLocks/>
          </p:cNvCxnSpPr>
          <p:nvPr/>
        </p:nvCxnSpPr>
        <p:spPr>
          <a:xfrm>
            <a:off x="11696356" y="3826985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E9A6A5E-5B48-F6A0-1390-8FE0DA4997A6}"/>
              </a:ext>
            </a:extLst>
          </p:cNvPr>
          <p:cNvCxnSpPr>
            <a:cxnSpLocks/>
          </p:cNvCxnSpPr>
          <p:nvPr/>
        </p:nvCxnSpPr>
        <p:spPr>
          <a:xfrm>
            <a:off x="7676804" y="3295334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A4A5E9D-944C-8802-176D-31EFAA4F9EDA}"/>
              </a:ext>
            </a:extLst>
          </p:cNvPr>
          <p:cNvCxnSpPr>
            <a:cxnSpLocks/>
          </p:cNvCxnSpPr>
          <p:nvPr/>
        </p:nvCxnSpPr>
        <p:spPr>
          <a:xfrm>
            <a:off x="9669843" y="3727227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3C96B46B-DBE0-6375-7D53-990C0DA86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814" y="3321605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3E33A614-0A47-E729-87F4-4DE5C4544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4013" y="3132773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5FA4462-41ED-DCDF-13B7-DC7AA9EBF079}"/>
              </a:ext>
            </a:extLst>
          </p:cNvPr>
          <p:cNvCxnSpPr>
            <a:cxnSpLocks/>
          </p:cNvCxnSpPr>
          <p:nvPr/>
        </p:nvCxnSpPr>
        <p:spPr>
          <a:xfrm flipH="1" flipV="1">
            <a:off x="8479971" y="3509963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E6ED642-AC0E-4275-44A5-6C2F622B2353}"/>
              </a:ext>
            </a:extLst>
          </p:cNvPr>
          <p:cNvCxnSpPr>
            <a:cxnSpLocks/>
          </p:cNvCxnSpPr>
          <p:nvPr/>
        </p:nvCxnSpPr>
        <p:spPr>
          <a:xfrm flipH="1" flipV="1">
            <a:off x="7466664" y="2295029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365873A-2BF7-0854-487B-B4374113F67E}"/>
              </a:ext>
            </a:extLst>
          </p:cNvPr>
          <p:cNvCxnSpPr>
            <a:cxnSpLocks/>
          </p:cNvCxnSpPr>
          <p:nvPr/>
        </p:nvCxnSpPr>
        <p:spPr>
          <a:xfrm flipH="1">
            <a:off x="8208615" y="5397735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DAB8D9-D5DB-CCC6-52CD-7F9DDA1DE512}"/>
              </a:ext>
            </a:extLst>
          </p:cNvPr>
          <p:cNvCxnSpPr>
            <a:cxnSpLocks/>
          </p:cNvCxnSpPr>
          <p:nvPr/>
        </p:nvCxnSpPr>
        <p:spPr>
          <a:xfrm flipH="1">
            <a:off x="8208614" y="5688144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8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7AE7D6-DCEA-4A62-633C-B624FC3B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78025F-8547-3F5D-FBBB-4088D91A5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7326776" y="1122363"/>
            <a:ext cx="5712106" cy="5100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D48BF8-BAB2-7015-B2B2-93A24E1FE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202064" y="1239296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352D16-5C0A-9FE9-C3C1-4A56F45CB92F}"/>
              </a:ext>
            </a:extLst>
          </p:cNvPr>
          <p:cNvCxnSpPr>
            <a:cxnSpLocks/>
          </p:cNvCxnSpPr>
          <p:nvPr/>
        </p:nvCxnSpPr>
        <p:spPr>
          <a:xfrm>
            <a:off x="525780" y="2099310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62F4B8-7B6A-44F5-6964-7666999D872B}"/>
              </a:ext>
            </a:extLst>
          </p:cNvPr>
          <p:cNvCxnSpPr>
            <a:cxnSpLocks/>
          </p:cNvCxnSpPr>
          <p:nvPr/>
        </p:nvCxnSpPr>
        <p:spPr>
          <a:xfrm>
            <a:off x="525780" y="2109470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B0FB892-4EDF-D0CE-685F-A5F06978B283}"/>
              </a:ext>
            </a:extLst>
          </p:cNvPr>
          <p:cNvCxnSpPr>
            <a:cxnSpLocks/>
          </p:cNvCxnSpPr>
          <p:nvPr/>
        </p:nvCxnSpPr>
        <p:spPr>
          <a:xfrm>
            <a:off x="4568190" y="2667862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67F68B-0DA2-79D3-7086-CFA3B7BCF1A6}"/>
              </a:ext>
            </a:extLst>
          </p:cNvPr>
          <p:cNvCxnSpPr>
            <a:cxnSpLocks/>
          </p:cNvCxnSpPr>
          <p:nvPr/>
        </p:nvCxnSpPr>
        <p:spPr>
          <a:xfrm>
            <a:off x="2495550" y="2433320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80BC33-01A3-A75E-F915-E1C37C419437}"/>
              </a:ext>
            </a:extLst>
          </p:cNvPr>
          <p:cNvCxnSpPr>
            <a:cxnSpLocks/>
          </p:cNvCxnSpPr>
          <p:nvPr/>
        </p:nvCxnSpPr>
        <p:spPr>
          <a:xfrm flipH="1" flipV="1">
            <a:off x="2499361" y="2381818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A73B53D-F8CD-49F5-34B2-B886BEC39FC0}"/>
              </a:ext>
            </a:extLst>
          </p:cNvPr>
          <p:cNvGrpSpPr/>
          <p:nvPr/>
        </p:nvGrpSpPr>
        <p:grpSpPr>
          <a:xfrm rot="10800000">
            <a:off x="516634" y="3929890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4FE075F-DDDC-F130-C8ED-B39A040F45ED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A6D244-45A5-6E00-46F1-B35B9007456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AB63E2A-42E1-231F-CAD3-6E8D48788B37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5722526-709B-70BA-11FE-2A97B779F74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5BFDE0E-C345-4D3C-6D93-5999819DADA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3B1097D0-DC92-9F64-ACB6-DBDD0A4D3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9365" y="3627628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9782081E-4344-5C3A-F20A-8D55C0242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43973" y="3400871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6E09FD10-A9A7-5AAA-940C-140FEB4EF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1470" y="2015105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5107F82-6B10-793D-83A1-BA779C3D8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539" y="6043545"/>
            <a:ext cx="2781300" cy="74295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B5454290-9B2E-93D1-200B-194B081A8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4758" y="1855272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A12B354D-0AA2-ABA9-DE4E-7046239984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1814" y="6043545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F8460B6A-DF98-0964-48BF-2903B384091A}"/>
              </a:ext>
            </a:extLst>
          </p:cNvPr>
          <p:cNvGrpSpPr/>
          <p:nvPr/>
        </p:nvGrpSpPr>
        <p:grpSpPr>
          <a:xfrm rot="10800000">
            <a:off x="7666643" y="4093463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E7A93CA-E6BB-0F82-114C-C1C97E102E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5B8210D-4030-8AAB-3C63-D41D22217FB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0593565-4BAF-D302-17FE-71BAB6C61CD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DB6AB51-D95F-93DA-6881-1FF18C0CBB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C3B94F5-C700-CF06-62D7-F2EC80B111C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5DAA7E-68EB-6E6A-A788-173132C3DBAD}"/>
              </a:ext>
            </a:extLst>
          </p:cNvPr>
          <p:cNvGrpSpPr/>
          <p:nvPr/>
        </p:nvGrpSpPr>
        <p:grpSpPr>
          <a:xfrm>
            <a:off x="7676224" y="2016178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9C6339E-7F66-91F7-9C76-B3B37EA21D5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3A1F5CE-3EF2-3637-D825-451A9B9004C4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90032AE-D52B-957E-D6D2-16543F3C575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F5E5B56-C4AB-A037-203F-87810D94DAA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E0980ED-F035-748B-09CF-AB3A310926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EB3F7F7-D465-059C-4DC6-58CA12644905}"/>
              </a:ext>
            </a:extLst>
          </p:cNvPr>
          <p:cNvCxnSpPr>
            <a:cxnSpLocks/>
          </p:cNvCxnSpPr>
          <p:nvPr/>
        </p:nvCxnSpPr>
        <p:spPr>
          <a:xfrm>
            <a:off x="2491740" y="3601497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B262B11-D5A4-5FAD-3ACF-E4836FB6BA77}"/>
              </a:ext>
            </a:extLst>
          </p:cNvPr>
          <p:cNvCxnSpPr>
            <a:cxnSpLocks/>
          </p:cNvCxnSpPr>
          <p:nvPr/>
        </p:nvCxnSpPr>
        <p:spPr>
          <a:xfrm>
            <a:off x="516636" y="3556637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097D189-2FFA-B35F-5D7C-283E495383C6}"/>
              </a:ext>
            </a:extLst>
          </p:cNvPr>
          <p:cNvCxnSpPr>
            <a:cxnSpLocks/>
          </p:cNvCxnSpPr>
          <p:nvPr/>
        </p:nvCxnSpPr>
        <p:spPr>
          <a:xfrm>
            <a:off x="4558466" y="4105720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772200C-8D28-DFBE-5500-8B5BC95F7930}"/>
              </a:ext>
            </a:extLst>
          </p:cNvPr>
          <p:cNvCxnSpPr>
            <a:cxnSpLocks/>
          </p:cNvCxnSpPr>
          <p:nvPr/>
        </p:nvCxnSpPr>
        <p:spPr>
          <a:xfrm flipH="1">
            <a:off x="1590189" y="4931364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EC6E536-70BA-F7FC-FF40-4A6FF36DC5EF}"/>
              </a:ext>
            </a:extLst>
          </p:cNvPr>
          <p:cNvCxnSpPr>
            <a:cxnSpLocks/>
          </p:cNvCxnSpPr>
          <p:nvPr/>
        </p:nvCxnSpPr>
        <p:spPr>
          <a:xfrm>
            <a:off x="11696356" y="3826985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AEF4B04-09B2-24F0-458A-F77125CF7FFC}"/>
              </a:ext>
            </a:extLst>
          </p:cNvPr>
          <p:cNvCxnSpPr>
            <a:cxnSpLocks/>
          </p:cNvCxnSpPr>
          <p:nvPr/>
        </p:nvCxnSpPr>
        <p:spPr>
          <a:xfrm>
            <a:off x="7676804" y="3295334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2FEFAD1-F3CA-A227-F0EF-C5F4F0EBDEA9}"/>
              </a:ext>
            </a:extLst>
          </p:cNvPr>
          <p:cNvCxnSpPr>
            <a:cxnSpLocks/>
          </p:cNvCxnSpPr>
          <p:nvPr/>
        </p:nvCxnSpPr>
        <p:spPr>
          <a:xfrm>
            <a:off x="9669843" y="3727227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3349E69A-4389-F987-7847-5ED7B15E03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814" y="3321605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1882FE2C-C728-6FD1-57C7-98CA56617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4013" y="3132773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F1EE874-3ADD-AE4F-6835-1E6090FCA0B8}"/>
              </a:ext>
            </a:extLst>
          </p:cNvPr>
          <p:cNvCxnSpPr>
            <a:cxnSpLocks/>
          </p:cNvCxnSpPr>
          <p:nvPr/>
        </p:nvCxnSpPr>
        <p:spPr>
          <a:xfrm flipH="1" flipV="1">
            <a:off x="8479971" y="3509963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AF2A454-5AEF-C117-0346-9C7424534DB5}"/>
              </a:ext>
            </a:extLst>
          </p:cNvPr>
          <p:cNvCxnSpPr>
            <a:cxnSpLocks/>
          </p:cNvCxnSpPr>
          <p:nvPr/>
        </p:nvCxnSpPr>
        <p:spPr>
          <a:xfrm flipH="1" flipV="1">
            <a:off x="7466664" y="2295029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4FC1B4D-8EC4-378C-B8A6-1A10EA0D2903}"/>
              </a:ext>
            </a:extLst>
          </p:cNvPr>
          <p:cNvCxnSpPr>
            <a:cxnSpLocks/>
          </p:cNvCxnSpPr>
          <p:nvPr/>
        </p:nvCxnSpPr>
        <p:spPr>
          <a:xfrm flipH="1">
            <a:off x="8208615" y="5397735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BDF155-39E5-DDF7-1DF8-8418A1CC9DD1}"/>
              </a:ext>
            </a:extLst>
          </p:cNvPr>
          <p:cNvCxnSpPr>
            <a:cxnSpLocks/>
          </p:cNvCxnSpPr>
          <p:nvPr/>
        </p:nvCxnSpPr>
        <p:spPr>
          <a:xfrm flipH="1">
            <a:off x="8208614" y="5688144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29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6DB607-19D8-A842-8C1C-E0513B55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D571E5-764B-B7B5-E5D0-046329930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3469139" y="1039271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1C1BE6-8513-373F-F1F5-3497C1EBDD7D}"/>
              </a:ext>
            </a:extLst>
          </p:cNvPr>
          <p:cNvCxnSpPr>
            <a:cxnSpLocks/>
          </p:cNvCxnSpPr>
          <p:nvPr/>
        </p:nvCxnSpPr>
        <p:spPr>
          <a:xfrm>
            <a:off x="3792855" y="1899285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13A31A-2211-F277-AE6A-8FAC3DF0E953}"/>
              </a:ext>
            </a:extLst>
          </p:cNvPr>
          <p:cNvCxnSpPr>
            <a:cxnSpLocks/>
          </p:cNvCxnSpPr>
          <p:nvPr/>
        </p:nvCxnSpPr>
        <p:spPr>
          <a:xfrm>
            <a:off x="3792855" y="1909445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331A60-9D24-3B3E-1A69-6356CB32980B}"/>
              </a:ext>
            </a:extLst>
          </p:cNvPr>
          <p:cNvCxnSpPr>
            <a:cxnSpLocks/>
          </p:cNvCxnSpPr>
          <p:nvPr/>
        </p:nvCxnSpPr>
        <p:spPr>
          <a:xfrm>
            <a:off x="7835265" y="2467837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12EA955-1315-8E15-8FDC-A1690403E373}"/>
              </a:ext>
            </a:extLst>
          </p:cNvPr>
          <p:cNvCxnSpPr>
            <a:cxnSpLocks/>
          </p:cNvCxnSpPr>
          <p:nvPr/>
        </p:nvCxnSpPr>
        <p:spPr>
          <a:xfrm>
            <a:off x="5762625" y="2233295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13E17CE-B9B4-D7D6-7819-14AFC29012F0}"/>
              </a:ext>
            </a:extLst>
          </p:cNvPr>
          <p:cNvCxnSpPr>
            <a:cxnSpLocks/>
          </p:cNvCxnSpPr>
          <p:nvPr/>
        </p:nvCxnSpPr>
        <p:spPr>
          <a:xfrm flipH="1" flipV="1">
            <a:off x="5766436" y="2181793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F7F053B-3F1D-8736-E71B-F185E313459A}"/>
              </a:ext>
            </a:extLst>
          </p:cNvPr>
          <p:cNvGrpSpPr/>
          <p:nvPr/>
        </p:nvGrpSpPr>
        <p:grpSpPr>
          <a:xfrm rot="10800000">
            <a:off x="3783709" y="3729865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F02711E-7258-C91E-B7E7-B6E746DD8E29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C0CA32-63A1-294B-36D4-F7A23C47B3B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BB03C90-1E82-F17B-9124-2FDE1CEA42F6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89D0BA7-06F5-FAC6-BAC6-5A2EAB2B47C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0272F14-4D80-615E-5660-C7B2D3D3721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23F7DD88-0B0D-24B4-98F6-89613D559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6440" y="3427603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292C84CB-FFA7-F62C-4B5F-93DB67F7A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102" y="3200846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AEA56CD4-D756-74FD-FB74-077E29299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5605" y="1815080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24780B2-9DDC-5466-80EF-ACCF1733D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6614" y="5843520"/>
            <a:ext cx="2781300" cy="742950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484A34F-E439-BB7C-D2C4-3DFA17CBD1F9}"/>
              </a:ext>
            </a:extLst>
          </p:cNvPr>
          <p:cNvCxnSpPr>
            <a:cxnSpLocks/>
          </p:cNvCxnSpPr>
          <p:nvPr/>
        </p:nvCxnSpPr>
        <p:spPr>
          <a:xfrm>
            <a:off x="5758815" y="3401472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042B79B-A6B9-EBF7-4E9C-614BB45D7C4A}"/>
              </a:ext>
            </a:extLst>
          </p:cNvPr>
          <p:cNvCxnSpPr>
            <a:cxnSpLocks/>
          </p:cNvCxnSpPr>
          <p:nvPr/>
        </p:nvCxnSpPr>
        <p:spPr>
          <a:xfrm>
            <a:off x="3783711" y="3356612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4129C28-D66B-F4A8-B257-8154B0728927}"/>
              </a:ext>
            </a:extLst>
          </p:cNvPr>
          <p:cNvCxnSpPr>
            <a:cxnSpLocks/>
          </p:cNvCxnSpPr>
          <p:nvPr/>
        </p:nvCxnSpPr>
        <p:spPr>
          <a:xfrm>
            <a:off x="7825541" y="3905695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4CAA7FB-060A-F1C5-1D83-01F32A741EF7}"/>
              </a:ext>
            </a:extLst>
          </p:cNvPr>
          <p:cNvCxnSpPr>
            <a:cxnSpLocks/>
          </p:cNvCxnSpPr>
          <p:nvPr/>
        </p:nvCxnSpPr>
        <p:spPr>
          <a:xfrm flipH="1">
            <a:off x="4857264" y="4731339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11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B921-220F-1A92-2E72-001D1B44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2ECBD5C-FC57-E6CB-29AC-086C7359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3954926" y="788988"/>
            <a:ext cx="5712106" cy="5100638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BB6C21E0-9398-8905-A179-EAA25E542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2908" y="1521897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30D5E6B2-1158-E7BE-1569-4FCB113BE7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9964" y="5710170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D59FC323-11A4-AB96-FCDB-815C91DC7EA6}"/>
              </a:ext>
            </a:extLst>
          </p:cNvPr>
          <p:cNvGrpSpPr/>
          <p:nvPr/>
        </p:nvGrpSpPr>
        <p:grpSpPr>
          <a:xfrm rot="10800000">
            <a:off x="4294793" y="3760088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92CE1C7-4532-B29E-C0AA-035E44CF61C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67A6156-32CA-3606-184F-09055CE477B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13C45A0-50A0-0392-BA90-7CC46F4F8B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F0510EF-B499-A7FF-F2C4-89E49773E98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3F593E83-D0CE-62A9-5D70-536847D0963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FED6974-96CA-E7E8-81AB-A6906B751266}"/>
              </a:ext>
            </a:extLst>
          </p:cNvPr>
          <p:cNvGrpSpPr/>
          <p:nvPr/>
        </p:nvGrpSpPr>
        <p:grpSpPr>
          <a:xfrm>
            <a:off x="4304374" y="1682803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874891E-445A-9E40-2DA2-A7F5BC7F4E4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0BC061E-1775-63A1-A855-21A61DFC7296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680A7B8-EFF3-B0CA-91D7-0139FDED3EC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3335586-006B-3427-5940-C04E54F1922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3CD254C-1442-FBC5-02EA-E76DBC196E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95300A7-9526-E124-F231-ECCC32999EEA}"/>
              </a:ext>
            </a:extLst>
          </p:cNvPr>
          <p:cNvCxnSpPr>
            <a:cxnSpLocks/>
          </p:cNvCxnSpPr>
          <p:nvPr/>
        </p:nvCxnSpPr>
        <p:spPr>
          <a:xfrm>
            <a:off x="8324506" y="3493610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E1F6664-3E69-FA10-AECF-59244364B2C2}"/>
              </a:ext>
            </a:extLst>
          </p:cNvPr>
          <p:cNvCxnSpPr>
            <a:cxnSpLocks/>
          </p:cNvCxnSpPr>
          <p:nvPr/>
        </p:nvCxnSpPr>
        <p:spPr>
          <a:xfrm>
            <a:off x="4304954" y="2961959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750FE04-4F96-BFFD-7C36-F64A1131C142}"/>
              </a:ext>
            </a:extLst>
          </p:cNvPr>
          <p:cNvCxnSpPr>
            <a:cxnSpLocks/>
          </p:cNvCxnSpPr>
          <p:nvPr/>
        </p:nvCxnSpPr>
        <p:spPr>
          <a:xfrm>
            <a:off x="6297993" y="3393852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0A35DC9E-4271-AF0D-5112-502B1A1F3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9964" y="2988230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E92BA0C1-0D04-107D-15D9-6225A65F5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2163" y="2799398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82EA790-AB9A-659A-049D-A01FCD45D5F2}"/>
              </a:ext>
            </a:extLst>
          </p:cNvPr>
          <p:cNvCxnSpPr>
            <a:cxnSpLocks/>
          </p:cNvCxnSpPr>
          <p:nvPr/>
        </p:nvCxnSpPr>
        <p:spPr>
          <a:xfrm flipH="1" flipV="1">
            <a:off x="5108121" y="3176588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7312254-BC40-9446-348B-6807F48C5346}"/>
              </a:ext>
            </a:extLst>
          </p:cNvPr>
          <p:cNvCxnSpPr>
            <a:cxnSpLocks/>
          </p:cNvCxnSpPr>
          <p:nvPr/>
        </p:nvCxnSpPr>
        <p:spPr>
          <a:xfrm flipH="1" flipV="1">
            <a:off x="4094814" y="1961654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9C2489-1BD2-3A19-75C4-FAB4382DFCBF}"/>
              </a:ext>
            </a:extLst>
          </p:cNvPr>
          <p:cNvCxnSpPr>
            <a:cxnSpLocks/>
          </p:cNvCxnSpPr>
          <p:nvPr/>
        </p:nvCxnSpPr>
        <p:spPr>
          <a:xfrm flipH="1">
            <a:off x="4836765" y="5064360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D6FA13-D401-EC6E-9976-7676BBBDDCF5}"/>
              </a:ext>
            </a:extLst>
          </p:cNvPr>
          <p:cNvCxnSpPr>
            <a:cxnSpLocks/>
          </p:cNvCxnSpPr>
          <p:nvPr/>
        </p:nvCxnSpPr>
        <p:spPr>
          <a:xfrm flipH="1">
            <a:off x="4836764" y="5354769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46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BC048-7EC1-C95E-71EB-862A7C2E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E85454F-42D9-0385-8C4C-ED152DCD7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534" t="4642" r="8570" b="6179"/>
          <a:stretch>
            <a:fillRect/>
          </a:stretch>
        </p:blipFill>
        <p:spPr>
          <a:xfrm>
            <a:off x="3226817" y="1495551"/>
            <a:ext cx="6786880" cy="26009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53A387-9357-F135-1882-8182443BAB63}"/>
              </a:ext>
            </a:extLst>
          </p:cNvPr>
          <p:cNvSpPr/>
          <p:nvPr/>
        </p:nvSpPr>
        <p:spPr>
          <a:xfrm>
            <a:off x="4149344" y="4214368"/>
            <a:ext cx="1804416" cy="23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18A73-778E-FE66-7013-3128145E65F3}"/>
              </a:ext>
            </a:extLst>
          </p:cNvPr>
          <p:cNvSpPr/>
          <p:nvPr/>
        </p:nvSpPr>
        <p:spPr>
          <a:xfrm>
            <a:off x="8056880" y="4214368"/>
            <a:ext cx="1804416" cy="23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13137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034EE8-5C3A-1D36-6B50-CA25E4EE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3BA984C-1906-1124-5CEB-052C6CEAC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8" t="45333" r="45085" b="5185"/>
          <a:stretch>
            <a:fillRect/>
          </a:stretch>
        </p:blipFill>
        <p:spPr>
          <a:xfrm>
            <a:off x="2339937" y="487679"/>
            <a:ext cx="6879349" cy="5666345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699BC9-925A-2679-FAA2-0A6083FF25BE}"/>
              </a:ext>
            </a:extLst>
          </p:cNvPr>
          <p:cNvSpPr/>
          <p:nvPr/>
        </p:nvSpPr>
        <p:spPr>
          <a:xfrm>
            <a:off x="7421880" y="3254014"/>
            <a:ext cx="1711136" cy="649732"/>
          </a:xfrm>
          <a:custGeom>
            <a:avLst/>
            <a:gdLst>
              <a:gd name="csX0" fmla="*/ 0 w 1652270"/>
              <a:gd name="csY0" fmla="*/ 552450 h 627380"/>
              <a:gd name="csX1" fmla="*/ 932180 w 1652270"/>
              <a:gd name="csY1" fmla="*/ 0 h 627380"/>
              <a:gd name="csX2" fmla="*/ 1652270 w 1652270"/>
              <a:gd name="csY2" fmla="*/ 78740 h 627380"/>
              <a:gd name="csX3" fmla="*/ 723900 w 1652270"/>
              <a:gd name="csY3" fmla="*/ 627380 h 627380"/>
              <a:gd name="csX4" fmla="*/ 0 w 1652270"/>
              <a:gd name="csY4" fmla="*/ 552450 h 627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52270" h="627380">
                <a:moveTo>
                  <a:pt x="0" y="552450"/>
                </a:moveTo>
                <a:lnTo>
                  <a:pt x="932180" y="0"/>
                </a:lnTo>
                <a:lnTo>
                  <a:pt x="1652270" y="78740"/>
                </a:lnTo>
                <a:lnTo>
                  <a:pt x="723900" y="627380"/>
                </a:lnTo>
                <a:lnTo>
                  <a:pt x="0" y="552450"/>
                </a:lnTo>
                <a:close/>
              </a:path>
            </a:pathLst>
          </a:custGeom>
          <a:solidFill>
            <a:srgbClr val="00B6FD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3C3C90-F79D-854B-7CD8-C8FA37D02B9C}"/>
              </a:ext>
            </a:extLst>
          </p:cNvPr>
          <p:cNvSpPr/>
          <p:nvPr/>
        </p:nvSpPr>
        <p:spPr>
          <a:xfrm>
            <a:off x="4583049" y="2952751"/>
            <a:ext cx="2441859" cy="729234"/>
          </a:xfrm>
          <a:custGeom>
            <a:avLst/>
            <a:gdLst>
              <a:gd name="csX0" fmla="*/ 0 w 2379345"/>
              <a:gd name="csY0" fmla="*/ 546735 h 710565"/>
              <a:gd name="csX1" fmla="*/ 1461135 w 2379345"/>
              <a:gd name="csY1" fmla="*/ 710565 h 710565"/>
              <a:gd name="csX2" fmla="*/ 2379345 w 2379345"/>
              <a:gd name="csY2" fmla="*/ 160020 h 710565"/>
              <a:gd name="csX3" fmla="*/ 916305 w 2379345"/>
              <a:gd name="csY3" fmla="*/ 0 h 710565"/>
              <a:gd name="csX4" fmla="*/ 0 w 2379345"/>
              <a:gd name="csY4" fmla="*/ 546735 h 710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9345" h="710565">
                <a:moveTo>
                  <a:pt x="0" y="546735"/>
                </a:moveTo>
                <a:lnTo>
                  <a:pt x="1461135" y="710565"/>
                </a:lnTo>
                <a:lnTo>
                  <a:pt x="2379345" y="160020"/>
                </a:lnTo>
                <a:lnTo>
                  <a:pt x="916305" y="0"/>
                </a:lnTo>
                <a:lnTo>
                  <a:pt x="0" y="546735"/>
                </a:lnTo>
                <a:close/>
              </a:path>
            </a:pathLst>
          </a:custGeom>
          <a:solidFill>
            <a:srgbClr val="FC9933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3F26C2-04ED-BCEC-855E-9B6B29776CBD}"/>
              </a:ext>
            </a:extLst>
          </p:cNvPr>
          <p:cNvCxnSpPr>
            <a:cxnSpLocks/>
          </p:cNvCxnSpPr>
          <p:nvPr/>
        </p:nvCxnSpPr>
        <p:spPr>
          <a:xfrm>
            <a:off x="2811780" y="1524000"/>
            <a:ext cx="0" cy="36080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7F7298-C1D2-2944-80CF-54CC5BD2DD15}"/>
              </a:ext>
            </a:extLst>
          </p:cNvPr>
          <p:cNvCxnSpPr>
            <a:cxnSpLocks/>
          </p:cNvCxnSpPr>
          <p:nvPr/>
        </p:nvCxnSpPr>
        <p:spPr>
          <a:xfrm>
            <a:off x="5231130" y="1812330"/>
            <a:ext cx="0" cy="3533100"/>
          </a:xfrm>
          <a:prstGeom prst="line">
            <a:avLst/>
          </a:prstGeom>
          <a:ln w="635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29EC59-8FC9-F557-2258-88CC7DBC6DC8}"/>
              </a:ext>
            </a:extLst>
          </p:cNvPr>
          <p:cNvCxnSpPr>
            <a:cxnSpLocks/>
          </p:cNvCxnSpPr>
          <p:nvPr/>
        </p:nvCxnSpPr>
        <p:spPr>
          <a:xfrm>
            <a:off x="2811780" y="154686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665232-3FCD-6FD5-B9B4-70A7E808FDDA}"/>
              </a:ext>
            </a:extLst>
          </p:cNvPr>
          <p:cNvCxnSpPr>
            <a:cxnSpLocks/>
          </p:cNvCxnSpPr>
          <p:nvPr/>
        </p:nvCxnSpPr>
        <p:spPr>
          <a:xfrm>
            <a:off x="2811780" y="510921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406CA8FC-72C5-5D0E-7272-5D07EE2E5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6081" y="3244477"/>
            <a:ext cx="642590" cy="437508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B2D9D69C-E3C9-CA20-E406-F809CD728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5764" y="3134983"/>
            <a:ext cx="875016" cy="45118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A7C42125-FA7E-9FD9-3F32-FF8DDA07F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8401" y="3067068"/>
            <a:ext cx="847672" cy="45118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7289C81-17C2-44D0-081D-001DD5A10F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9255" y="4027068"/>
            <a:ext cx="615246" cy="43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51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423486-AD68-C226-C954-C313D66C874E}"/>
              </a:ext>
            </a:extLst>
          </p:cNvPr>
          <p:cNvSpPr/>
          <p:nvPr/>
        </p:nvSpPr>
        <p:spPr>
          <a:xfrm>
            <a:off x="3133724" y="1432560"/>
            <a:ext cx="5387340" cy="356997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C0514-15AD-049F-587B-2697C3896F48}"/>
              </a:ext>
            </a:extLst>
          </p:cNvPr>
          <p:cNvSpPr/>
          <p:nvPr/>
        </p:nvSpPr>
        <p:spPr>
          <a:xfrm>
            <a:off x="3786192" y="2021681"/>
            <a:ext cx="1401841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27BD7D-CF72-A760-078C-26C9AB9285A7}"/>
              </a:ext>
            </a:extLst>
          </p:cNvPr>
          <p:cNvSpPr/>
          <p:nvPr/>
        </p:nvSpPr>
        <p:spPr>
          <a:xfrm>
            <a:off x="6348738" y="2021681"/>
            <a:ext cx="1491616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18D976-084E-81DE-A430-7E928934C63E}"/>
              </a:ext>
            </a:extLst>
          </p:cNvPr>
          <p:cNvCxnSpPr>
            <a:cxnSpLocks/>
          </p:cNvCxnSpPr>
          <p:nvPr/>
        </p:nvCxnSpPr>
        <p:spPr>
          <a:xfrm>
            <a:off x="5157788" y="292893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798AE6A-C71F-B98F-52EB-27170B7CB552}"/>
              </a:ext>
            </a:extLst>
          </p:cNvPr>
          <p:cNvCxnSpPr>
            <a:cxnSpLocks/>
          </p:cNvCxnSpPr>
          <p:nvPr/>
        </p:nvCxnSpPr>
        <p:spPr>
          <a:xfrm>
            <a:off x="5157788" y="285798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A5913C6-AE93-2ABA-668E-1ADAD4320176}"/>
              </a:ext>
            </a:extLst>
          </p:cNvPr>
          <p:cNvCxnSpPr>
            <a:cxnSpLocks/>
          </p:cNvCxnSpPr>
          <p:nvPr/>
        </p:nvCxnSpPr>
        <p:spPr>
          <a:xfrm>
            <a:off x="5157788" y="221935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BE93E48-E144-BE7A-79E7-82DB96193E8C}"/>
              </a:ext>
            </a:extLst>
          </p:cNvPr>
          <p:cNvCxnSpPr>
            <a:cxnSpLocks/>
          </p:cNvCxnSpPr>
          <p:nvPr/>
        </p:nvCxnSpPr>
        <p:spPr>
          <a:xfrm>
            <a:off x="5157788" y="229030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1BCD663-D5BE-1B1D-F64E-261BFA934E69}"/>
              </a:ext>
            </a:extLst>
          </p:cNvPr>
          <p:cNvCxnSpPr>
            <a:cxnSpLocks/>
          </p:cNvCxnSpPr>
          <p:nvPr/>
        </p:nvCxnSpPr>
        <p:spPr>
          <a:xfrm>
            <a:off x="5157788" y="236126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ED8F629-6136-D10B-FC84-521F9DFFE635}"/>
              </a:ext>
            </a:extLst>
          </p:cNvPr>
          <p:cNvCxnSpPr>
            <a:cxnSpLocks/>
          </p:cNvCxnSpPr>
          <p:nvPr/>
        </p:nvCxnSpPr>
        <p:spPr>
          <a:xfrm>
            <a:off x="5157788" y="243222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C3D645A-CED4-34C4-610F-5EF3DD9D5F12}"/>
              </a:ext>
            </a:extLst>
          </p:cNvPr>
          <p:cNvCxnSpPr>
            <a:cxnSpLocks/>
          </p:cNvCxnSpPr>
          <p:nvPr/>
        </p:nvCxnSpPr>
        <p:spPr>
          <a:xfrm>
            <a:off x="5157788" y="250318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ED52C04-0DF0-C10F-7748-519F0D45630F}"/>
              </a:ext>
            </a:extLst>
          </p:cNvPr>
          <p:cNvCxnSpPr>
            <a:cxnSpLocks/>
          </p:cNvCxnSpPr>
          <p:nvPr/>
        </p:nvCxnSpPr>
        <p:spPr>
          <a:xfrm>
            <a:off x="5157788" y="257414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ED3BD94-98D2-7511-ED2D-F1152BC7C77E}"/>
              </a:ext>
            </a:extLst>
          </p:cNvPr>
          <p:cNvCxnSpPr>
            <a:cxnSpLocks/>
          </p:cNvCxnSpPr>
          <p:nvPr/>
        </p:nvCxnSpPr>
        <p:spPr>
          <a:xfrm>
            <a:off x="5157788" y="264510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6FD7A99-DF89-F98A-4707-0AA3C216CD96}"/>
              </a:ext>
            </a:extLst>
          </p:cNvPr>
          <p:cNvCxnSpPr>
            <a:cxnSpLocks/>
          </p:cNvCxnSpPr>
          <p:nvPr/>
        </p:nvCxnSpPr>
        <p:spPr>
          <a:xfrm>
            <a:off x="5157788" y="271606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75EB5B5-9A89-ACF1-0637-E5D13989EFEA}"/>
              </a:ext>
            </a:extLst>
          </p:cNvPr>
          <p:cNvCxnSpPr>
            <a:cxnSpLocks/>
          </p:cNvCxnSpPr>
          <p:nvPr/>
        </p:nvCxnSpPr>
        <p:spPr>
          <a:xfrm>
            <a:off x="5157788" y="278702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38F0204-375B-BF2E-CBBF-18B64E02FA64}"/>
              </a:ext>
            </a:extLst>
          </p:cNvPr>
          <p:cNvCxnSpPr>
            <a:cxnSpLocks/>
          </p:cNvCxnSpPr>
          <p:nvPr/>
        </p:nvCxnSpPr>
        <p:spPr>
          <a:xfrm flipH="1">
            <a:off x="5157788" y="414406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D535CC2-284A-C726-4A77-5849FB7D0542}"/>
              </a:ext>
            </a:extLst>
          </p:cNvPr>
          <p:cNvCxnSpPr>
            <a:cxnSpLocks/>
          </p:cNvCxnSpPr>
          <p:nvPr/>
        </p:nvCxnSpPr>
        <p:spPr>
          <a:xfrm flipH="1">
            <a:off x="5157788" y="407310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1AB4DF7-4B12-FA55-49F0-D5528C3EB0EF}"/>
              </a:ext>
            </a:extLst>
          </p:cNvPr>
          <p:cNvCxnSpPr>
            <a:cxnSpLocks/>
          </p:cNvCxnSpPr>
          <p:nvPr/>
        </p:nvCxnSpPr>
        <p:spPr>
          <a:xfrm flipH="1">
            <a:off x="5157788" y="343447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A56D2F1-3621-AA50-38E6-DB0A3637B151}"/>
              </a:ext>
            </a:extLst>
          </p:cNvPr>
          <p:cNvCxnSpPr>
            <a:cxnSpLocks/>
          </p:cNvCxnSpPr>
          <p:nvPr/>
        </p:nvCxnSpPr>
        <p:spPr>
          <a:xfrm flipH="1">
            <a:off x="5157788" y="350543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418AC48-2857-8774-E8B3-958CFB3AB1E1}"/>
              </a:ext>
            </a:extLst>
          </p:cNvPr>
          <p:cNvCxnSpPr>
            <a:cxnSpLocks/>
          </p:cNvCxnSpPr>
          <p:nvPr/>
        </p:nvCxnSpPr>
        <p:spPr>
          <a:xfrm flipH="1">
            <a:off x="5157788" y="357639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DC4D0A1-1BA4-4603-635B-829144BF6B89}"/>
              </a:ext>
            </a:extLst>
          </p:cNvPr>
          <p:cNvCxnSpPr>
            <a:cxnSpLocks/>
          </p:cNvCxnSpPr>
          <p:nvPr/>
        </p:nvCxnSpPr>
        <p:spPr>
          <a:xfrm flipH="1">
            <a:off x="5157788" y="364735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8A7E31F-6CF1-FE60-25EA-086B31F18095}"/>
              </a:ext>
            </a:extLst>
          </p:cNvPr>
          <p:cNvCxnSpPr>
            <a:cxnSpLocks/>
          </p:cNvCxnSpPr>
          <p:nvPr/>
        </p:nvCxnSpPr>
        <p:spPr>
          <a:xfrm flipH="1">
            <a:off x="5157788" y="371831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EB1D01A-FBB3-2223-361E-2EDC9DC8FA68}"/>
              </a:ext>
            </a:extLst>
          </p:cNvPr>
          <p:cNvCxnSpPr>
            <a:cxnSpLocks/>
          </p:cNvCxnSpPr>
          <p:nvPr/>
        </p:nvCxnSpPr>
        <p:spPr>
          <a:xfrm flipH="1">
            <a:off x="5157788" y="378926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4A1BF47-6F12-B7A5-B9B5-ED95790491FE}"/>
              </a:ext>
            </a:extLst>
          </p:cNvPr>
          <p:cNvCxnSpPr>
            <a:cxnSpLocks/>
          </p:cNvCxnSpPr>
          <p:nvPr/>
        </p:nvCxnSpPr>
        <p:spPr>
          <a:xfrm flipH="1">
            <a:off x="5157788" y="386022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07F990F-A684-265F-AC59-11C98B2A38DE}"/>
              </a:ext>
            </a:extLst>
          </p:cNvPr>
          <p:cNvCxnSpPr>
            <a:cxnSpLocks/>
          </p:cNvCxnSpPr>
          <p:nvPr/>
        </p:nvCxnSpPr>
        <p:spPr>
          <a:xfrm flipH="1">
            <a:off x="5157788" y="393118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36B5272-0ACC-5E02-AE9D-50FCBE8277EA}"/>
              </a:ext>
            </a:extLst>
          </p:cNvPr>
          <p:cNvCxnSpPr>
            <a:cxnSpLocks/>
          </p:cNvCxnSpPr>
          <p:nvPr/>
        </p:nvCxnSpPr>
        <p:spPr>
          <a:xfrm flipH="1">
            <a:off x="5157788" y="400214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5D5233D-48BE-6F83-9A10-CA1DC4DBDFCA}"/>
              </a:ext>
            </a:extLst>
          </p:cNvPr>
          <p:cNvCxnSpPr>
            <a:cxnSpLocks/>
          </p:cNvCxnSpPr>
          <p:nvPr/>
        </p:nvCxnSpPr>
        <p:spPr>
          <a:xfrm>
            <a:off x="3026570" y="2207421"/>
            <a:ext cx="778669" cy="197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F62EEFE-0594-C9F5-3CB5-7272BBC5C0F7}"/>
              </a:ext>
            </a:extLst>
          </p:cNvPr>
          <p:cNvCxnSpPr>
            <a:cxnSpLocks/>
          </p:cNvCxnSpPr>
          <p:nvPr/>
        </p:nvCxnSpPr>
        <p:spPr>
          <a:xfrm>
            <a:off x="3093244" y="2421396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59AF521-1376-E231-9324-7720A846A6B7}"/>
              </a:ext>
            </a:extLst>
          </p:cNvPr>
          <p:cNvCxnSpPr>
            <a:cxnSpLocks/>
          </p:cNvCxnSpPr>
          <p:nvPr/>
        </p:nvCxnSpPr>
        <p:spPr>
          <a:xfrm>
            <a:off x="3093244" y="262289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58F8C8B-9FDF-4B27-49C4-645087F7514A}"/>
              </a:ext>
            </a:extLst>
          </p:cNvPr>
          <p:cNvCxnSpPr>
            <a:cxnSpLocks/>
          </p:cNvCxnSpPr>
          <p:nvPr/>
        </p:nvCxnSpPr>
        <p:spPr>
          <a:xfrm>
            <a:off x="3093244" y="283576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7E5B6E6-0C65-467D-876B-CB2FBD46DE25}"/>
              </a:ext>
            </a:extLst>
          </p:cNvPr>
          <p:cNvCxnSpPr>
            <a:cxnSpLocks/>
          </p:cNvCxnSpPr>
          <p:nvPr/>
        </p:nvCxnSpPr>
        <p:spPr>
          <a:xfrm>
            <a:off x="3093244" y="3658200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37B9A5A-567E-2D1D-0F8E-E04284768B85}"/>
              </a:ext>
            </a:extLst>
          </p:cNvPr>
          <p:cNvCxnSpPr>
            <a:cxnSpLocks/>
          </p:cNvCxnSpPr>
          <p:nvPr/>
        </p:nvCxnSpPr>
        <p:spPr>
          <a:xfrm>
            <a:off x="3093244" y="3859697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A78D2E4-9CC9-9675-C4DD-6A86D252B60B}"/>
              </a:ext>
            </a:extLst>
          </p:cNvPr>
          <p:cNvCxnSpPr>
            <a:cxnSpLocks/>
          </p:cNvCxnSpPr>
          <p:nvPr/>
        </p:nvCxnSpPr>
        <p:spPr>
          <a:xfrm>
            <a:off x="3093244" y="4072572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BF5F9B2-0114-E8A8-C90E-5528C2218A1B}"/>
              </a:ext>
            </a:extLst>
          </p:cNvPr>
          <p:cNvCxnSpPr>
            <a:cxnSpLocks/>
          </p:cNvCxnSpPr>
          <p:nvPr/>
        </p:nvCxnSpPr>
        <p:spPr>
          <a:xfrm>
            <a:off x="3093243" y="345670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28B1766-99FB-9AF3-A184-BC43E3A3E485}"/>
              </a:ext>
            </a:extLst>
          </p:cNvPr>
          <p:cNvCxnSpPr>
            <a:cxnSpLocks/>
            <a:stCxn id="152" idx="6"/>
          </p:cNvCxnSpPr>
          <p:nvPr/>
        </p:nvCxnSpPr>
        <p:spPr>
          <a:xfrm>
            <a:off x="2363687" y="3452921"/>
            <a:ext cx="746705" cy="2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227BDA3-B16F-E226-AADA-076ACD9734A9}"/>
              </a:ext>
            </a:extLst>
          </p:cNvPr>
          <p:cNvCxnSpPr>
            <a:cxnSpLocks/>
            <a:endCxn id="154" idx="6"/>
          </p:cNvCxnSpPr>
          <p:nvPr/>
        </p:nvCxnSpPr>
        <p:spPr>
          <a:xfrm flipH="1" flipV="1">
            <a:off x="2363686" y="3002538"/>
            <a:ext cx="746706" cy="14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8BBB48-0AA3-3C51-9E1D-D436EBF24F10}"/>
              </a:ext>
            </a:extLst>
          </p:cNvPr>
          <p:cNvCxnSpPr>
            <a:cxnSpLocks/>
          </p:cNvCxnSpPr>
          <p:nvPr/>
        </p:nvCxnSpPr>
        <p:spPr>
          <a:xfrm flipH="1">
            <a:off x="4568428" y="2219350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28AF258-7F21-D60D-6E5B-17C3A8C931EB}"/>
              </a:ext>
            </a:extLst>
          </p:cNvPr>
          <p:cNvCxnSpPr>
            <a:cxnSpLocks/>
          </p:cNvCxnSpPr>
          <p:nvPr/>
        </p:nvCxnSpPr>
        <p:spPr>
          <a:xfrm flipH="1">
            <a:off x="4564858" y="3037284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A16C1C4-5FCA-DA25-3106-2FF47ED57EC4}"/>
              </a:ext>
            </a:extLst>
          </p:cNvPr>
          <p:cNvCxnSpPr>
            <a:cxnSpLocks/>
          </p:cNvCxnSpPr>
          <p:nvPr/>
        </p:nvCxnSpPr>
        <p:spPr>
          <a:xfrm flipH="1">
            <a:off x="4568428" y="3438595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509A306-30C8-24F4-5F3F-A321728DED41}"/>
              </a:ext>
            </a:extLst>
          </p:cNvPr>
          <p:cNvCxnSpPr>
            <a:cxnSpLocks/>
          </p:cNvCxnSpPr>
          <p:nvPr/>
        </p:nvCxnSpPr>
        <p:spPr>
          <a:xfrm flipH="1">
            <a:off x="4564858" y="4255338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B28384D-4D9F-81F9-86DE-5B15A46145D1}"/>
              </a:ext>
            </a:extLst>
          </p:cNvPr>
          <p:cNvCxnSpPr>
            <a:cxnSpLocks/>
          </p:cNvCxnSpPr>
          <p:nvPr/>
        </p:nvCxnSpPr>
        <p:spPr>
          <a:xfrm>
            <a:off x="3013075" y="4271098"/>
            <a:ext cx="1009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1C77AE5-F3DA-F4AB-7951-B3E678EB6A76}"/>
              </a:ext>
            </a:extLst>
          </p:cNvPr>
          <p:cNvCxnSpPr>
            <a:cxnSpLocks/>
          </p:cNvCxnSpPr>
          <p:nvPr/>
        </p:nvCxnSpPr>
        <p:spPr>
          <a:xfrm flipV="1">
            <a:off x="3035634" y="4288558"/>
            <a:ext cx="0" cy="8200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AFB3210-CF10-5012-B821-8E0DCA1DC515}"/>
              </a:ext>
            </a:extLst>
          </p:cNvPr>
          <p:cNvCxnSpPr>
            <a:cxnSpLocks/>
          </p:cNvCxnSpPr>
          <p:nvPr/>
        </p:nvCxnSpPr>
        <p:spPr>
          <a:xfrm>
            <a:off x="3026570" y="5092234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28A959A-D2CC-623C-B7B3-3192340444FC}"/>
              </a:ext>
            </a:extLst>
          </p:cNvPr>
          <p:cNvCxnSpPr>
            <a:cxnSpLocks/>
          </p:cNvCxnSpPr>
          <p:nvPr/>
        </p:nvCxnSpPr>
        <p:spPr>
          <a:xfrm flipV="1">
            <a:off x="8577916" y="4217194"/>
            <a:ext cx="0" cy="8913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A1822AD-18E3-3E66-7126-ADCA348C0539}"/>
              </a:ext>
            </a:extLst>
          </p:cNvPr>
          <p:cNvCxnSpPr>
            <a:cxnSpLocks/>
          </p:cNvCxnSpPr>
          <p:nvPr/>
        </p:nvCxnSpPr>
        <p:spPr>
          <a:xfrm flipV="1">
            <a:off x="3033432" y="1370404"/>
            <a:ext cx="0" cy="837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8EE71E4-8E17-583F-E49C-8108296ED642}"/>
              </a:ext>
            </a:extLst>
          </p:cNvPr>
          <p:cNvCxnSpPr>
            <a:cxnSpLocks/>
          </p:cNvCxnSpPr>
          <p:nvPr/>
        </p:nvCxnSpPr>
        <p:spPr>
          <a:xfrm>
            <a:off x="3021987" y="1357311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96211BC-136A-5929-8705-A0AE3289F4EF}"/>
              </a:ext>
            </a:extLst>
          </p:cNvPr>
          <p:cNvCxnSpPr>
            <a:cxnSpLocks/>
          </p:cNvCxnSpPr>
          <p:nvPr/>
        </p:nvCxnSpPr>
        <p:spPr>
          <a:xfrm flipV="1">
            <a:off x="8578095" y="1338263"/>
            <a:ext cx="0" cy="852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E939E24-9C34-C42E-0134-ED4A227C6D41}"/>
              </a:ext>
            </a:extLst>
          </p:cNvPr>
          <p:cNvCxnSpPr>
            <a:cxnSpLocks/>
          </p:cNvCxnSpPr>
          <p:nvPr/>
        </p:nvCxnSpPr>
        <p:spPr>
          <a:xfrm>
            <a:off x="7812244" y="2812642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4E916A9-2575-F538-DE5D-0C664E750E6B}"/>
              </a:ext>
            </a:extLst>
          </p:cNvPr>
          <p:cNvCxnSpPr>
            <a:cxnSpLocks/>
          </p:cNvCxnSpPr>
          <p:nvPr/>
        </p:nvCxnSpPr>
        <p:spPr>
          <a:xfrm>
            <a:off x="7809862" y="219250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6BB3E38-329D-6D2F-6028-FD17700B09CE}"/>
              </a:ext>
            </a:extLst>
          </p:cNvPr>
          <p:cNvCxnSpPr>
            <a:cxnSpLocks/>
          </p:cNvCxnSpPr>
          <p:nvPr/>
        </p:nvCxnSpPr>
        <p:spPr>
          <a:xfrm>
            <a:off x="7809069" y="364180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8186B7D-BF35-511C-0BF2-6BEB46494445}"/>
              </a:ext>
            </a:extLst>
          </p:cNvPr>
          <p:cNvCxnSpPr>
            <a:cxnSpLocks/>
          </p:cNvCxnSpPr>
          <p:nvPr/>
        </p:nvCxnSpPr>
        <p:spPr>
          <a:xfrm>
            <a:off x="7809068" y="3851002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8F097F9-D9AA-C68A-9471-F918FA9F0B7D}"/>
              </a:ext>
            </a:extLst>
          </p:cNvPr>
          <p:cNvCxnSpPr>
            <a:cxnSpLocks/>
          </p:cNvCxnSpPr>
          <p:nvPr/>
        </p:nvCxnSpPr>
        <p:spPr>
          <a:xfrm>
            <a:off x="7797403" y="4059102"/>
            <a:ext cx="780513" cy="181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FD59BAF-88D4-E228-9AE1-769E28CDEE6D}"/>
              </a:ext>
            </a:extLst>
          </p:cNvPr>
          <p:cNvCxnSpPr>
            <a:cxnSpLocks/>
          </p:cNvCxnSpPr>
          <p:nvPr/>
        </p:nvCxnSpPr>
        <p:spPr>
          <a:xfrm>
            <a:off x="7809068" y="3432616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F2FD2FC3-FC47-8988-9666-46AC6093BCE0}"/>
              </a:ext>
            </a:extLst>
          </p:cNvPr>
          <p:cNvCxnSpPr>
            <a:cxnSpLocks/>
          </p:cNvCxnSpPr>
          <p:nvPr/>
        </p:nvCxnSpPr>
        <p:spPr>
          <a:xfrm>
            <a:off x="7810656" y="240328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96D18DD-1E3D-8B5D-657A-588B19002A9E}"/>
              </a:ext>
            </a:extLst>
          </p:cNvPr>
          <p:cNvCxnSpPr>
            <a:cxnSpLocks/>
          </p:cNvCxnSpPr>
          <p:nvPr/>
        </p:nvCxnSpPr>
        <p:spPr>
          <a:xfrm>
            <a:off x="7810655" y="2610894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4F8C20A-D175-9BC3-A05B-D51A4CADCE95}"/>
              </a:ext>
            </a:extLst>
          </p:cNvPr>
          <p:cNvCxnSpPr>
            <a:cxnSpLocks/>
          </p:cNvCxnSpPr>
          <p:nvPr/>
        </p:nvCxnSpPr>
        <p:spPr>
          <a:xfrm>
            <a:off x="8499872" y="2180287"/>
            <a:ext cx="947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608898C-2B31-E887-BF52-181B81F6E854}"/>
              </a:ext>
            </a:extLst>
          </p:cNvPr>
          <p:cNvCxnSpPr>
            <a:cxnSpLocks/>
          </p:cNvCxnSpPr>
          <p:nvPr/>
        </p:nvCxnSpPr>
        <p:spPr>
          <a:xfrm>
            <a:off x="8499872" y="2989247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4240F29-CCC1-B1EC-6041-F825DF8B0009}"/>
              </a:ext>
            </a:extLst>
          </p:cNvPr>
          <p:cNvCxnSpPr>
            <a:cxnSpLocks/>
          </p:cNvCxnSpPr>
          <p:nvPr/>
        </p:nvCxnSpPr>
        <p:spPr>
          <a:xfrm>
            <a:off x="8499872" y="3453130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2BB0EFC4-CE4C-3DFA-11A6-64975DD9BEF1}"/>
              </a:ext>
            </a:extLst>
          </p:cNvPr>
          <p:cNvSpPr/>
          <p:nvPr/>
        </p:nvSpPr>
        <p:spPr>
          <a:xfrm>
            <a:off x="9244628" y="3393300"/>
            <a:ext cx="117698" cy="11769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8DB3EEA-93DD-08B4-EB04-EF99C92D2167}"/>
              </a:ext>
            </a:extLst>
          </p:cNvPr>
          <p:cNvSpPr/>
          <p:nvPr/>
        </p:nvSpPr>
        <p:spPr>
          <a:xfrm>
            <a:off x="9242664" y="2939344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B1D89DC9-DE0F-4471-6FDF-027FF208DFF3}"/>
              </a:ext>
            </a:extLst>
          </p:cNvPr>
          <p:cNvSpPr/>
          <p:nvPr/>
        </p:nvSpPr>
        <p:spPr>
          <a:xfrm>
            <a:off x="2244025" y="3393090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C7A6FBA7-0585-8179-6967-4CF03135A3CD}"/>
              </a:ext>
            </a:extLst>
          </p:cNvPr>
          <p:cNvSpPr/>
          <p:nvPr/>
        </p:nvSpPr>
        <p:spPr>
          <a:xfrm>
            <a:off x="2244025" y="2942707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E1902199-121F-F417-DBAC-A2AE7A76F8AB}"/>
              </a:ext>
            </a:extLst>
          </p:cNvPr>
          <p:cNvSpPr/>
          <p:nvPr/>
        </p:nvSpPr>
        <p:spPr>
          <a:xfrm>
            <a:off x="4432275" y="2983111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3E28F234-159E-415B-2A70-6F2B08EE7EAD}"/>
              </a:ext>
            </a:extLst>
          </p:cNvPr>
          <p:cNvSpPr/>
          <p:nvPr/>
        </p:nvSpPr>
        <p:spPr>
          <a:xfrm>
            <a:off x="4432275" y="2157352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36553D98-25B5-64A3-89C1-5C506E94465A}"/>
              </a:ext>
            </a:extLst>
          </p:cNvPr>
          <p:cNvSpPr/>
          <p:nvPr/>
        </p:nvSpPr>
        <p:spPr>
          <a:xfrm>
            <a:off x="4432275" y="3379930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DFC1FBB3-25BA-9E9E-942E-6153F9ADE073}"/>
              </a:ext>
            </a:extLst>
          </p:cNvPr>
          <p:cNvSpPr/>
          <p:nvPr/>
        </p:nvSpPr>
        <p:spPr>
          <a:xfrm>
            <a:off x="4432275" y="4201065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8" name="Graphic 167">
            <a:extLst>
              <a:ext uri="{FF2B5EF4-FFF2-40B4-BE49-F238E27FC236}">
                <a16:creationId xmlns:a16="http://schemas.microsoft.com/office/drawing/2014/main" id="{4B40AF14-2121-35AE-836B-1CE8D34AA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3972" y="2879918"/>
            <a:ext cx="104775" cy="238125"/>
          </a:xfrm>
          <a:prstGeom prst="rect">
            <a:avLst/>
          </a:prstGeom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7D71D22C-F6FB-C7EA-6962-2DFFC91CCA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7187" y="4148023"/>
            <a:ext cx="142875" cy="238125"/>
          </a:xfrm>
          <a:prstGeom prst="rect">
            <a:avLst/>
          </a:prstGeom>
        </p:spPr>
      </p:pic>
      <p:pic>
        <p:nvPicPr>
          <p:cNvPr id="172" name="Graphic 171">
            <a:extLst>
              <a:ext uri="{FF2B5EF4-FFF2-40B4-BE49-F238E27FC236}">
                <a16:creationId xmlns:a16="http://schemas.microsoft.com/office/drawing/2014/main" id="{695A3CFE-EF5B-97C4-889E-EC4A4E1405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278" y="3305175"/>
            <a:ext cx="142875" cy="247650"/>
          </a:xfrm>
          <a:prstGeom prst="rect">
            <a:avLst/>
          </a:prstGeom>
        </p:spPr>
      </p:pic>
      <p:pic>
        <p:nvPicPr>
          <p:cNvPr id="174" name="Graphic 173">
            <a:extLst>
              <a:ext uri="{FF2B5EF4-FFF2-40B4-BE49-F238E27FC236}">
                <a16:creationId xmlns:a16="http://schemas.microsoft.com/office/drawing/2014/main" id="{94C2E7E6-FBF9-E37F-BE5D-AA3CFCC9B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1949" y="2931374"/>
            <a:ext cx="133350" cy="238125"/>
          </a:xfrm>
          <a:prstGeom prst="rect">
            <a:avLst/>
          </a:prstGeom>
        </p:spPr>
      </p:pic>
      <p:pic>
        <p:nvPicPr>
          <p:cNvPr id="176" name="Graphic 175">
            <a:extLst>
              <a:ext uri="{FF2B5EF4-FFF2-40B4-BE49-F238E27FC236}">
                <a16:creationId xmlns:a16="http://schemas.microsoft.com/office/drawing/2014/main" id="{CBAE6366-3795-8B47-2D09-5231E6A4FE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3206" y="2123180"/>
            <a:ext cx="133350" cy="238125"/>
          </a:xfrm>
          <a:prstGeom prst="rect">
            <a:avLst/>
          </a:prstGeom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3F0F7F11-7D22-66C9-49B9-1A129DCDC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6835" y="3333086"/>
            <a:ext cx="152400" cy="238125"/>
          </a:xfrm>
          <a:prstGeom prst="rect">
            <a:avLst/>
          </a:prstGeom>
        </p:spPr>
      </p:pic>
      <p:pic>
        <p:nvPicPr>
          <p:cNvPr id="180" name="Graphic 179">
            <a:extLst>
              <a:ext uri="{FF2B5EF4-FFF2-40B4-BE49-F238E27FC236}">
                <a16:creationId xmlns:a16="http://schemas.microsoft.com/office/drawing/2014/main" id="{B64276A5-EDE3-CF4D-4921-7459EBC3A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5078" y="3333085"/>
            <a:ext cx="142875" cy="238125"/>
          </a:xfrm>
          <a:prstGeom prst="rect">
            <a:avLst/>
          </a:prstGeom>
        </p:spPr>
      </p:pic>
      <p:pic>
        <p:nvPicPr>
          <p:cNvPr id="182" name="Graphic 181">
            <a:extLst>
              <a:ext uri="{FF2B5EF4-FFF2-40B4-BE49-F238E27FC236}">
                <a16:creationId xmlns:a16="http://schemas.microsoft.com/office/drawing/2014/main" id="{F801EC20-15B7-D9D3-2C95-3805669D2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79990" y="2868418"/>
            <a:ext cx="133350" cy="238125"/>
          </a:xfrm>
          <a:prstGeom prst="rect">
            <a:avLst/>
          </a:prstGeom>
        </p:spPr>
      </p:pic>
      <p:pic>
        <p:nvPicPr>
          <p:cNvPr id="184" name="Graphic 183">
            <a:extLst>
              <a:ext uri="{FF2B5EF4-FFF2-40B4-BE49-F238E27FC236}">
                <a16:creationId xmlns:a16="http://schemas.microsoft.com/office/drawing/2014/main" id="{4842ED59-C07A-E57D-0B17-4833D613C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98255" y="2540573"/>
            <a:ext cx="381000" cy="371475"/>
          </a:xfrm>
          <a:prstGeom prst="rect">
            <a:avLst/>
          </a:prstGeom>
        </p:spPr>
      </p:pic>
      <p:pic>
        <p:nvPicPr>
          <p:cNvPr id="186" name="Graphic 185">
            <a:extLst>
              <a:ext uri="{FF2B5EF4-FFF2-40B4-BE49-F238E27FC236}">
                <a16:creationId xmlns:a16="http://schemas.microsoft.com/office/drawing/2014/main" id="{94F1E0E9-FCFA-C149-1CF5-7F5B902E5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41220" y="2407649"/>
            <a:ext cx="390525" cy="371475"/>
          </a:xfrm>
          <a:prstGeom prst="rect">
            <a:avLst/>
          </a:prstGeom>
        </p:spPr>
      </p:pic>
      <p:pic>
        <p:nvPicPr>
          <p:cNvPr id="188" name="Graphic 187">
            <a:extLst>
              <a:ext uri="{FF2B5EF4-FFF2-40B4-BE49-F238E27FC236}">
                <a16:creationId xmlns:a16="http://schemas.microsoft.com/office/drawing/2014/main" id="{88B928DC-1F85-D061-D0AC-4C022AF9BA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1220" y="3641809"/>
            <a:ext cx="457200" cy="371475"/>
          </a:xfrm>
          <a:prstGeom prst="rect">
            <a:avLst/>
          </a:prstGeom>
        </p:spPr>
      </p:pic>
      <p:pic>
        <p:nvPicPr>
          <p:cNvPr id="190" name="Graphic 189">
            <a:extLst>
              <a:ext uri="{FF2B5EF4-FFF2-40B4-BE49-F238E27FC236}">
                <a16:creationId xmlns:a16="http://schemas.microsoft.com/office/drawing/2014/main" id="{B0BCEFC6-E6C9-9B14-E79B-2657530A1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28882" y="3698206"/>
            <a:ext cx="447675" cy="371475"/>
          </a:xfrm>
          <a:prstGeom prst="rect">
            <a:avLst/>
          </a:prstGeom>
        </p:spPr>
      </p:pic>
      <p:sp>
        <p:nvSpPr>
          <p:cNvPr id="193" name="Isosceles Triangle 192">
            <a:extLst>
              <a:ext uri="{FF2B5EF4-FFF2-40B4-BE49-F238E27FC236}">
                <a16:creationId xmlns:a16="http://schemas.microsoft.com/office/drawing/2014/main" id="{779BA644-EEA1-7B2A-B452-89B4F4D4CBEA}"/>
              </a:ext>
            </a:extLst>
          </p:cNvPr>
          <p:cNvSpPr/>
          <p:nvPr/>
        </p:nvSpPr>
        <p:spPr>
          <a:xfrm rot="5400000">
            <a:off x="4763484" y="2128313"/>
            <a:ext cx="184549" cy="18097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Isosceles Triangle 194">
            <a:extLst>
              <a:ext uri="{FF2B5EF4-FFF2-40B4-BE49-F238E27FC236}">
                <a16:creationId xmlns:a16="http://schemas.microsoft.com/office/drawing/2014/main" id="{CB129FDD-51BE-09EA-30F9-292ECFFEA61D}"/>
              </a:ext>
            </a:extLst>
          </p:cNvPr>
          <p:cNvSpPr/>
          <p:nvPr/>
        </p:nvSpPr>
        <p:spPr>
          <a:xfrm rot="5400000">
            <a:off x="4763278" y="4163488"/>
            <a:ext cx="184549" cy="18097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Isosceles Triangle 196">
            <a:extLst>
              <a:ext uri="{FF2B5EF4-FFF2-40B4-BE49-F238E27FC236}">
                <a16:creationId xmlns:a16="http://schemas.microsoft.com/office/drawing/2014/main" id="{99777AF8-44EF-459F-999F-6EEBDB55A506}"/>
              </a:ext>
            </a:extLst>
          </p:cNvPr>
          <p:cNvSpPr/>
          <p:nvPr/>
        </p:nvSpPr>
        <p:spPr>
          <a:xfrm rot="5400000">
            <a:off x="2698734" y="2910950"/>
            <a:ext cx="184549" cy="18097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Isosceles Triangle 198">
            <a:extLst>
              <a:ext uri="{FF2B5EF4-FFF2-40B4-BE49-F238E27FC236}">
                <a16:creationId xmlns:a16="http://schemas.microsoft.com/office/drawing/2014/main" id="{78C01E31-3FEB-1874-3E13-5D3F927834EF}"/>
              </a:ext>
            </a:extLst>
          </p:cNvPr>
          <p:cNvSpPr/>
          <p:nvPr/>
        </p:nvSpPr>
        <p:spPr>
          <a:xfrm rot="16200000" flipH="1">
            <a:off x="2677302" y="3361004"/>
            <a:ext cx="184549" cy="18097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Isosceles Triangle 200">
            <a:extLst>
              <a:ext uri="{FF2B5EF4-FFF2-40B4-BE49-F238E27FC236}">
                <a16:creationId xmlns:a16="http://schemas.microsoft.com/office/drawing/2014/main" id="{C8C98345-8E65-3FAC-ABEA-1422F68E9894}"/>
              </a:ext>
            </a:extLst>
          </p:cNvPr>
          <p:cNvSpPr/>
          <p:nvPr/>
        </p:nvSpPr>
        <p:spPr>
          <a:xfrm rot="16200000" flipH="1">
            <a:off x="4741188" y="3345925"/>
            <a:ext cx="184549" cy="18097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Isosceles Triangle 204">
            <a:extLst>
              <a:ext uri="{FF2B5EF4-FFF2-40B4-BE49-F238E27FC236}">
                <a16:creationId xmlns:a16="http://schemas.microsoft.com/office/drawing/2014/main" id="{B0533624-E2F4-8394-1586-90EC3FF9C259}"/>
              </a:ext>
            </a:extLst>
          </p:cNvPr>
          <p:cNvSpPr/>
          <p:nvPr/>
        </p:nvSpPr>
        <p:spPr>
          <a:xfrm rot="16200000" flipH="1">
            <a:off x="4741189" y="2944286"/>
            <a:ext cx="184549" cy="18097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Isosceles Triangle 206">
            <a:extLst>
              <a:ext uri="{FF2B5EF4-FFF2-40B4-BE49-F238E27FC236}">
                <a16:creationId xmlns:a16="http://schemas.microsoft.com/office/drawing/2014/main" id="{23ACFBA7-F54D-9F84-EF47-229EC48E6DCB}"/>
              </a:ext>
            </a:extLst>
          </p:cNvPr>
          <p:cNvSpPr/>
          <p:nvPr/>
        </p:nvSpPr>
        <p:spPr>
          <a:xfrm rot="16200000" flipH="1">
            <a:off x="8827892" y="3362434"/>
            <a:ext cx="184549" cy="18097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Isosceles Triangle 208">
            <a:extLst>
              <a:ext uri="{FF2B5EF4-FFF2-40B4-BE49-F238E27FC236}">
                <a16:creationId xmlns:a16="http://schemas.microsoft.com/office/drawing/2014/main" id="{B3F5C310-B3EE-BBCA-D7A4-5DDD6AF51223}"/>
              </a:ext>
            </a:extLst>
          </p:cNvPr>
          <p:cNvSpPr/>
          <p:nvPr/>
        </p:nvSpPr>
        <p:spPr>
          <a:xfrm rot="5400000">
            <a:off x="8856854" y="2907317"/>
            <a:ext cx="184549" cy="18097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F985ADC7-BFD3-7D11-6E99-76F82E9FC98C}"/>
              </a:ext>
            </a:extLst>
          </p:cNvPr>
          <p:cNvCxnSpPr>
            <a:cxnSpLocks/>
          </p:cNvCxnSpPr>
          <p:nvPr/>
        </p:nvCxnSpPr>
        <p:spPr>
          <a:xfrm flipV="1">
            <a:off x="5827394" y="1621536"/>
            <a:ext cx="0" cy="314553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135DC0-69EF-053E-3A94-2C17C6C321CD}"/>
              </a:ext>
            </a:extLst>
          </p:cNvPr>
          <p:cNvCxnSpPr>
            <a:cxnSpLocks/>
          </p:cNvCxnSpPr>
          <p:nvPr/>
        </p:nvCxnSpPr>
        <p:spPr>
          <a:xfrm>
            <a:off x="6168342" y="1578267"/>
            <a:ext cx="2206038" cy="0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A7E44B-2C6A-A856-6800-21CF8F4A657E}"/>
              </a:ext>
            </a:extLst>
          </p:cNvPr>
          <p:cNvCxnSpPr>
            <a:cxnSpLocks/>
          </p:cNvCxnSpPr>
          <p:nvPr/>
        </p:nvCxnSpPr>
        <p:spPr>
          <a:xfrm>
            <a:off x="8368229" y="1564486"/>
            <a:ext cx="0" cy="32589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F1C01B-02F2-CEFD-52B1-2B6F8F8C721F}"/>
              </a:ext>
            </a:extLst>
          </p:cNvPr>
          <p:cNvCxnSpPr>
            <a:cxnSpLocks/>
          </p:cNvCxnSpPr>
          <p:nvPr/>
        </p:nvCxnSpPr>
        <p:spPr>
          <a:xfrm>
            <a:off x="3276600" y="1578267"/>
            <a:ext cx="2924839" cy="0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9D02D7-2F42-82BE-A08A-BF97B848A895}"/>
              </a:ext>
            </a:extLst>
          </p:cNvPr>
          <p:cNvCxnSpPr>
            <a:cxnSpLocks/>
          </p:cNvCxnSpPr>
          <p:nvPr/>
        </p:nvCxnSpPr>
        <p:spPr>
          <a:xfrm>
            <a:off x="3293309" y="1581339"/>
            <a:ext cx="0" cy="320656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E66B5E-0E25-CE1F-A136-17DA215196F4}"/>
              </a:ext>
            </a:extLst>
          </p:cNvPr>
          <p:cNvCxnSpPr>
            <a:cxnSpLocks/>
          </p:cNvCxnSpPr>
          <p:nvPr/>
        </p:nvCxnSpPr>
        <p:spPr>
          <a:xfrm>
            <a:off x="5846064" y="4793907"/>
            <a:ext cx="2513076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67532A-EC23-FD2F-B0DA-C2594B5CC267}"/>
              </a:ext>
            </a:extLst>
          </p:cNvPr>
          <p:cNvCxnSpPr>
            <a:cxnSpLocks/>
          </p:cNvCxnSpPr>
          <p:nvPr/>
        </p:nvCxnSpPr>
        <p:spPr>
          <a:xfrm>
            <a:off x="3279648" y="4793907"/>
            <a:ext cx="2505456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090162E-5C78-D3B4-AF89-DF651066CB02}"/>
              </a:ext>
            </a:extLst>
          </p:cNvPr>
          <p:cNvGrpSpPr/>
          <p:nvPr/>
        </p:nvGrpSpPr>
        <p:grpSpPr>
          <a:xfrm>
            <a:off x="3617391" y="1814669"/>
            <a:ext cx="1777569" cy="2778757"/>
            <a:chOff x="3617391" y="1816106"/>
            <a:chExt cx="1777569" cy="2778757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6EF8F8FA-200F-D59D-8705-4FD5A07EB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4800" y="1860717"/>
              <a:ext cx="0" cy="2731603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F116F8E-660C-EE69-6FBA-12DBEFE95AB0}"/>
                </a:ext>
              </a:extLst>
            </p:cNvPr>
            <p:cNvCxnSpPr>
              <a:cxnSpLocks/>
            </p:cNvCxnSpPr>
            <p:nvPr/>
          </p:nvCxnSpPr>
          <p:spPr>
            <a:xfrm>
              <a:off x="3618459" y="1828203"/>
              <a:ext cx="1776501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2CC6D97-E13C-0D78-541A-D4B396F3C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794" y="1816106"/>
              <a:ext cx="0" cy="277875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E705831-E647-5A7D-786E-56A21E499653}"/>
                </a:ext>
              </a:extLst>
            </p:cNvPr>
            <p:cNvCxnSpPr>
              <a:cxnSpLocks/>
            </p:cNvCxnSpPr>
            <p:nvPr/>
          </p:nvCxnSpPr>
          <p:spPr>
            <a:xfrm>
              <a:off x="3617391" y="4579023"/>
              <a:ext cx="1776501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DFDF121-E31A-BB90-6196-A48C001C689B}"/>
              </a:ext>
            </a:extLst>
          </p:cNvPr>
          <p:cNvCxnSpPr>
            <a:cxnSpLocks/>
          </p:cNvCxnSpPr>
          <p:nvPr/>
        </p:nvCxnSpPr>
        <p:spPr>
          <a:xfrm>
            <a:off x="6163487" y="1833459"/>
            <a:ext cx="0" cy="271568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2DEA6C7-FF63-CEC1-93C1-7DA496341312}"/>
              </a:ext>
            </a:extLst>
          </p:cNvPr>
          <p:cNvCxnSpPr>
            <a:cxnSpLocks/>
          </p:cNvCxnSpPr>
          <p:nvPr/>
        </p:nvCxnSpPr>
        <p:spPr>
          <a:xfrm flipH="1">
            <a:off x="6150864" y="1826766"/>
            <a:ext cx="1833828" cy="0"/>
          </a:xfrm>
          <a:prstGeom prst="straightConnector1">
            <a:avLst/>
          </a:prstGeom>
          <a:ln w="28575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E414F5A-AB86-607C-40AC-8689832FA1D5}"/>
              </a:ext>
            </a:extLst>
          </p:cNvPr>
          <p:cNvCxnSpPr>
            <a:cxnSpLocks/>
          </p:cNvCxnSpPr>
          <p:nvPr/>
        </p:nvCxnSpPr>
        <p:spPr>
          <a:xfrm flipH="1" flipV="1">
            <a:off x="7980357" y="1814669"/>
            <a:ext cx="0" cy="2778757"/>
          </a:xfrm>
          <a:prstGeom prst="straightConnector1">
            <a:avLst/>
          </a:prstGeom>
          <a:ln w="28575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E5C95A9-2FAA-4F90-8FDF-DE1E8EEEDCC3}"/>
              </a:ext>
            </a:extLst>
          </p:cNvPr>
          <p:cNvCxnSpPr>
            <a:cxnSpLocks/>
          </p:cNvCxnSpPr>
          <p:nvPr/>
        </p:nvCxnSpPr>
        <p:spPr>
          <a:xfrm flipH="1">
            <a:off x="6150864" y="4577586"/>
            <a:ext cx="1834896" cy="0"/>
          </a:xfrm>
          <a:prstGeom prst="straightConnector1">
            <a:avLst/>
          </a:prstGeom>
          <a:ln w="28575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21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2E99-FEFE-01E4-4A9C-FF59A381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5872349-091C-FDAF-526A-09A2124FC822}"/>
              </a:ext>
            </a:extLst>
          </p:cNvPr>
          <p:cNvSpPr/>
          <p:nvPr/>
        </p:nvSpPr>
        <p:spPr>
          <a:xfrm>
            <a:off x="-1227260" y="-513470"/>
            <a:ext cx="5387340" cy="356997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6A659-E389-E2D5-83FB-34CE967EAAD4}"/>
              </a:ext>
            </a:extLst>
          </p:cNvPr>
          <p:cNvSpPr/>
          <p:nvPr/>
        </p:nvSpPr>
        <p:spPr>
          <a:xfrm>
            <a:off x="-574792" y="75651"/>
            <a:ext cx="1401841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2DD45B-88F2-F7A9-737B-4AFD7C3ABDF3}"/>
              </a:ext>
            </a:extLst>
          </p:cNvPr>
          <p:cNvSpPr/>
          <p:nvPr/>
        </p:nvSpPr>
        <p:spPr>
          <a:xfrm>
            <a:off x="1987754" y="75651"/>
            <a:ext cx="1491616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10B3DD-0BE2-482E-B9AB-E3838EA28EB6}"/>
              </a:ext>
            </a:extLst>
          </p:cNvPr>
          <p:cNvCxnSpPr>
            <a:cxnSpLocks/>
          </p:cNvCxnSpPr>
          <p:nvPr/>
        </p:nvCxnSpPr>
        <p:spPr>
          <a:xfrm>
            <a:off x="796804" y="98290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99C3617-9D90-95F1-7E4A-B33E0A6094B5}"/>
              </a:ext>
            </a:extLst>
          </p:cNvPr>
          <p:cNvCxnSpPr>
            <a:cxnSpLocks/>
          </p:cNvCxnSpPr>
          <p:nvPr/>
        </p:nvCxnSpPr>
        <p:spPr>
          <a:xfrm>
            <a:off x="796804" y="91195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786CDE2-2B52-6690-3E05-2FF9607050F2}"/>
              </a:ext>
            </a:extLst>
          </p:cNvPr>
          <p:cNvCxnSpPr>
            <a:cxnSpLocks/>
          </p:cNvCxnSpPr>
          <p:nvPr/>
        </p:nvCxnSpPr>
        <p:spPr>
          <a:xfrm>
            <a:off x="796804" y="27332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14433AC-9159-2698-87B6-CA5058A48D99}"/>
              </a:ext>
            </a:extLst>
          </p:cNvPr>
          <p:cNvCxnSpPr>
            <a:cxnSpLocks/>
          </p:cNvCxnSpPr>
          <p:nvPr/>
        </p:nvCxnSpPr>
        <p:spPr>
          <a:xfrm>
            <a:off x="796804" y="34427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B238A88-B390-E14D-CEC5-B2A58746C13C}"/>
              </a:ext>
            </a:extLst>
          </p:cNvPr>
          <p:cNvCxnSpPr>
            <a:cxnSpLocks/>
          </p:cNvCxnSpPr>
          <p:nvPr/>
        </p:nvCxnSpPr>
        <p:spPr>
          <a:xfrm>
            <a:off x="796804" y="41523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3A2385B-5805-4A53-F23A-460CF4533F3F}"/>
              </a:ext>
            </a:extLst>
          </p:cNvPr>
          <p:cNvCxnSpPr>
            <a:cxnSpLocks/>
          </p:cNvCxnSpPr>
          <p:nvPr/>
        </p:nvCxnSpPr>
        <p:spPr>
          <a:xfrm>
            <a:off x="796804" y="48619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A392898-0E83-EADB-9411-BC261BF1496A}"/>
              </a:ext>
            </a:extLst>
          </p:cNvPr>
          <p:cNvCxnSpPr>
            <a:cxnSpLocks/>
          </p:cNvCxnSpPr>
          <p:nvPr/>
        </p:nvCxnSpPr>
        <p:spPr>
          <a:xfrm>
            <a:off x="796804" y="55715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A491C5-A8AC-0A3C-7AC3-169561598988}"/>
              </a:ext>
            </a:extLst>
          </p:cNvPr>
          <p:cNvCxnSpPr>
            <a:cxnSpLocks/>
          </p:cNvCxnSpPr>
          <p:nvPr/>
        </p:nvCxnSpPr>
        <p:spPr>
          <a:xfrm>
            <a:off x="796804" y="62811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C1425CF-8F7C-F1C0-5B09-C5BA2CC6D984}"/>
              </a:ext>
            </a:extLst>
          </p:cNvPr>
          <p:cNvCxnSpPr>
            <a:cxnSpLocks/>
          </p:cNvCxnSpPr>
          <p:nvPr/>
        </p:nvCxnSpPr>
        <p:spPr>
          <a:xfrm>
            <a:off x="796804" y="69907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3943D78-3527-D09D-5E60-AE99FC320637}"/>
              </a:ext>
            </a:extLst>
          </p:cNvPr>
          <p:cNvCxnSpPr>
            <a:cxnSpLocks/>
          </p:cNvCxnSpPr>
          <p:nvPr/>
        </p:nvCxnSpPr>
        <p:spPr>
          <a:xfrm>
            <a:off x="796804" y="77003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414824C-D882-719F-D9EC-D237651B39AD}"/>
              </a:ext>
            </a:extLst>
          </p:cNvPr>
          <p:cNvCxnSpPr>
            <a:cxnSpLocks/>
          </p:cNvCxnSpPr>
          <p:nvPr/>
        </p:nvCxnSpPr>
        <p:spPr>
          <a:xfrm>
            <a:off x="796804" y="84099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E0C2510-7252-C626-AD3B-0ED21D33EE09}"/>
              </a:ext>
            </a:extLst>
          </p:cNvPr>
          <p:cNvCxnSpPr>
            <a:cxnSpLocks/>
          </p:cNvCxnSpPr>
          <p:nvPr/>
        </p:nvCxnSpPr>
        <p:spPr>
          <a:xfrm flipH="1">
            <a:off x="796804" y="219803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6B3A0D3-B184-A79D-52DD-A57043512BA5}"/>
              </a:ext>
            </a:extLst>
          </p:cNvPr>
          <p:cNvCxnSpPr>
            <a:cxnSpLocks/>
          </p:cNvCxnSpPr>
          <p:nvPr/>
        </p:nvCxnSpPr>
        <p:spPr>
          <a:xfrm flipH="1">
            <a:off x="796804" y="212707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640F9CF-EA0C-CB1A-C021-DFE7C7FB493F}"/>
              </a:ext>
            </a:extLst>
          </p:cNvPr>
          <p:cNvCxnSpPr>
            <a:cxnSpLocks/>
          </p:cNvCxnSpPr>
          <p:nvPr/>
        </p:nvCxnSpPr>
        <p:spPr>
          <a:xfrm flipH="1">
            <a:off x="796804" y="148844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C33393E-C6D0-3288-D367-E4A881775D89}"/>
              </a:ext>
            </a:extLst>
          </p:cNvPr>
          <p:cNvCxnSpPr>
            <a:cxnSpLocks/>
          </p:cNvCxnSpPr>
          <p:nvPr/>
        </p:nvCxnSpPr>
        <p:spPr>
          <a:xfrm flipH="1">
            <a:off x="796804" y="155940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6113B8D-3E0B-AD9D-2C34-EB5E28B448A9}"/>
              </a:ext>
            </a:extLst>
          </p:cNvPr>
          <p:cNvCxnSpPr>
            <a:cxnSpLocks/>
          </p:cNvCxnSpPr>
          <p:nvPr/>
        </p:nvCxnSpPr>
        <p:spPr>
          <a:xfrm flipH="1">
            <a:off x="796804" y="163036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65AAB41-A847-78A2-9385-A9F83776995A}"/>
              </a:ext>
            </a:extLst>
          </p:cNvPr>
          <p:cNvCxnSpPr>
            <a:cxnSpLocks/>
          </p:cNvCxnSpPr>
          <p:nvPr/>
        </p:nvCxnSpPr>
        <p:spPr>
          <a:xfrm flipH="1">
            <a:off x="796804" y="170132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7B14AF6-BF8F-868B-C178-349A065A0FB5}"/>
              </a:ext>
            </a:extLst>
          </p:cNvPr>
          <p:cNvCxnSpPr>
            <a:cxnSpLocks/>
          </p:cNvCxnSpPr>
          <p:nvPr/>
        </p:nvCxnSpPr>
        <p:spPr>
          <a:xfrm flipH="1">
            <a:off x="796804" y="177228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E39A1F3-DA73-F013-08F9-B08FF190B190}"/>
              </a:ext>
            </a:extLst>
          </p:cNvPr>
          <p:cNvCxnSpPr>
            <a:cxnSpLocks/>
          </p:cNvCxnSpPr>
          <p:nvPr/>
        </p:nvCxnSpPr>
        <p:spPr>
          <a:xfrm flipH="1">
            <a:off x="796804" y="184323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EE54ED0-4B2D-2387-7F23-EFF7802A6422}"/>
              </a:ext>
            </a:extLst>
          </p:cNvPr>
          <p:cNvCxnSpPr>
            <a:cxnSpLocks/>
          </p:cNvCxnSpPr>
          <p:nvPr/>
        </p:nvCxnSpPr>
        <p:spPr>
          <a:xfrm flipH="1">
            <a:off x="796804" y="191419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657C0B7-BD80-14FA-B6D0-AACEFDA774DE}"/>
              </a:ext>
            </a:extLst>
          </p:cNvPr>
          <p:cNvCxnSpPr>
            <a:cxnSpLocks/>
          </p:cNvCxnSpPr>
          <p:nvPr/>
        </p:nvCxnSpPr>
        <p:spPr>
          <a:xfrm flipH="1">
            <a:off x="796804" y="198515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0C3BED8-493A-D244-4A75-C5686159E88D}"/>
              </a:ext>
            </a:extLst>
          </p:cNvPr>
          <p:cNvCxnSpPr>
            <a:cxnSpLocks/>
          </p:cNvCxnSpPr>
          <p:nvPr/>
        </p:nvCxnSpPr>
        <p:spPr>
          <a:xfrm flipH="1">
            <a:off x="796804" y="205611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453371D-F823-1D0D-2460-D229BF49192C}"/>
              </a:ext>
            </a:extLst>
          </p:cNvPr>
          <p:cNvCxnSpPr>
            <a:cxnSpLocks/>
          </p:cNvCxnSpPr>
          <p:nvPr/>
        </p:nvCxnSpPr>
        <p:spPr>
          <a:xfrm>
            <a:off x="-1334414" y="261391"/>
            <a:ext cx="778669" cy="197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A888949-B80C-3C62-44A0-C1054DF93D9F}"/>
              </a:ext>
            </a:extLst>
          </p:cNvPr>
          <p:cNvCxnSpPr>
            <a:cxnSpLocks/>
          </p:cNvCxnSpPr>
          <p:nvPr/>
        </p:nvCxnSpPr>
        <p:spPr>
          <a:xfrm>
            <a:off x="-1267740" y="475366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3D645CA-7C07-3E26-CB5F-1DAD91F0D35F}"/>
              </a:ext>
            </a:extLst>
          </p:cNvPr>
          <p:cNvCxnSpPr>
            <a:cxnSpLocks/>
          </p:cNvCxnSpPr>
          <p:nvPr/>
        </p:nvCxnSpPr>
        <p:spPr>
          <a:xfrm>
            <a:off x="-1267740" y="67686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6DDC2CF-9D0E-87E1-8A67-44614418D352}"/>
              </a:ext>
            </a:extLst>
          </p:cNvPr>
          <p:cNvCxnSpPr>
            <a:cxnSpLocks/>
          </p:cNvCxnSpPr>
          <p:nvPr/>
        </p:nvCxnSpPr>
        <p:spPr>
          <a:xfrm>
            <a:off x="-1267740" y="88973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9124712-0E41-3786-5600-349F1020CEA9}"/>
              </a:ext>
            </a:extLst>
          </p:cNvPr>
          <p:cNvCxnSpPr>
            <a:cxnSpLocks/>
          </p:cNvCxnSpPr>
          <p:nvPr/>
        </p:nvCxnSpPr>
        <p:spPr>
          <a:xfrm>
            <a:off x="-1267740" y="1712170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5AFEB96-5E5F-0C9F-E8AD-3275FB8CD36A}"/>
              </a:ext>
            </a:extLst>
          </p:cNvPr>
          <p:cNvCxnSpPr>
            <a:cxnSpLocks/>
          </p:cNvCxnSpPr>
          <p:nvPr/>
        </p:nvCxnSpPr>
        <p:spPr>
          <a:xfrm>
            <a:off x="-1267740" y="1913667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3ABC3CF-0429-840B-2ADA-B91229DE9033}"/>
              </a:ext>
            </a:extLst>
          </p:cNvPr>
          <p:cNvCxnSpPr>
            <a:cxnSpLocks/>
          </p:cNvCxnSpPr>
          <p:nvPr/>
        </p:nvCxnSpPr>
        <p:spPr>
          <a:xfrm>
            <a:off x="-1267740" y="2126542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411FE8A-E258-C632-AA69-40B5246CEF27}"/>
              </a:ext>
            </a:extLst>
          </p:cNvPr>
          <p:cNvCxnSpPr>
            <a:cxnSpLocks/>
          </p:cNvCxnSpPr>
          <p:nvPr/>
        </p:nvCxnSpPr>
        <p:spPr>
          <a:xfrm>
            <a:off x="-1267741" y="151067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43A8598-2527-5E27-5810-014742A10C4F}"/>
              </a:ext>
            </a:extLst>
          </p:cNvPr>
          <p:cNvCxnSpPr>
            <a:cxnSpLocks/>
            <a:stCxn id="152" idx="6"/>
          </p:cNvCxnSpPr>
          <p:nvPr/>
        </p:nvCxnSpPr>
        <p:spPr>
          <a:xfrm>
            <a:off x="-1997297" y="1506891"/>
            <a:ext cx="746705" cy="2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90A72F6-06D7-D9A1-BEB5-1372A406C931}"/>
              </a:ext>
            </a:extLst>
          </p:cNvPr>
          <p:cNvCxnSpPr>
            <a:cxnSpLocks/>
            <a:endCxn id="154" idx="6"/>
          </p:cNvCxnSpPr>
          <p:nvPr/>
        </p:nvCxnSpPr>
        <p:spPr>
          <a:xfrm flipH="1" flipV="1">
            <a:off x="-1997298" y="1056508"/>
            <a:ext cx="746706" cy="14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827C2EB-C9F0-0C00-0A2C-36E9B028A987}"/>
              </a:ext>
            </a:extLst>
          </p:cNvPr>
          <p:cNvCxnSpPr>
            <a:cxnSpLocks/>
          </p:cNvCxnSpPr>
          <p:nvPr/>
        </p:nvCxnSpPr>
        <p:spPr>
          <a:xfrm flipH="1">
            <a:off x="207444" y="273320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1EE1EEF-FBF8-3553-8571-94D528219D6B}"/>
              </a:ext>
            </a:extLst>
          </p:cNvPr>
          <p:cNvCxnSpPr>
            <a:cxnSpLocks/>
          </p:cNvCxnSpPr>
          <p:nvPr/>
        </p:nvCxnSpPr>
        <p:spPr>
          <a:xfrm flipH="1">
            <a:off x="203874" y="1091254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1E5189D-655F-F108-F298-9D46D391C376}"/>
              </a:ext>
            </a:extLst>
          </p:cNvPr>
          <p:cNvCxnSpPr>
            <a:cxnSpLocks/>
          </p:cNvCxnSpPr>
          <p:nvPr/>
        </p:nvCxnSpPr>
        <p:spPr>
          <a:xfrm flipH="1">
            <a:off x="207444" y="1492565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A25E4C3-C6C6-0A95-3179-69253FD73B7C}"/>
              </a:ext>
            </a:extLst>
          </p:cNvPr>
          <p:cNvCxnSpPr>
            <a:cxnSpLocks/>
          </p:cNvCxnSpPr>
          <p:nvPr/>
        </p:nvCxnSpPr>
        <p:spPr>
          <a:xfrm flipH="1">
            <a:off x="203874" y="2309308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8067CCC-67F8-F0DF-8586-FD04484514D1}"/>
              </a:ext>
            </a:extLst>
          </p:cNvPr>
          <p:cNvCxnSpPr>
            <a:cxnSpLocks/>
          </p:cNvCxnSpPr>
          <p:nvPr/>
        </p:nvCxnSpPr>
        <p:spPr>
          <a:xfrm>
            <a:off x="-1347909" y="2325068"/>
            <a:ext cx="1009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12348E1-C610-3776-179D-7033657DE137}"/>
              </a:ext>
            </a:extLst>
          </p:cNvPr>
          <p:cNvCxnSpPr>
            <a:cxnSpLocks/>
          </p:cNvCxnSpPr>
          <p:nvPr/>
        </p:nvCxnSpPr>
        <p:spPr>
          <a:xfrm flipV="1">
            <a:off x="-1325350" y="2342528"/>
            <a:ext cx="0" cy="8200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CBBDB98-99E6-CB8C-C2D0-5E792D57E9AA}"/>
              </a:ext>
            </a:extLst>
          </p:cNvPr>
          <p:cNvCxnSpPr>
            <a:cxnSpLocks/>
          </p:cNvCxnSpPr>
          <p:nvPr/>
        </p:nvCxnSpPr>
        <p:spPr>
          <a:xfrm>
            <a:off x="-1334414" y="3146204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7049969-6E54-AB71-CFB4-89D0B6B6473A}"/>
              </a:ext>
            </a:extLst>
          </p:cNvPr>
          <p:cNvCxnSpPr>
            <a:cxnSpLocks/>
          </p:cNvCxnSpPr>
          <p:nvPr/>
        </p:nvCxnSpPr>
        <p:spPr>
          <a:xfrm flipV="1">
            <a:off x="4216932" y="2271164"/>
            <a:ext cx="0" cy="8913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CD0416A-6AB3-1CB1-1BAD-263C047958F3}"/>
              </a:ext>
            </a:extLst>
          </p:cNvPr>
          <p:cNvCxnSpPr>
            <a:cxnSpLocks/>
          </p:cNvCxnSpPr>
          <p:nvPr/>
        </p:nvCxnSpPr>
        <p:spPr>
          <a:xfrm flipV="1">
            <a:off x="-1327552" y="-575626"/>
            <a:ext cx="0" cy="837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2C4DCC6D-F3C2-F653-EC82-15BD9A0B11A2}"/>
              </a:ext>
            </a:extLst>
          </p:cNvPr>
          <p:cNvCxnSpPr>
            <a:cxnSpLocks/>
          </p:cNvCxnSpPr>
          <p:nvPr/>
        </p:nvCxnSpPr>
        <p:spPr>
          <a:xfrm>
            <a:off x="-1338997" y="-588719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C8A4C59-ADBC-9ABB-2458-DB680D9623E9}"/>
              </a:ext>
            </a:extLst>
          </p:cNvPr>
          <p:cNvCxnSpPr>
            <a:cxnSpLocks/>
          </p:cNvCxnSpPr>
          <p:nvPr/>
        </p:nvCxnSpPr>
        <p:spPr>
          <a:xfrm flipV="1">
            <a:off x="4217111" y="-607767"/>
            <a:ext cx="0" cy="852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6909598-8092-5992-6E70-61605051565B}"/>
              </a:ext>
            </a:extLst>
          </p:cNvPr>
          <p:cNvCxnSpPr>
            <a:cxnSpLocks/>
          </p:cNvCxnSpPr>
          <p:nvPr/>
        </p:nvCxnSpPr>
        <p:spPr>
          <a:xfrm>
            <a:off x="3451260" y="866612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FA83AD1-DDC4-2E7E-0F8F-337A2F941787}"/>
              </a:ext>
            </a:extLst>
          </p:cNvPr>
          <p:cNvCxnSpPr>
            <a:cxnSpLocks/>
          </p:cNvCxnSpPr>
          <p:nvPr/>
        </p:nvCxnSpPr>
        <p:spPr>
          <a:xfrm>
            <a:off x="3448878" y="24647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C7E1C32-439D-87ED-1F6A-902B781621A7}"/>
              </a:ext>
            </a:extLst>
          </p:cNvPr>
          <p:cNvCxnSpPr>
            <a:cxnSpLocks/>
          </p:cNvCxnSpPr>
          <p:nvPr/>
        </p:nvCxnSpPr>
        <p:spPr>
          <a:xfrm>
            <a:off x="3448085" y="169577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7D09F2D-36FC-CBD4-05AD-690DFF276383}"/>
              </a:ext>
            </a:extLst>
          </p:cNvPr>
          <p:cNvCxnSpPr>
            <a:cxnSpLocks/>
          </p:cNvCxnSpPr>
          <p:nvPr/>
        </p:nvCxnSpPr>
        <p:spPr>
          <a:xfrm>
            <a:off x="3448084" y="1904972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1813BEC-C664-78D9-4F84-82735F215364}"/>
              </a:ext>
            </a:extLst>
          </p:cNvPr>
          <p:cNvCxnSpPr>
            <a:cxnSpLocks/>
          </p:cNvCxnSpPr>
          <p:nvPr/>
        </p:nvCxnSpPr>
        <p:spPr>
          <a:xfrm>
            <a:off x="3436419" y="2113072"/>
            <a:ext cx="780513" cy="181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AEBDAFD-844E-F943-E3E6-D90FB01AC7A3}"/>
              </a:ext>
            </a:extLst>
          </p:cNvPr>
          <p:cNvCxnSpPr>
            <a:cxnSpLocks/>
          </p:cNvCxnSpPr>
          <p:nvPr/>
        </p:nvCxnSpPr>
        <p:spPr>
          <a:xfrm>
            <a:off x="3448084" y="1486586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EE28BCC-512E-21DD-7CC0-CF5C6CCEBBFB}"/>
              </a:ext>
            </a:extLst>
          </p:cNvPr>
          <p:cNvCxnSpPr>
            <a:cxnSpLocks/>
          </p:cNvCxnSpPr>
          <p:nvPr/>
        </p:nvCxnSpPr>
        <p:spPr>
          <a:xfrm>
            <a:off x="3449672" y="45725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32B9242-8FC0-46DC-A7A6-4642D22C8627}"/>
              </a:ext>
            </a:extLst>
          </p:cNvPr>
          <p:cNvCxnSpPr>
            <a:cxnSpLocks/>
          </p:cNvCxnSpPr>
          <p:nvPr/>
        </p:nvCxnSpPr>
        <p:spPr>
          <a:xfrm>
            <a:off x="3449671" y="664864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E55C91D-E6CD-4D9D-2BFD-52FDCA73F1EE}"/>
              </a:ext>
            </a:extLst>
          </p:cNvPr>
          <p:cNvCxnSpPr>
            <a:cxnSpLocks/>
          </p:cNvCxnSpPr>
          <p:nvPr/>
        </p:nvCxnSpPr>
        <p:spPr>
          <a:xfrm>
            <a:off x="4138888" y="234257"/>
            <a:ext cx="947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A2FC9C6-7B00-11E8-3731-6D057F5D4B0C}"/>
              </a:ext>
            </a:extLst>
          </p:cNvPr>
          <p:cNvCxnSpPr>
            <a:cxnSpLocks/>
          </p:cNvCxnSpPr>
          <p:nvPr/>
        </p:nvCxnSpPr>
        <p:spPr>
          <a:xfrm>
            <a:off x="4138888" y="1043217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C32814A-F663-0BAA-A967-23295BBE9921}"/>
              </a:ext>
            </a:extLst>
          </p:cNvPr>
          <p:cNvCxnSpPr>
            <a:cxnSpLocks/>
          </p:cNvCxnSpPr>
          <p:nvPr/>
        </p:nvCxnSpPr>
        <p:spPr>
          <a:xfrm>
            <a:off x="4138888" y="1507100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F922F8DD-9DFA-AA80-243D-43B1E5234792}"/>
              </a:ext>
            </a:extLst>
          </p:cNvPr>
          <p:cNvSpPr/>
          <p:nvPr/>
        </p:nvSpPr>
        <p:spPr>
          <a:xfrm>
            <a:off x="4883644" y="1447270"/>
            <a:ext cx="117698" cy="11769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E2B85ADF-7B13-834D-2D1A-7C54141682B3}"/>
              </a:ext>
            </a:extLst>
          </p:cNvPr>
          <p:cNvSpPr/>
          <p:nvPr/>
        </p:nvSpPr>
        <p:spPr>
          <a:xfrm>
            <a:off x="4881680" y="993314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966EE21-1970-8501-BF1D-A65A98EB53A8}"/>
              </a:ext>
            </a:extLst>
          </p:cNvPr>
          <p:cNvSpPr/>
          <p:nvPr/>
        </p:nvSpPr>
        <p:spPr>
          <a:xfrm>
            <a:off x="-2116959" y="1447060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6EF50DD2-D2FF-B972-C60B-27FB05AE2A2A}"/>
              </a:ext>
            </a:extLst>
          </p:cNvPr>
          <p:cNvSpPr/>
          <p:nvPr/>
        </p:nvSpPr>
        <p:spPr>
          <a:xfrm>
            <a:off x="-2116959" y="996677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8BD0B88-2734-75F7-4679-F7E203CA8500}"/>
              </a:ext>
            </a:extLst>
          </p:cNvPr>
          <p:cNvSpPr/>
          <p:nvPr/>
        </p:nvSpPr>
        <p:spPr>
          <a:xfrm>
            <a:off x="71291" y="1037081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A9B8B4C7-2690-8A41-7405-BB6A017DCE5A}"/>
              </a:ext>
            </a:extLst>
          </p:cNvPr>
          <p:cNvSpPr/>
          <p:nvPr/>
        </p:nvSpPr>
        <p:spPr>
          <a:xfrm>
            <a:off x="71291" y="211322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09A01FB8-8DD4-D4ED-54AA-0E59986C1AFF}"/>
              </a:ext>
            </a:extLst>
          </p:cNvPr>
          <p:cNvSpPr/>
          <p:nvPr/>
        </p:nvSpPr>
        <p:spPr>
          <a:xfrm>
            <a:off x="71291" y="1433900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EE03CD9-5BC3-CA82-816B-5040856019BD}"/>
              </a:ext>
            </a:extLst>
          </p:cNvPr>
          <p:cNvSpPr/>
          <p:nvPr/>
        </p:nvSpPr>
        <p:spPr>
          <a:xfrm>
            <a:off x="71291" y="2255035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8" name="Graphic 167">
            <a:extLst>
              <a:ext uri="{FF2B5EF4-FFF2-40B4-BE49-F238E27FC236}">
                <a16:creationId xmlns:a16="http://schemas.microsoft.com/office/drawing/2014/main" id="{AC3345B4-4F00-A1A0-6938-560158234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387012" y="933888"/>
            <a:ext cx="104775" cy="238125"/>
          </a:xfrm>
          <a:prstGeom prst="rect">
            <a:avLst/>
          </a:prstGeom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54C051EA-57F8-BF6E-A1EF-FECDCF658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3797" y="2201993"/>
            <a:ext cx="142875" cy="238125"/>
          </a:xfrm>
          <a:prstGeom prst="rect">
            <a:avLst/>
          </a:prstGeom>
        </p:spPr>
      </p:pic>
      <p:pic>
        <p:nvPicPr>
          <p:cNvPr id="172" name="Graphic 171">
            <a:extLst>
              <a:ext uri="{FF2B5EF4-FFF2-40B4-BE49-F238E27FC236}">
                <a16:creationId xmlns:a16="http://schemas.microsoft.com/office/drawing/2014/main" id="{6514A9A0-CAA8-DA2D-ACB9-66FEE118E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89706" y="1359145"/>
            <a:ext cx="142875" cy="247650"/>
          </a:xfrm>
          <a:prstGeom prst="rect">
            <a:avLst/>
          </a:prstGeom>
        </p:spPr>
      </p:pic>
      <p:pic>
        <p:nvPicPr>
          <p:cNvPr id="174" name="Graphic 173">
            <a:extLst>
              <a:ext uri="{FF2B5EF4-FFF2-40B4-BE49-F238E27FC236}">
                <a16:creationId xmlns:a16="http://schemas.microsoft.com/office/drawing/2014/main" id="{647BB8F1-943B-A176-DCB5-EACC951A9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89035" y="985344"/>
            <a:ext cx="133350" cy="238125"/>
          </a:xfrm>
          <a:prstGeom prst="rect">
            <a:avLst/>
          </a:prstGeom>
        </p:spPr>
      </p:pic>
      <p:pic>
        <p:nvPicPr>
          <p:cNvPr id="176" name="Graphic 175">
            <a:extLst>
              <a:ext uri="{FF2B5EF4-FFF2-40B4-BE49-F238E27FC236}">
                <a16:creationId xmlns:a16="http://schemas.microsoft.com/office/drawing/2014/main" id="{58C6A4FD-9B16-25DE-9912-7BEC220F4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77778" y="177150"/>
            <a:ext cx="133350" cy="238125"/>
          </a:xfrm>
          <a:prstGeom prst="rect">
            <a:avLst/>
          </a:prstGeom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E0F17E89-35C8-21B7-EBD5-A43206884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5851" y="1387056"/>
            <a:ext cx="152400" cy="238125"/>
          </a:xfrm>
          <a:prstGeom prst="rect">
            <a:avLst/>
          </a:prstGeom>
        </p:spPr>
      </p:pic>
      <p:pic>
        <p:nvPicPr>
          <p:cNvPr id="180" name="Graphic 179">
            <a:extLst>
              <a:ext uri="{FF2B5EF4-FFF2-40B4-BE49-F238E27FC236}">
                <a16:creationId xmlns:a16="http://schemas.microsoft.com/office/drawing/2014/main" id="{AFA0C046-0DAC-1529-99FF-6EAB1BBCD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5906" y="1387055"/>
            <a:ext cx="142875" cy="238125"/>
          </a:xfrm>
          <a:prstGeom prst="rect">
            <a:avLst/>
          </a:prstGeom>
        </p:spPr>
      </p:pic>
      <p:pic>
        <p:nvPicPr>
          <p:cNvPr id="182" name="Graphic 181">
            <a:extLst>
              <a:ext uri="{FF2B5EF4-FFF2-40B4-BE49-F238E27FC236}">
                <a16:creationId xmlns:a16="http://schemas.microsoft.com/office/drawing/2014/main" id="{3EFAE318-1609-97D6-267E-D818D95AF7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19006" y="922388"/>
            <a:ext cx="133350" cy="238125"/>
          </a:xfrm>
          <a:prstGeom prst="rect">
            <a:avLst/>
          </a:prstGeom>
        </p:spPr>
      </p:pic>
      <p:pic>
        <p:nvPicPr>
          <p:cNvPr id="184" name="Graphic 183">
            <a:extLst>
              <a:ext uri="{FF2B5EF4-FFF2-40B4-BE49-F238E27FC236}">
                <a16:creationId xmlns:a16="http://schemas.microsoft.com/office/drawing/2014/main" id="{0AE2B202-826F-1007-059F-D14A8EE0B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862729" y="594543"/>
            <a:ext cx="381000" cy="371475"/>
          </a:xfrm>
          <a:prstGeom prst="rect">
            <a:avLst/>
          </a:prstGeom>
        </p:spPr>
      </p:pic>
      <p:pic>
        <p:nvPicPr>
          <p:cNvPr id="186" name="Graphic 185">
            <a:extLst>
              <a:ext uri="{FF2B5EF4-FFF2-40B4-BE49-F238E27FC236}">
                <a16:creationId xmlns:a16="http://schemas.microsoft.com/office/drawing/2014/main" id="{6A26518A-9458-5337-FC0E-B09CCA427E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0236" y="461619"/>
            <a:ext cx="390525" cy="371475"/>
          </a:xfrm>
          <a:prstGeom prst="rect">
            <a:avLst/>
          </a:prstGeom>
        </p:spPr>
      </p:pic>
      <p:pic>
        <p:nvPicPr>
          <p:cNvPr id="188" name="Graphic 187">
            <a:extLst>
              <a:ext uri="{FF2B5EF4-FFF2-40B4-BE49-F238E27FC236}">
                <a16:creationId xmlns:a16="http://schemas.microsoft.com/office/drawing/2014/main" id="{89283131-6941-024D-A7E8-44B700574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0236" y="1695779"/>
            <a:ext cx="457200" cy="371475"/>
          </a:xfrm>
          <a:prstGeom prst="rect">
            <a:avLst/>
          </a:prstGeom>
        </p:spPr>
      </p:pic>
      <p:pic>
        <p:nvPicPr>
          <p:cNvPr id="190" name="Graphic 189">
            <a:extLst>
              <a:ext uri="{FF2B5EF4-FFF2-40B4-BE49-F238E27FC236}">
                <a16:creationId xmlns:a16="http://schemas.microsoft.com/office/drawing/2014/main" id="{2CCDC6B1-42D6-C0F6-8405-025EA032D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932102" y="1752176"/>
            <a:ext cx="447675" cy="371475"/>
          </a:xfrm>
          <a:prstGeom prst="rect">
            <a:avLst/>
          </a:prstGeom>
        </p:spPr>
      </p:pic>
      <p:sp>
        <p:nvSpPr>
          <p:cNvPr id="193" name="Isosceles Triangle 192">
            <a:extLst>
              <a:ext uri="{FF2B5EF4-FFF2-40B4-BE49-F238E27FC236}">
                <a16:creationId xmlns:a16="http://schemas.microsoft.com/office/drawing/2014/main" id="{B51B7EAA-7AC7-7299-20F4-3F227465F502}"/>
              </a:ext>
            </a:extLst>
          </p:cNvPr>
          <p:cNvSpPr/>
          <p:nvPr/>
        </p:nvSpPr>
        <p:spPr>
          <a:xfrm rot="5400000">
            <a:off x="402500" y="182283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Isosceles Triangle 194">
            <a:extLst>
              <a:ext uri="{FF2B5EF4-FFF2-40B4-BE49-F238E27FC236}">
                <a16:creationId xmlns:a16="http://schemas.microsoft.com/office/drawing/2014/main" id="{5BF98B04-32E9-DA4A-F1A9-76EAE54D1B18}"/>
              </a:ext>
            </a:extLst>
          </p:cNvPr>
          <p:cNvSpPr/>
          <p:nvPr/>
        </p:nvSpPr>
        <p:spPr>
          <a:xfrm rot="5400000">
            <a:off x="402294" y="2217458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Isosceles Triangle 196">
            <a:extLst>
              <a:ext uri="{FF2B5EF4-FFF2-40B4-BE49-F238E27FC236}">
                <a16:creationId xmlns:a16="http://schemas.microsoft.com/office/drawing/2014/main" id="{7C843846-CC52-D92A-E801-206A93389544}"/>
              </a:ext>
            </a:extLst>
          </p:cNvPr>
          <p:cNvSpPr/>
          <p:nvPr/>
        </p:nvSpPr>
        <p:spPr>
          <a:xfrm rot="5400000">
            <a:off x="-1662250" y="964920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Isosceles Triangle 198">
            <a:extLst>
              <a:ext uri="{FF2B5EF4-FFF2-40B4-BE49-F238E27FC236}">
                <a16:creationId xmlns:a16="http://schemas.microsoft.com/office/drawing/2014/main" id="{34EABD4C-9BC6-83A7-D6AF-AEE8B6AE85CC}"/>
              </a:ext>
            </a:extLst>
          </p:cNvPr>
          <p:cNvSpPr/>
          <p:nvPr/>
        </p:nvSpPr>
        <p:spPr>
          <a:xfrm rot="16200000" flipH="1">
            <a:off x="-1683682" y="1414974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Isosceles Triangle 200">
            <a:extLst>
              <a:ext uri="{FF2B5EF4-FFF2-40B4-BE49-F238E27FC236}">
                <a16:creationId xmlns:a16="http://schemas.microsoft.com/office/drawing/2014/main" id="{4B8205EB-DE90-13E6-4384-BAC0D46E1F12}"/>
              </a:ext>
            </a:extLst>
          </p:cNvPr>
          <p:cNvSpPr/>
          <p:nvPr/>
        </p:nvSpPr>
        <p:spPr>
          <a:xfrm rot="16200000" flipH="1">
            <a:off x="380204" y="1399895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Isosceles Triangle 204">
            <a:extLst>
              <a:ext uri="{FF2B5EF4-FFF2-40B4-BE49-F238E27FC236}">
                <a16:creationId xmlns:a16="http://schemas.microsoft.com/office/drawing/2014/main" id="{A4A1264F-1B72-F579-C4F2-FCED459F5871}"/>
              </a:ext>
            </a:extLst>
          </p:cNvPr>
          <p:cNvSpPr/>
          <p:nvPr/>
        </p:nvSpPr>
        <p:spPr>
          <a:xfrm rot="16200000" flipH="1">
            <a:off x="380205" y="998256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Isosceles Triangle 206">
            <a:extLst>
              <a:ext uri="{FF2B5EF4-FFF2-40B4-BE49-F238E27FC236}">
                <a16:creationId xmlns:a16="http://schemas.microsoft.com/office/drawing/2014/main" id="{9FC49F0E-474D-1D3A-C545-D5A7AA6BF857}"/>
              </a:ext>
            </a:extLst>
          </p:cNvPr>
          <p:cNvSpPr/>
          <p:nvPr/>
        </p:nvSpPr>
        <p:spPr>
          <a:xfrm rot="16200000" flipH="1">
            <a:off x="4466908" y="1416404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Isosceles Triangle 208">
            <a:extLst>
              <a:ext uri="{FF2B5EF4-FFF2-40B4-BE49-F238E27FC236}">
                <a16:creationId xmlns:a16="http://schemas.microsoft.com/office/drawing/2014/main" id="{D80648F2-0C3A-28B9-C3C7-3926AA5A7DD8}"/>
              </a:ext>
            </a:extLst>
          </p:cNvPr>
          <p:cNvSpPr/>
          <p:nvPr/>
        </p:nvSpPr>
        <p:spPr>
          <a:xfrm rot="5400000">
            <a:off x="4495870" y="961287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A27FE609-943C-94F3-DDC2-A9977D2EC10B}"/>
              </a:ext>
            </a:extLst>
          </p:cNvPr>
          <p:cNvCxnSpPr>
            <a:cxnSpLocks/>
          </p:cNvCxnSpPr>
          <p:nvPr/>
        </p:nvCxnSpPr>
        <p:spPr>
          <a:xfrm flipV="1">
            <a:off x="1466410" y="-324494"/>
            <a:ext cx="0" cy="3145536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B25F3C6-88F4-761F-CB16-CD8ABAD1B11C}"/>
              </a:ext>
            </a:extLst>
          </p:cNvPr>
          <p:cNvCxnSpPr>
            <a:cxnSpLocks/>
          </p:cNvCxnSpPr>
          <p:nvPr/>
        </p:nvCxnSpPr>
        <p:spPr>
          <a:xfrm>
            <a:off x="1807358" y="-367763"/>
            <a:ext cx="2206038" cy="0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441D73-7624-BB38-4A62-2A8E27753C6F}"/>
              </a:ext>
            </a:extLst>
          </p:cNvPr>
          <p:cNvCxnSpPr>
            <a:cxnSpLocks/>
          </p:cNvCxnSpPr>
          <p:nvPr/>
        </p:nvCxnSpPr>
        <p:spPr>
          <a:xfrm>
            <a:off x="4007245" y="-381544"/>
            <a:ext cx="0" cy="3246274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7E98E1-2ED9-F516-BF42-FF7EDAC51F13}"/>
              </a:ext>
            </a:extLst>
          </p:cNvPr>
          <p:cNvCxnSpPr>
            <a:cxnSpLocks/>
          </p:cNvCxnSpPr>
          <p:nvPr/>
        </p:nvCxnSpPr>
        <p:spPr>
          <a:xfrm>
            <a:off x="-1084384" y="-367763"/>
            <a:ext cx="2924839" cy="0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18F6BE-E57D-D6E2-EFBC-EDF4F13269D8}"/>
              </a:ext>
            </a:extLst>
          </p:cNvPr>
          <p:cNvCxnSpPr>
            <a:cxnSpLocks/>
          </p:cNvCxnSpPr>
          <p:nvPr/>
        </p:nvCxnSpPr>
        <p:spPr>
          <a:xfrm>
            <a:off x="-1067675" y="-364691"/>
            <a:ext cx="0" cy="3206561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BC3F2D-D510-8732-E46D-D654DD2D0C49}"/>
              </a:ext>
            </a:extLst>
          </p:cNvPr>
          <p:cNvCxnSpPr>
            <a:cxnSpLocks/>
          </p:cNvCxnSpPr>
          <p:nvPr/>
        </p:nvCxnSpPr>
        <p:spPr>
          <a:xfrm>
            <a:off x="1485080" y="2847877"/>
            <a:ext cx="2513076" cy="0"/>
          </a:xfrm>
          <a:prstGeom prst="straightConnector1">
            <a:avLst/>
          </a:prstGeom>
          <a:ln w="508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5F7D7C-7081-FF55-1ED4-F2D08E59251B}"/>
              </a:ext>
            </a:extLst>
          </p:cNvPr>
          <p:cNvCxnSpPr>
            <a:cxnSpLocks/>
          </p:cNvCxnSpPr>
          <p:nvPr/>
        </p:nvCxnSpPr>
        <p:spPr>
          <a:xfrm>
            <a:off x="-1081336" y="2847877"/>
            <a:ext cx="2505456" cy="0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B263A59-322D-9262-0F37-490AFA285D5E}"/>
              </a:ext>
            </a:extLst>
          </p:cNvPr>
          <p:cNvCxnSpPr>
            <a:cxnSpLocks/>
          </p:cNvCxnSpPr>
          <p:nvPr/>
        </p:nvCxnSpPr>
        <p:spPr>
          <a:xfrm flipV="1">
            <a:off x="1023816" y="-86750"/>
            <a:ext cx="0" cy="2688336"/>
          </a:xfrm>
          <a:prstGeom prst="straightConnector1">
            <a:avLst/>
          </a:prstGeom>
          <a:ln w="50800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B5997D-3069-6E68-BBDF-DCED7C5EDE96}"/>
              </a:ext>
            </a:extLst>
          </p:cNvPr>
          <p:cNvCxnSpPr>
            <a:cxnSpLocks/>
          </p:cNvCxnSpPr>
          <p:nvPr/>
        </p:nvCxnSpPr>
        <p:spPr>
          <a:xfrm>
            <a:off x="-742525" y="-119264"/>
            <a:ext cx="2195601" cy="0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0094FA-B760-7E48-B62A-2957026AF2E7}"/>
              </a:ext>
            </a:extLst>
          </p:cNvPr>
          <p:cNvCxnSpPr>
            <a:cxnSpLocks/>
          </p:cNvCxnSpPr>
          <p:nvPr/>
        </p:nvCxnSpPr>
        <p:spPr>
          <a:xfrm flipV="1">
            <a:off x="-738190" y="-131361"/>
            <a:ext cx="0" cy="2778757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0B727AD-3BC9-C7DE-2113-84C59ACA3D32}"/>
              </a:ext>
            </a:extLst>
          </p:cNvPr>
          <p:cNvCxnSpPr>
            <a:cxnSpLocks/>
          </p:cNvCxnSpPr>
          <p:nvPr/>
        </p:nvCxnSpPr>
        <p:spPr>
          <a:xfrm>
            <a:off x="-743593" y="2631556"/>
            <a:ext cx="2183969" cy="0"/>
          </a:xfrm>
          <a:prstGeom prst="straightConnector1">
            <a:avLst/>
          </a:prstGeom>
          <a:ln w="508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893E534-B987-A104-3E95-999F6FF7F44A}"/>
              </a:ext>
            </a:extLst>
          </p:cNvPr>
          <p:cNvCxnSpPr>
            <a:cxnSpLocks/>
          </p:cNvCxnSpPr>
          <p:nvPr/>
        </p:nvCxnSpPr>
        <p:spPr>
          <a:xfrm>
            <a:off x="1802503" y="-80654"/>
            <a:ext cx="0" cy="2683764"/>
          </a:xfrm>
          <a:prstGeom prst="straightConnector1">
            <a:avLst/>
          </a:prstGeom>
          <a:ln w="50800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0DE1816-36E3-D0D7-2E96-A49CABD71909}"/>
              </a:ext>
            </a:extLst>
          </p:cNvPr>
          <p:cNvCxnSpPr>
            <a:cxnSpLocks/>
          </p:cNvCxnSpPr>
          <p:nvPr/>
        </p:nvCxnSpPr>
        <p:spPr>
          <a:xfrm flipH="1">
            <a:off x="1453076" y="-119264"/>
            <a:ext cx="2170632" cy="0"/>
          </a:xfrm>
          <a:prstGeom prst="straightConnector1">
            <a:avLst/>
          </a:prstGeom>
          <a:ln w="508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C4D1A56-F3E2-893A-E766-BA0FE0346C5B}"/>
              </a:ext>
            </a:extLst>
          </p:cNvPr>
          <p:cNvCxnSpPr>
            <a:cxnSpLocks/>
          </p:cNvCxnSpPr>
          <p:nvPr/>
        </p:nvCxnSpPr>
        <p:spPr>
          <a:xfrm flipH="1" flipV="1">
            <a:off x="3619373" y="-131361"/>
            <a:ext cx="0" cy="2778757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49D1821-2AAF-6C43-64A2-060B66E33787}"/>
              </a:ext>
            </a:extLst>
          </p:cNvPr>
          <p:cNvCxnSpPr>
            <a:cxnSpLocks/>
          </p:cNvCxnSpPr>
          <p:nvPr/>
        </p:nvCxnSpPr>
        <p:spPr>
          <a:xfrm flipH="1">
            <a:off x="1440376" y="2631556"/>
            <a:ext cx="2184400" cy="0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ABDB461-1879-78FB-FC6B-EF5069D5E7AD}"/>
              </a:ext>
            </a:extLst>
          </p:cNvPr>
          <p:cNvSpPr/>
          <p:nvPr/>
        </p:nvSpPr>
        <p:spPr>
          <a:xfrm>
            <a:off x="-1227261" y="4116621"/>
            <a:ext cx="5387340" cy="356997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876173-7FE2-C3C4-375E-A82D1E34C54A}"/>
              </a:ext>
            </a:extLst>
          </p:cNvPr>
          <p:cNvSpPr/>
          <p:nvPr/>
        </p:nvSpPr>
        <p:spPr>
          <a:xfrm>
            <a:off x="-574793" y="4705742"/>
            <a:ext cx="1401841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3AA574-06D2-C9CE-CF76-3C574F2CB9E3}"/>
              </a:ext>
            </a:extLst>
          </p:cNvPr>
          <p:cNvSpPr/>
          <p:nvPr/>
        </p:nvSpPr>
        <p:spPr>
          <a:xfrm>
            <a:off x="1987753" y="4705742"/>
            <a:ext cx="1491616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8556AD6-91FA-0B5A-B9B5-FEE7837CC8A2}"/>
              </a:ext>
            </a:extLst>
          </p:cNvPr>
          <p:cNvCxnSpPr>
            <a:cxnSpLocks/>
          </p:cNvCxnSpPr>
          <p:nvPr/>
        </p:nvCxnSpPr>
        <p:spPr>
          <a:xfrm>
            <a:off x="796803" y="561299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03EA78-2304-09B3-84EC-8012767DB4F6}"/>
              </a:ext>
            </a:extLst>
          </p:cNvPr>
          <p:cNvCxnSpPr>
            <a:cxnSpLocks/>
          </p:cNvCxnSpPr>
          <p:nvPr/>
        </p:nvCxnSpPr>
        <p:spPr>
          <a:xfrm>
            <a:off x="796803" y="554204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11484A-6A49-6D60-6CB5-CA0D952669D1}"/>
              </a:ext>
            </a:extLst>
          </p:cNvPr>
          <p:cNvCxnSpPr>
            <a:cxnSpLocks/>
          </p:cNvCxnSpPr>
          <p:nvPr/>
        </p:nvCxnSpPr>
        <p:spPr>
          <a:xfrm>
            <a:off x="796803" y="490341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3AEA5A-5C4F-C6F6-1756-F48F1D9F2AB2}"/>
              </a:ext>
            </a:extLst>
          </p:cNvPr>
          <p:cNvCxnSpPr>
            <a:cxnSpLocks/>
          </p:cNvCxnSpPr>
          <p:nvPr/>
        </p:nvCxnSpPr>
        <p:spPr>
          <a:xfrm>
            <a:off x="796803" y="497437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E46B42-43EA-A564-18E1-693A6127CDC0}"/>
              </a:ext>
            </a:extLst>
          </p:cNvPr>
          <p:cNvCxnSpPr>
            <a:cxnSpLocks/>
          </p:cNvCxnSpPr>
          <p:nvPr/>
        </p:nvCxnSpPr>
        <p:spPr>
          <a:xfrm>
            <a:off x="796803" y="504532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8B19E1-9C1F-4C64-06CD-60F172C3A246}"/>
              </a:ext>
            </a:extLst>
          </p:cNvPr>
          <p:cNvCxnSpPr>
            <a:cxnSpLocks/>
          </p:cNvCxnSpPr>
          <p:nvPr/>
        </p:nvCxnSpPr>
        <p:spPr>
          <a:xfrm>
            <a:off x="796803" y="511628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67F272-7627-B4A0-1921-293E24D43F99}"/>
              </a:ext>
            </a:extLst>
          </p:cNvPr>
          <p:cNvCxnSpPr>
            <a:cxnSpLocks/>
          </p:cNvCxnSpPr>
          <p:nvPr/>
        </p:nvCxnSpPr>
        <p:spPr>
          <a:xfrm>
            <a:off x="796803" y="518724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46228E-8261-13D1-61CC-A252F211BB66}"/>
              </a:ext>
            </a:extLst>
          </p:cNvPr>
          <p:cNvCxnSpPr>
            <a:cxnSpLocks/>
          </p:cNvCxnSpPr>
          <p:nvPr/>
        </p:nvCxnSpPr>
        <p:spPr>
          <a:xfrm>
            <a:off x="796803" y="525820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A73687B-C9DA-2FA6-DF2E-73878D826993}"/>
              </a:ext>
            </a:extLst>
          </p:cNvPr>
          <p:cNvCxnSpPr>
            <a:cxnSpLocks/>
          </p:cNvCxnSpPr>
          <p:nvPr/>
        </p:nvCxnSpPr>
        <p:spPr>
          <a:xfrm>
            <a:off x="796803" y="532916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161816C-BBAD-6C3D-EFCA-DF39064A518E}"/>
              </a:ext>
            </a:extLst>
          </p:cNvPr>
          <p:cNvCxnSpPr>
            <a:cxnSpLocks/>
          </p:cNvCxnSpPr>
          <p:nvPr/>
        </p:nvCxnSpPr>
        <p:spPr>
          <a:xfrm>
            <a:off x="796803" y="540012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0909FCA-7759-51F5-4047-584E28516E21}"/>
              </a:ext>
            </a:extLst>
          </p:cNvPr>
          <p:cNvCxnSpPr>
            <a:cxnSpLocks/>
          </p:cNvCxnSpPr>
          <p:nvPr/>
        </p:nvCxnSpPr>
        <p:spPr>
          <a:xfrm>
            <a:off x="796803" y="547108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BD499B-5FC6-9032-BE56-57E9292BA6C5}"/>
              </a:ext>
            </a:extLst>
          </p:cNvPr>
          <p:cNvCxnSpPr>
            <a:cxnSpLocks/>
          </p:cNvCxnSpPr>
          <p:nvPr/>
        </p:nvCxnSpPr>
        <p:spPr>
          <a:xfrm flipH="1">
            <a:off x="796803" y="682812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2D78A58-7AA0-6820-E480-3C4B51F964AE}"/>
              </a:ext>
            </a:extLst>
          </p:cNvPr>
          <p:cNvCxnSpPr>
            <a:cxnSpLocks/>
          </p:cNvCxnSpPr>
          <p:nvPr/>
        </p:nvCxnSpPr>
        <p:spPr>
          <a:xfrm flipH="1">
            <a:off x="796803" y="675716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00D8ED1-C4DE-DB38-CFF7-276E49B8E3CF}"/>
              </a:ext>
            </a:extLst>
          </p:cNvPr>
          <p:cNvCxnSpPr>
            <a:cxnSpLocks/>
          </p:cNvCxnSpPr>
          <p:nvPr/>
        </p:nvCxnSpPr>
        <p:spPr>
          <a:xfrm flipH="1">
            <a:off x="796803" y="611853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3223E2F-3DCB-749E-E406-B6DDBC7A46D2}"/>
              </a:ext>
            </a:extLst>
          </p:cNvPr>
          <p:cNvCxnSpPr>
            <a:cxnSpLocks/>
          </p:cNvCxnSpPr>
          <p:nvPr/>
        </p:nvCxnSpPr>
        <p:spPr>
          <a:xfrm flipH="1">
            <a:off x="796803" y="618949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90ADCD2-6BBF-F050-AAE2-9ED5CE903C2E}"/>
              </a:ext>
            </a:extLst>
          </p:cNvPr>
          <p:cNvCxnSpPr>
            <a:cxnSpLocks/>
          </p:cNvCxnSpPr>
          <p:nvPr/>
        </p:nvCxnSpPr>
        <p:spPr>
          <a:xfrm flipH="1">
            <a:off x="796803" y="626045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CE28FD-2DE9-C935-5A55-34E549C7C226}"/>
              </a:ext>
            </a:extLst>
          </p:cNvPr>
          <p:cNvCxnSpPr>
            <a:cxnSpLocks/>
          </p:cNvCxnSpPr>
          <p:nvPr/>
        </p:nvCxnSpPr>
        <p:spPr>
          <a:xfrm flipH="1">
            <a:off x="796803" y="633141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FBF7333-B79A-EC6E-EF3B-B4103D162CCF}"/>
              </a:ext>
            </a:extLst>
          </p:cNvPr>
          <p:cNvCxnSpPr>
            <a:cxnSpLocks/>
          </p:cNvCxnSpPr>
          <p:nvPr/>
        </p:nvCxnSpPr>
        <p:spPr>
          <a:xfrm flipH="1">
            <a:off x="796803" y="640237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AF7652C-B71F-8CA1-CD2C-4F4A30B084C4}"/>
              </a:ext>
            </a:extLst>
          </p:cNvPr>
          <p:cNvCxnSpPr>
            <a:cxnSpLocks/>
          </p:cNvCxnSpPr>
          <p:nvPr/>
        </p:nvCxnSpPr>
        <p:spPr>
          <a:xfrm flipH="1">
            <a:off x="796803" y="647333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CCA00E-8B8D-0442-5193-813348516DA8}"/>
              </a:ext>
            </a:extLst>
          </p:cNvPr>
          <p:cNvCxnSpPr>
            <a:cxnSpLocks/>
          </p:cNvCxnSpPr>
          <p:nvPr/>
        </p:nvCxnSpPr>
        <p:spPr>
          <a:xfrm flipH="1">
            <a:off x="796803" y="654428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516D0FC-4DFB-B441-BF7A-1E5CE7EE6C1F}"/>
              </a:ext>
            </a:extLst>
          </p:cNvPr>
          <p:cNvCxnSpPr>
            <a:cxnSpLocks/>
          </p:cNvCxnSpPr>
          <p:nvPr/>
        </p:nvCxnSpPr>
        <p:spPr>
          <a:xfrm flipH="1">
            <a:off x="796803" y="661524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FC1C85-789C-927E-7564-277ED3FF570D}"/>
              </a:ext>
            </a:extLst>
          </p:cNvPr>
          <p:cNvCxnSpPr>
            <a:cxnSpLocks/>
          </p:cNvCxnSpPr>
          <p:nvPr/>
        </p:nvCxnSpPr>
        <p:spPr>
          <a:xfrm flipH="1">
            <a:off x="796803" y="668620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ED4659-B1FB-6711-1BDB-8832BAA9A42C}"/>
              </a:ext>
            </a:extLst>
          </p:cNvPr>
          <p:cNvCxnSpPr>
            <a:cxnSpLocks/>
          </p:cNvCxnSpPr>
          <p:nvPr/>
        </p:nvCxnSpPr>
        <p:spPr>
          <a:xfrm>
            <a:off x="-1334415" y="4891482"/>
            <a:ext cx="778669" cy="197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A4F40AB-50C9-D73A-C8B3-46AAF3D55F6B}"/>
              </a:ext>
            </a:extLst>
          </p:cNvPr>
          <p:cNvCxnSpPr>
            <a:cxnSpLocks/>
          </p:cNvCxnSpPr>
          <p:nvPr/>
        </p:nvCxnSpPr>
        <p:spPr>
          <a:xfrm>
            <a:off x="-1267741" y="5105457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3FF823-62FA-97E7-C1B8-3C8EF4C03BF5}"/>
              </a:ext>
            </a:extLst>
          </p:cNvPr>
          <p:cNvCxnSpPr>
            <a:cxnSpLocks/>
          </p:cNvCxnSpPr>
          <p:nvPr/>
        </p:nvCxnSpPr>
        <p:spPr>
          <a:xfrm>
            <a:off x="-1267741" y="5306954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E1A4E41-77C9-A29B-300A-DB7663DE7B31}"/>
              </a:ext>
            </a:extLst>
          </p:cNvPr>
          <p:cNvCxnSpPr>
            <a:cxnSpLocks/>
          </p:cNvCxnSpPr>
          <p:nvPr/>
        </p:nvCxnSpPr>
        <p:spPr>
          <a:xfrm>
            <a:off x="-1267741" y="551982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BC2CCF-EC81-AD4B-85F8-6A648C90A1D2}"/>
              </a:ext>
            </a:extLst>
          </p:cNvPr>
          <p:cNvCxnSpPr>
            <a:cxnSpLocks/>
          </p:cNvCxnSpPr>
          <p:nvPr/>
        </p:nvCxnSpPr>
        <p:spPr>
          <a:xfrm>
            <a:off x="-1267741" y="6342261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592DC31-9C8C-7946-7D79-A59C8C5E3A13}"/>
              </a:ext>
            </a:extLst>
          </p:cNvPr>
          <p:cNvCxnSpPr>
            <a:cxnSpLocks/>
          </p:cNvCxnSpPr>
          <p:nvPr/>
        </p:nvCxnSpPr>
        <p:spPr>
          <a:xfrm>
            <a:off x="-1267741" y="654375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1088332-035D-3F0F-D61D-A5E3DA5F38D4}"/>
              </a:ext>
            </a:extLst>
          </p:cNvPr>
          <p:cNvCxnSpPr>
            <a:cxnSpLocks/>
          </p:cNvCxnSpPr>
          <p:nvPr/>
        </p:nvCxnSpPr>
        <p:spPr>
          <a:xfrm>
            <a:off x="-1267741" y="675663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0801C71-3028-7E91-A85E-76AC13EDC26F}"/>
              </a:ext>
            </a:extLst>
          </p:cNvPr>
          <p:cNvCxnSpPr>
            <a:cxnSpLocks/>
          </p:cNvCxnSpPr>
          <p:nvPr/>
        </p:nvCxnSpPr>
        <p:spPr>
          <a:xfrm>
            <a:off x="-1267742" y="6140764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7C83D65-E699-3073-0B45-15C533410A67}"/>
              </a:ext>
            </a:extLst>
          </p:cNvPr>
          <p:cNvCxnSpPr>
            <a:cxnSpLocks/>
            <a:stCxn id="135" idx="6"/>
          </p:cNvCxnSpPr>
          <p:nvPr/>
        </p:nvCxnSpPr>
        <p:spPr>
          <a:xfrm>
            <a:off x="-1997298" y="6136982"/>
            <a:ext cx="746705" cy="2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730A703-D9F6-89C6-FF1E-405C2996BA1C}"/>
              </a:ext>
            </a:extLst>
          </p:cNvPr>
          <p:cNvCxnSpPr>
            <a:cxnSpLocks/>
            <a:endCxn id="136" idx="6"/>
          </p:cNvCxnSpPr>
          <p:nvPr/>
        </p:nvCxnSpPr>
        <p:spPr>
          <a:xfrm flipH="1" flipV="1">
            <a:off x="-1997299" y="5686599"/>
            <a:ext cx="746706" cy="14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60A6C70-68F8-4A51-DF8B-B91854D4B4E3}"/>
              </a:ext>
            </a:extLst>
          </p:cNvPr>
          <p:cNvCxnSpPr>
            <a:cxnSpLocks/>
          </p:cNvCxnSpPr>
          <p:nvPr/>
        </p:nvCxnSpPr>
        <p:spPr>
          <a:xfrm flipH="1">
            <a:off x="207443" y="4903411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3DA3333-36E0-C6AC-2836-3335E392E42B}"/>
              </a:ext>
            </a:extLst>
          </p:cNvPr>
          <p:cNvCxnSpPr>
            <a:cxnSpLocks/>
          </p:cNvCxnSpPr>
          <p:nvPr/>
        </p:nvCxnSpPr>
        <p:spPr>
          <a:xfrm flipH="1">
            <a:off x="203873" y="5721345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5C78CC7-441F-3735-0915-53447598B572}"/>
              </a:ext>
            </a:extLst>
          </p:cNvPr>
          <p:cNvCxnSpPr>
            <a:cxnSpLocks/>
          </p:cNvCxnSpPr>
          <p:nvPr/>
        </p:nvCxnSpPr>
        <p:spPr>
          <a:xfrm flipH="1">
            <a:off x="207443" y="6122656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7D09120-DB21-ED7C-FAA7-9A0D53B10E46}"/>
              </a:ext>
            </a:extLst>
          </p:cNvPr>
          <p:cNvCxnSpPr>
            <a:cxnSpLocks/>
          </p:cNvCxnSpPr>
          <p:nvPr/>
        </p:nvCxnSpPr>
        <p:spPr>
          <a:xfrm flipH="1">
            <a:off x="203873" y="6939399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F9E0504-85B1-0C84-6A91-E94172176B45}"/>
              </a:ext>
            </a:extLst>
          </p:cNvPr>
          <p:cNvCxnSpPr>
            <a:cxnSpLocks/>
          </p:cNvCxnSpPr>
          <p:nvPr/>
        </p:nvCxnSpPr>
        <p:spPr>
          <a:xfrm>
            <a:off x="-1347910" y="6955159"/>
            <a:ext cx="1009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4B778DA-F7AB-F15A-3632-0698C8F3C004}"/>
              </a:ext>
            </a:extLst>
          </p:cNvPr>
          <p:cNvCxnSpPr>
            <a:cxnSpLocks/>
          </p:cNvCxnSpPr>
          <p:nvPr/>
        </p:nvCxnSpPr>
        <p:spPr>
          <a:xfrm flipV="1">
            <a:off x="-1325351" y="6972619"/>
            <a:ext cx="0" cy="8200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B2CE0F6-5E73-CAEB-3B24-B750A0F528D0}"/>
              </a:ext>
            </a:extLst>
          </p:cNvPr>
          <p:cNvCxnSpPr>
            <a:cxnSpLocks/>
          </p:cNvCxnSpPr>
          <p:nvPr/>
        </p:nvCxnSpPr>
        <p:spPr>
          <a:xfrm>
            <a:off x="-1334415" y="7776295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32D2712-B0A0-1ABC-CE55-89667794EA72}"/>
              </a:ext>
            </a:extLst>
          </p:cNvPr>
          <p:cNvCxnSpPr>
            <a:cxnSpLocks/>
          </p:cNvCxnSpPr>
          <p:nvPr/>
        </p:nvCxnSpPr>
        <p:spPr>
          <a:xfrm flipV="1">
            <a:off x="4216931" y="6901255"/>
            <a:ext cx="0" cy="8913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7A44E85-9CB6-CDDB-E49E-9234840263BD}"/>
              </a:ext>
            </a:extLst>
          </p:cNvPr>
          <p:cNvCxnSpPr>
            <a:cxnSpLocks/>
          </p:cNvCxnSpPr>
          <p:nvPr/>
        </p:nvCxnSpPr>
        <p:spPr>
          <a:xfrm flipV="1">
            <a:off x="-1327553" y="4054465"/>
            <a:ext cx="0" cy="837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D8DE783-7414-4EC2-80A6-D668FA1A2515}"/>
              </a:ext>
            </a:extLst>
          </p:cNvPr>
          <p:cNvCxnSpPr>
            <a:cxnSpLocks/>
          </p:cNvCxnSpPr>
          <p:nvPr/>
        </p:nvCxnSpPr>
        <p:spPr>
          <a:xfrm>
            <a:off x="-1338998" y="4041372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3161AEC-B5DE-9759-F85C-27E54DFBB400}"/>
              </a:ext>
            </a:extLst>
          </p:cNvPr>
          <p:cNvCxnSpPr>
            <a:cxnSpLocks/>
          </p:cNvCxnSpPr>
          <p:nvPr/>
        </p:nvCxnSpPr>
        <p:spPr>
          <a:xfrm flipV="1">
            <a:off x="4217110" y="4022324"/>
            <a:ext cx="0" cy="852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13C1A88-E6DD-2F74-48EE-36A1FE8AF697}"/>
              </a:ext>
            </a:extLst>
          </p:cNvPr>
          <p:cNvCxnSpPr>
            <a:cxnSpLocks/>
          </p:cNvCxnSpPr>
          <p:nvPr/>
        </p:nvCxnSpPr>
        <p:spPr>
          <a:xfrm>
            <a:off x="3451259" y="549670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3F9ECDF-C73C-8B87-C69C-A9259C00FC19}"/>
              </a:ext>
            </a:extLst>
          </p:cNvPr>
          <p:cNvCxnSpPr>
            <a:cxnSpLocks/>
          </p:cNvCxnSpPr>
          <p:nvPr/>
        </p:nvCxnSpPr>
        <p:spPr>
          <a:xfrm>
            <a:off x="3448877" y="487656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C55B2C1-B651-F329-0466-015477197E9E}"/>
              </a:ext>
            </a:extLst>
          </p:cNvPr>
          <p:cNvCxnSpPr>
            <a:cxnSpLocks/>
          </p:cNvCxnSpPr>
          <p:nvPr/>
        </p:nvCxnSpPr>
        <p:spPr>
          <a:xfrm>
            <a:off x="3448084" y="6325870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6AFAE61-49DD-3599-F7FE-D5B41A5115A4}"/>
              </a:ext>
            </a:extLst>
          </p:cNvPr>
          <p:cNvCxnSpPr>
            <a:cxnSpLocks/>
          </p:cNvCxnSpPr>
          <p:nvPr/>
        </p:nvCxnSpPr>
        <p:spPr>
          <a:xfrm>
            <a:off x="3448083" y="6535063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9E2FD36-0692-794E-920C-101EAB2A20F7}"/>
              </a:ext>
            </a:extLst>
          </p:cNvPr>
          <p:cNvCxnSpPr>
            <a:cxnSpLocks/>
          </p:cNvCxnSpPr>
          <p:nvPr/>
        </p:nvCxnSpPr>
        <p:spPr>
          <a:xfrm>
            <a:off x="3436418" y="6743163"/>
            <a:ext cx="780513" cy="181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B44A72A-2379-ABA3-B5D3-10EA5715B8B5}"/>
              </a:ext>
            </a:extLst>
          </p:cNvPr>
          <p:cNvCxnSpPr>
            <a:cxnSpLocks/>
          </p:cNvCxnSpPr>
          <p:nvPr/>
        </p:nvCxnSpPr>
        <p:spPr>
          <a:xfrm>
            <a:off x="3448083" y="6116677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F2F1E40-D3CE-4A1E-BFE5-1148984EA91C}"/>
              </a:ext>
            </a:extLst>
          </p:cNvPr>
          <p:cNvCxnSpPr>
            <a:cxnSpLocks/>
          </p:cNvCxnSpPr>
          <p:nvPr/>
        </p:nvCxnSpPr>
        <p:spPr>
          <a:xfrm>
            <a:off x="3449671" y="5087350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D55330A-3529-FDA8-4B7F-82B37C5B6855}"/>
              </a:ext>
            </a:extLst>
          </p:cNvPr>
          <p:cNvCxnSpPr>
            <a:cxnSpLocks/>
          </p:cNvCxnSpPr>
          <p:nvPr/>
        </p:nvCxnSpPr>
        <p:spPr>
          <a:xfrm>
            <a:off x="3449670" y="5294955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3FCB614-979B-629E-27DC-74BDEB3E6DB6}"/>
              </a:ext>
            </a:extLst>
          </p:cNvPr>
          <p:cNvCxnSpPr>
            <a:cxnSpLocks/>
          </p:cNvCxnSpPr>
          <p:nvPr/>
        </p:nvCxnSpPr>
        <p:spPr>
          <a:xfrm>
            <a:off x="4138887" y="4864348"/>
            <a:ext cx="947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4D00123-D197-F77F-5F6C-384567322154}"/>
              </a:ext>
            </a:extLst>
          </p:cNvPr>
          <p:cNvCxnSpPr>
            <a:cxnSpLocks/>
          </p:cNvCxnSpPr>
          <p:nvPr/>
        </p:nvCxnSpPr>
        <p:spPr>
          <a:xfrm>
            <a:off x="4138887" y="5673308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C569672F-D1D1-89C8-340F-06313773F7CF}"/>
              </a:ext>
            </a:extLst>
          </p:cNvPr>
          <p:cNvCxnSpPr>
            <a:cxnSpLocks/>
          </p:cNvCxnSpPr>
          <p:nvPr/>
        </p:nvCxnSpPr>
        <p:spPr>
          <a:xfrm>
            <a:off x="4138887" y="6137191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DC553273-CBA6-6074-1C77-FE9EAA3F6495}"/>
              </a:ext>
            </a:extLst>
          </p:cNvPr>
          <p:cNvSpPr/>
          <p:nvPr/>
        </p:nvSpPr>
        <p:spPr>
          <a:xfrm>
            <a:off x="4883643" y="6077361"/>
            <a:ext cx="117698" cy="11769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C824C77-9657-79AE-150D-E18C987E93C0}"/>
              </a:ext>
            </a:extLst>
          </p:cNvPr>
          <p:cNvSpPr/>
          <p:nvPr/>
        </p:nvSpPr>
        <p:spPr>
          <a:xfrm>
            <a:off x="4881679" y="5623405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CEE5D29B-872A-D535-928D-5E1698976D6C}"/>
              </a:ext>
            </a:extLst>
          </p:cNvPr>
          <p:cNvSpPr/>
          <p:nvPr/>
        </p:nvSpPr>
        <p:spPr>
          <a:xfrm>
            <a:off x="-2116960" y="6077151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859A6ED-8BED-D950-AEAA-DFFFD61BB0E3}"/>
              </a:ext>
            </a:extLst>
          </p:cNvPr>
          <p:cNvSpPr/>
          <p:nvPr/>
        </p:nvSpPr>
        <p:spPr>
          <a:xfrm>
            <a:off x="-2116960" y="5626768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8E5BD460-E22E-35B2-589B-8120D4648B97}"/>
              </a:ext>
            </a:extLst>
          </p:cNvPr>
          <p:cNvSpPr/>
          <p:nvPr/>
        </p:nvSpPr>
        <p:spPr>
          <a:xfrm>
            <a:off x="71290" y="5667172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9E50CE5A-4335-E1FB-2EED-E705E1E4741C}"/>
              </a:ext>
            </a:extLst>
          </p:cNvPr>
          <p:cNvSpPr/>
          <p:nvPr/>
        </p:nvSpPr>
        <p:spPr>
          <a:xfrm>
            <a:off x="71290" y="4841413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F110696B-4E18-C5FC-CE20-66C982704559}"/>
              </a:ext>
            </a:extLst>
          </p:cNvPr>
          <p:cNvSpPr/>
          <p:nvPr/>
        </p:nvSpPr>
        <p:spPr>
          <a:xfrm>
            <a:off x="71290" y="6063991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E6CEF3FE-1C72-5353-0967-10D10CCB55A1}"/>
              </a:ext>
            </a:extLst>
          </p:cNvPr>
          <p:cNvSpPr/>
          <p:nvPr/>
        </p:nvSpPr>
        <p:spPr>
          <a:xfrm>
            <a:off x="71290" y="6885126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5" name="Graphic 144">
            <a:extLst>
              <a:ext uri="{FF2B5EF4-FFF2-40B4-BE49-F238E27FC236}">
                <a16:creationId xmlns:a16="http://schemas.microsoft.com/office/drawing/2014/main" id="{7CF71AED-F13A-55FB-9071-1F4ACBB3F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387013" y="5563979"/>
            <a:ext cx="104775" cy="238125"/>
          </a:xfrm>
          <a:prstGeom prst="rect">
            <a:avLst/>
          </a:prstGeom>
        </p:spPr>
      </p:pic>
      <p:pic>
        <p:nvPicPr>
          <p:cNvPr id="146" name="Graphic 145">
            <a:extLst>
              <a:ext uri="{FF2B5EF4-FFF2-40B4-BE49-F238E27FC236}">
                <a16:creationId xmlns:a16="http://schemas.microsoft.com/office/drawing/2014/main" id="{DEFF8F83-905F-4C80-FE17-D237EAA88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3798" y="6832084"/>
            <a:ext cx="142875" cy="238125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F37E91C7-39C0-060C-1656-48AE202272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89707" y="5989236"/>
            <a:ext cx="142875" cy="247650"/>
          </a:xfrm>
          <a:prstGeom prst="rect">
            <a:avLst/>
          </a:prstGeom>
        </p:spPr>
      </p:pic>
      <p:pic>
        <p:nvPicPr>
          <p:cNvPr id="151" name="Graphic 150">
            <a:extLst>
              <a:ext uri="{FF2B5EF4-FFF2-40B4-BE49-F238E27FC236}">
                <a16:creationId xmlns:a16="http://schemas.microsoft.com/office/drawing/2014/main" id="{374CFEAD-DAE0-DFA4-7934-DD23B0FF0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89036" y="5615435"/>
            <a:ext cx="133350" cy="238125"/>
          </a:xfrm>
          <a:prstGeom prst="rect">
            <a:avLst/>
          </a:prstGeom>
        </p:spPr>
      </p:pic>
      <p:pic>
        <p:nvPicPr>
          <p:cNvPr id="153" name="Graphic 152">
            <a:extLst>
              <a:ext uri="{FF2B5EF4-FFF2-40B4-BE49-F238E27FC236}">
                <a16:creationId xmlns:a16="http://schemas.microsoft.com/office/drawing/2014/main" id="{30CAB572-9454-9E1F-382F-4A5340DD9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77779" y="4807241"/>
            <a:ext cx="133350" cy="238125"/>
          </a:xfrm>
          <a:prstGeom prst="rect">
            <a:avLst/>
          </a:prstGeom>
        </p:spPr>
      </p:pic>
      <p:pic>
        <p:nvPicPr>
          <p:cNvPr id="156" name="Graphic 155">
            <a:extLst>
              <a:ext uri="{FF2B5EF4-FFF2-40B4-BE49-F238E27FC236}">
                <a16:creationId xmlns:a16="http://schemas.microsoft.com/office/drawing/2014/main" id="{6A42F63E-22FA-5081-FE37-59316CF43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5907" y="6017146"/>
            <a:ext cx="142875" cy="238125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DD28FC06-E210-5CD3-F128-F5A427A05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19005" y="5552479"/>
            <a:ext cx="133350" cy="238125"/>
          </a:xfrm>
          <a:prstGeom prst="rect">
            <a:avLst/>
          </a:prstGeom>
        </p:spPr>
      </p:pic>
      <p:pic>
        <p:nvPicPr>
          <p:cNvPr id="159" name="Graphic 158">
            <a:extLst>
              <a:ext uri="{FF2B5EF4-FFF2-40B4-BE49-F238E27FC236}">
                <a16:creationId xmlns:a16="http://schemas.microsoft.com/office/drawing/2014/main" id="{A18F6447-857E-F15E-CA75-396F6DD3C8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862730" y="5224634"/>
            <a:ext cx="381000" cy="371475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994035C3-88FA-4ABD-9B9A-CCD29F5E2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0235" y="5091710"/>
            <a:ext cx="390525" cy="371475"/>
          </a:xfrm>
          <a:prstGeom prst="rect">
            <a:avLst/>
          </a:prstGeom>
        </p:spPr>
      </p:pic>
      <p:pic>
        <p:nvPicPr>
          <p:cNvPr id="163" name="Graphic 162">
            <a:extLst>
              <a:ext uri="{FF2B5EF4-FFF2-40B4-BE49-F238E27FC236}">
                <a16:creationId xmlns:a16="http://schemas.microsoft.com/office/drawing/2014/main" id="{BA1BF2B3-D2B2-E919-C1AC-BCF8BD951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0235" y="6325870"/>
            <a:ext cx="457200" cy="371475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7276ECC0-FE27-C1A1-51FC-659BA406F0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932103" y="6382267"/>
            <a:ext cx="447675" cy="371475"/>
          </a:xfrm>
          <a:prstGeom prst="rect">
            <a:avLst/>
          </a:prstGeom>
        </p:spPr>
      </p:pic>
      <p:sp>
        <p:nvSpPr>
          <p:cNvPr id="166" name="Isosceles Triangle 165">
            <a:extLst>
              <a:ext uri="{FF2B5EF4-FFF2-40B4-BE49-F238E27FC236}">
                <a16:creationId xmlns:a16="http://schemas.microsoft.com/office/drawing/2014/main" id="{6E7D9DAB-34E2-7235-A9ED-083E7E14C7EA}"/>
              </a:ext>
            </a:extLst>
          </p:cNvPr>
          <p:cNvSpPr/>
          <p:nvPr/>
        </p:nvSpPr>
        <p:spPr>
          <a:xfrm rot="5400000">
            <a:off x="402499" y="4812374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Isosceles Triangle 166">
            <a:extLst>
              <a:ext uri="{FF2B5EF4-FFF2-40B4-BE49-F238E27FC236}">
                <a16:creationId xmlns:a16="http://schemas.microsoft.com/office/drawing/2014/main" id="{4E4218EC-8122-5447-3649-1197E0483490}"/>
              </a:ext>
            </a:extLst>
          </p:cNvPr>
          <p:cNvSpPr/>
          <p:nvPr/>
        </p:nvSpPr>
        <p:spPr>
          <a:xfrm rot="5400000">
            <a:off x="402293" y="6847549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Isosceles Triangle 168">
            <a:extLst>
              <a:ext uri="{FF2B5EF4-FFF2-40B4-BE49-F238E27FC236}">
                <a16:creationId xmlns:a16="http://schemas.microsoft.com/office/drawing/2014/main" id="{650D6284-7EFA-7E9B-F6F7-392BCD83106F}"/>
              </a:ext>
            </a:extLst>
          </p:cNvPr>
          <p:cNvSpPr/>
          <p:nvPr/>
        </p:nvSpPr>
        <p:spPr>
          <a:xfrm rot="5400000">
            <a:off x="-1662251" y="5595011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Isosceles Triangle 170">
            <a:extLst>
              <a:ext uri="{FF2B5EF4-FFF2-40B4-BE49-F238E27FC236}">
                <a16:creationId xmlns:a16="http://schemas.microsoft.com/office/drawing/2014/main" id="{AE82F666-72F7-970C-9277-7CEF71610F59}"/>
              </a:ext>
            </a:extLst>
          </p:cNvPr>
          <p:cNvSpPr/>
          <p:nvPr/>
        </p:nvSpPr>
        <p:spPr>
          <a:xfrm rot="16200000" flipH="1">
            <a:off x="-1683683" y="6045065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Isosceles Triangle 172">
            <a:extLst>
              <a:ext uri="{FF2B5EF4-FFF2-40B4-BE49-F238E27FC236}">
                <a16:creationId xmlns:a16="http://schemas.microsoft.com/office/drawing/2014/main" id="{17C8E829-FB49-D46A-5E9D-CD1D4C5F5607}"/>
              </a:ext>
            </a:extLst>
          </p:cNvPr>
          <p:cNvSpPr/>
          <p:nvPr/>
        </p:nvSpPr>
        <p:spPr>
          <a:xfrm rot="16200000" flipH="1">
            <a:off x="380203" y="6029986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Isosceles Triangle 174">
            <a:extLst>
              <a:ext uri="{FF2B5EF4-FFF2-40B4-BE49-F238E27FC236}">
                <a16:creationId xmlns:a16="http://schemas.microsoft.com/office/drawing/2014/main" id="{039768E1-BCB7-6E36-9CB2-F5EFE95E154F}"/>
              </a:ext>
            </a:extLst>
          </p:cNvPr>
          <p:cNvSpPr/>
          <p:nvPr/>
        </p:nvSpPr>
        <p:spPr>
          <a:xfrm rot="16200000" flipH="1">
            <a:off x="380204" y="5628347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Isosceles Triangle 176">
            <a:extLst>
              <a:ext uri="{FF2B5EF4-FFF2-40B4-BE49-F238E27FC236}">
                <a16:creationId xmlns:a16="http://schemas.microsoft.com/office/drawing/2014/main" id="{575B965E-68E6-A9D0-F2EE-246669173E26}"/>
              </a:ext>
            </a:extLst>
          </p:cNvPr>
          <p:cNvSpPr/>
          <p:nvPr/>
        </p:nvSpPr>
        <p:spPr>
          <a:xfrm rot="16200000" flipH="1">
            <a:off x="4466907" y="6046495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Isosceles Triangle 178">
            <a:extLst>
              <a:ext uri="{FF2B5EF4-FFF2-40B4-BE49-F238E27FC236}">
                <a16:creationId xmlns:a16="http://schemas.microsoft.com/office/drawing/2014/main" id="{582E44A5-EB6B-B628-822B-E3C290D8AB70}"/>
              </a:ext>
            </a:extLst>
          </p:cNvPr>
          <p:cNvSpPr/>
          <p:nvPr/>
        </p:nvSpPr>
        <p:spPr>
          <a:xfrm rot="5400000">
            <a:off x="4495869" y="5591378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A222C6C2-30EB-2FE8-3965-230226850629}"/>
              </a:ext>
            </a:extLst>
          </p:cNvPr>
          <p:cNvCxnSpPr>
            <a:cxnSpLocks/>
          </p:cNvCxnSpPr>
          <p:nvPr/>
        </p:nvCxnSpPr>
        <p:spPr>
          <a:xfrm flipV="1">
            <a:off x="1023815" y="4543341"/>
            <a:ext cx="0" cy="2688336"/>
          </a:xfrm>
          <a:prstGeom prst="straightConnector1">
            <a:avLst/>
          </a:prstGeom>
          <a:ln w="50800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56214A38-EFB2-ABBA-739A-C6309DC83293}"/>
              </a:ext>
            </a:extLst>
          </p:cNvPr>
          <p:cNvCxnSpPr>
            <a:cxnSpLocks/>
          </p:cNvCxnSpPr>
          <p:nvPr/>
        </p:nvCxnSpPr>
        <p:spPr>
          <a:xfrm>
            <a:off x="-742526" y="4510827"/>
            <a:ext cx="2195601" cy="0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D1BD4245-290C-0341-75E0-77C271355095}"/>
              </a:ext>
            </a:extLst>
          </p:cNvPr>
          <p:cNvCxnSpPr>
            <a:cxnSpLocks/>
          </p:cNvCxnSpPr>
          <p:nvPr/>
        </p:nvCxnSpPr>
        <p:spPr>
          <a:xfrm flipV="1">
            <a:off x="-738191" y="4498730"/>
            <a:ext cx="0" cy="2778757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833A2D05-3F2B-EBF2-64D3-E9A01243565D}"/>
              </a:ext>
            </a:extLst>
          </p:cNvPr>
          <p:cNvCxnSpPr>
            <a:cxnSpLocks/>
          </p:cNvCxnSpPr>
          <p:nvPr/>
        </p:nvCxnSpPr>
        <p:spPr>
          <a:xfrm>
            <a:off x="-743594" y="7261647"/>
            <a:ext cx="2183969" cy="0"/>
          </a:xfrm>
          <a:prstGeom prst="straightConnector1">
            <a:avLst/>
          </a:prstGeom>
          <a:ln w="508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DC70BD6B-362C-A494-21F4-2451457DFE3E}"/>
              </a:ext>
            </a:extLst>
          </p:cNvPr>
          <p:cNvCxnSpPr>
            <a:cxnSpLocks/>
          </p:cNvCxnSpPr>
          <p:nvPr/>
        </p:nvCxnSpPr>
        <p:spPr>
          <a:xfrm>
            <a:off x="1802502" y="4549437"/>
            <a:ext cx="0" cy="2683764"/>
          </a:xfrm>
          <a:prstGeom prst="straightConnector1">
            <a:avLst/>
          </a:prstGeom>
          <a:ln w="50800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99A5C3C-1AB1-03CE-E523-9C0236B94A24}"/>
              </a:ext>
            </a:extLst>
          </p:cNvPr>
          <p:cNvCxnSpPr>
            <a:cxnSpLocks/>
          </p:cNvCxnSpPr>
          <p:nvPr/>
        </p:nvCxnSpPr>
        <p:spPr>
          <a:xfrm flipH="1">
            <a:off x="1453075" y="4510827"/>
            <a:ext cx="2170632" cy="0"/>
          </a:xfrm>
          <a:prstGeom prst="straightConnector1">
            <a:avLst/>
          </a:prstGeom>
          <a:ln w="508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640EF211-7B4F-9937-91BF-AF3E37332101}"/>
              </a:ext>
            </a:extLst>
          </p:cNvPr>
          <p:cNvCxnSpPr>
            <a:cxnSpLocks/>
          </p:cNvCxnSpPr>
          <p:nvPr/>
        </p:nvCxnSpPr>
        <p:spPr>
          <a:xfrm flipH="1" flipV="1">
            <a:off x="3619372" y="4498730"/>
            <a:ext cx="0" cy="2778757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48530467-2843-86AA-5798-A43AEE9BA65C}"/>
              </a:ext>
            </a:extLst>
          </p:cNvPr>
          <p:cNvCxnSpPr>
            <a:cxnSpLocks/>
          </p:cNvCxnSpPr>
          <p:nvPr/>
        </p:nvCxnSpPr>
        <p:spPr>
          <a:xfrm flipH="1">
            <a:off x="1440375" y="7261647"/>
            <a:ext cx="2184400" cy="0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9F32BD4-A32E-85C6-4D67-C7246946B2F8}"/>
              </a:ext>
            </a:extLst>
          </p:cNvPr>
          <p:cNvSpPr/>
          <p:nvPr/>
        </p:nvSpPr>
        <p:spPr>
          <a:xfrm>
            <a:off x="7079370" y="-513470"/>
            <a:ext cx="5387340" cy="356997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63E417D-5312-DBF7-AD5D-E824E31E1C02}"/>
              </a:ext>
            </a:extLst>
          </p:cNvPr>
          <p:cNvSpPr/>
          <p:nvPr/>
        </p:nvSpPr>
        <p:spPr>
          <a:xfrm>
            <a:off x="7731838" y="75651"/>
            <a:ext cx="1401841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B5CCB43C-D36C-FA40-9A08-FC991ED8450A}"/>
              </a:ext>
            </a:extLst>
          </p:cNvPr>
          <p:cNvSpPr/>
          <p:nvPr/>
        </p:nvSpPr>
        <p:spPr>
          <a:xfrm>
            <a:off x="10294384" y="75651"/>
            <a:ext cx="1491616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1A34AA5-9CC4-9DA7-78C6-A6CA986F7917}"/>
              </a:ext>
            </a:extLst>
          </p:cNvPr>
          <p:cNvCxnSpPr>
            <a:cxnSpLocks/>
          </p:cNvCxnSpPr>
          <p:nvPr/>
        </p:nvCxnSpPr>
        <p:spPr>
          <a:xfrm>
            <a:off x="9103434" y="98290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7DBD4B04-0521-80D2-325F-18733C5EC46D}"/>
              </a:ext>
            </a:extLst>
          </p:cNvPr>
          <p:cNvCxnSpPr>
            <a:cxnSpLocks/>
          </p:cNvCxnSpPr>
          <p:nvPr/>
        </p:nvCxnSpPr>
        <p:spPr>
          <a:xfrm>
            <a:off x="9103434" y="91195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885CCA30-C94F-01FB-C972-2F7F3C6FCC64}"/>
              </a:ext>
            </a:extLst>
          </p:cNvPr>
          <p:cNvCxnSpPr>
            <a:cxnSpLocks/>
          </p:cNvCxnSpPr>
          <p:nvPr/>
        </p:nvCxnSpPr>
        <p:spPr>
          <a:xfrm>
            <a:off x="9103434" y="27332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E2544C7E-2B33-E21C-034D-1AB37A8C8B6F}"/>
              </a:ext>
            </a:extLst>
          </p:cNvPr>
          <p:cNvCxnSpPr>
            <a:cxnSpLocks/>
          </p:cNvCxnSpPr>
          <p:nvPr/>
        </p:nvCxnSpPr>
        <p:spPr>
          <a:xfrm>
            <a:off x="9103434" y="34427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D93BFD88-71A1-CAE9-D2D9-760E18465AAB}"/>
              </a:ext>
            </a:extLst>
          </p:cNvPr>
          <p:cNvCxnSpPr>
            <a:cxnSpLocks/>
          </p:cNvCxnSpPr>
          <p:nvPr/>
        </p:nvCxnSpPr>
        <p:spPr>
          <a:xfrm>
            <a:off x="9103434" y="41523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A2541C3-27B4-506D-A59B-95F66C7C62AF}"/>
              </a:ext>
            </a:extLst>
          </p:cNvPr>
          <p:cNvCxnSpPr>
            <a:cxnSpLocks/>
          </p:cNvCxnSpPr>
          <p:nvPr/>
        </p:nvCxnSpPr>
        <p:spPr>
          <a:xfrm>
            <a:off x="9103434" y="48619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EA5F08B1-FEA2-41DC-3872-A8DD9CF7F645}"/>
              </a:ext>
            </a:extLst>
          </p:cNvPr>
          <p:cNvCxnSpPr>
            <a:cxnSpLocks/>
          </p:cNvCxnSpPr>
          <p:nvPr/>
        </p:nvCxnSpPr>
        <p:spPr>
          <a:xfrm>
            <a:off x="9103434" y="55715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E3BD8CD-FEED-D548-CD9A-BA292BED01EF}"/>
              </a:ext>
            </a:extLst>
          </p:cNvPr>
          <p:cNvCxnSpPr>
            <a:cxnSpLocks/>
          </p:cNvCxnSpPr>
          <p:nvPr/>
        </p:nvCxnSpPr>
        <p:spPr>
          <a:xfrm>
            <a:off x="9103434" y="62811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EC65634-0FD7-28ED-1FAB-91A94FA8BCC1}"/>
              </a:ext>
            </a:extLst>
          </p:cNvPr>
          <p:cNvCxnSpPr>
            <a:cxnSpLocks/>
          </p:cNvCxnSpPr>
          <p:nvPr/>
        </p:nvCxnSpPr>
        <p:spPr>
          <a:xfrm>
            <a:off x="9103434" y="69907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C08F7776-85D2-3CEC-0872-81E043F61DB8}"/>
              </a:ext>
            </a:extLst>
          </p:cNvPr>
          <p:cNvCxnSpPr>
            <a:cxnSpLocks/>
          </p:cNvCxnSpPr>
          <p:nvPr/>
        </p:nvCxnSpPr>
        <p:spPr>
          <a:xfrm>
            <a:off x="9103434" y="77003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4F274D47-2124-3E1C-A742-C4147C5B3362}"/>
              </a:ext>
            </a:extLst>
          </p:cNvPr>
          <p:cNvCxnSpPr>
            <a:cxnSpLocks/>
          </p:cNvCxnSpPr>
          <p:nvPr/>
        </p:nvCxnSpPr>
        <p:spPr>
          <a:xfrm>
            <a:off x="9103434" y="84099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78F05C9D-7956-B902-9804-2F30816DC43C}"/>
              </a:ext>
            </a:extLst>
          </p:cNvPr>
          <p:cNvCxnSpPr>
            <a:cxnSpLocks/>
          </p:cNvCxnSpPr>
          <p:nvPr/>
        </p:nvCxnSpPr>
        <p:spPr>
          <a:xfrm flipH="1">
            <a:off x="9103434" y="219803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6A440132-04FB-DB8B-60F0-AC97F5FE07CC}"/>
              </a:ext>
            </a:extLst>
          </p:cNvPr>
          <p:cNvCxnSpPr>
            <a:cxnSpLocks/>
          </p:cNvCxnSpPr>
          <p:nvPr/>
        </p:nvCxnSpPr>
        <p:spPr>
          <a:xfrm flipH="1">
            <a:off x="9103434" y="212707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89B4FB48-BA2A-C614-B123-75817EFC6660}"/>
              </a:ext>
            </a:extLst>
          </p:cNvPr>
          <p:cNvCxnSpPr>
            <a:cxnSpLocks/>
          </p:cNvCxnSpPr>
          <p:nvPr/>
        </p:nvCxnSpPr>
        <p:spPr>
          <a:xfrm flipH="1">
            <a:off x="9103434" y="148844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47EB988-2C22-35A5-BCFD-6D46DEFA5A3F}"/>
              </a:ext>
            </a:extLst>
          </p:cNvPr>
          <p:cNvCxnSpPr>
            <a:cxnSpLocks/>
          </p:cNvCxnSpPr>
          <p:nvPr/>
        </p:nvCxnSpPr>
        <p:spPr>
          <a:xfrm flipH="1">
            <a:off x="9103434" y="155940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0C5B3E83-DDC0-F09E-4CB2-3D8083A2BD0C}"/>
              </a:ext>
            </a:extLst>
          </p:cNvPr>
          <p:cNvCxnSpPr>
            <a:cxnSpLocks/>
          </p:cNvCxnSpPr>
          <p:nvPr/>
        </p:nvCxnSpPr>
        <p:spPr>
          <a:xfrm flipH="1">
            <a:off x="9103434" y="163036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E46AE1FC-CA5D-6DE5-4A29-FF9C422E6EE5}"/>
              </a:ext>
            </a:extLst>
          </p:cNvPr>
          <p:cNvCxnSpPr>
            <a:cxnSpLocks/>
          </p:cNvCxnSpPr>
          <p:nvPr/>
        </p:nvCxnSpPr>
        <p:spPr>
          <a:xfrm flipH="1">
            <a:off x="9103434" y="170132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4DFE4E9-BF4C-6E7D-881E-45FDC70CBB16}"/>
              </a:ext>
            </a:extLst>
          </p:cNvPr>
          <p:cNvCxnSpPr>
            <a:cxnSpLocks/>
          </p:cNvCxnSpPr>
          <p:nvPr/>
        </p:nvCxnSpPr>
        <p:spPr>
          <a:xfrm flipH="1">
            <a:off x="9103434" y="177228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65689085-405C-ACDF-D3CB-7B3A89C452B6}"/>
              </a:ext>
            </a:extLst>
          </p:cNvPr>
          <p:cNvCxnSpPr>
            <a:cxnSpLocks/>
          </p:cNvCxnSpPr>
          <p:nvPr/>
        </p:nvCxnSpPr>
        <p:spPr>
          <a:xfrm flipH="1">
            <a:off x="9103434" y="184323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E8D5ED6C-A581-5762-1365-A95422E2F426}"/>
              </a:ext>
            </a:extLst>
          </p:cNvPr>
          <p:cNvCxnSpPr>
            <a:cxnSpLocks/>
          </p:cNvCxnSpPr>
          <p:nvPr/>
        </p:nvCxnSpPr>
        <p:spPr>
          <a:xfrm flipH="1">
            <a:off x="9103434" y="191419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5599CF99-8138-DC7E-8E42-8C88744F6071}"/>
              </a:ext>
            </a:extLst>
          </p:cNvPr>
          <p:cNvCxnSpPr>
            <a:cxnSpLocks/>
          </p:cNvCxnSpPr>
          <p:nvPr/>
        </p:nvCxnSpPr>
        <p:spPr>
          <a:xfrm flipH="1">
            <a:off x="9103434" y="198515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FCED562-7CD4-206F-3E41-6B1181454D73}"/>
              </a:ext>
            </a:extLst>
          </p:cNvPr>
          <p:cNvCxnSpPr>
            <a:cxnSpLocks/>
          </p:cNvCxnSpPr>
          <p:nvPr/>
        </p:nvCxnSpPr>
        <p:spPr>
          <a:xfrm flipH="1">
            <a:off x="9103434" y="205611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1B726E1-CB12-0409-9240-12E550B434B8}"/>
              </a:ext>
            </a:extLst>
          </p:cNvPr>
          <p:cNvCxnSpPr>
            <a:cxnSpLocks/>
          </p:cNvCxnSpPr>
          <p:nvPr/>
        </p:nvCxnSpPr>
        <p:spPr>
          <a:xfrm>
            <a:off x="6972216" y="261391"/>
            <a:ext cx="778669" cy="197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9446781E-09EF-29A4-4475-0D06F55723C1}"/>
              </a:ext>
            </a:extLst>
          </p:cNvPr>
          <p:cNvCxnSpPr>
            <a:cxnSpLocks/>
          </p:cNvCxnSpPr>
          <p:nvPr/>
        </p:nvCxnSpPr>
        <p:spPr>
          <a:xfrm>
            <a:off x="7038890" y="475366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23A75301-39D0-E472-3360-464C99E2F362}"/>
              </a:ext>
            </a:extLst>
          </p:cNvPr>
          <p:cNvCxnSpPr>
            <a:cxnSpLocks/>
          </p:cNvCxnSpPr>
          <p:nvPr/>
        </p:nvCxnSpPr>
        <p:spPr>
          <a:xfrm>
            <a:off x="7038890" y="67686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360A83FB-576C-3224-78A0-6AF5BD7961FE}"/>
              </a:ext>
            </a:extLst>
          </p:cNvPr>
          <p:cNvCxnSpPr>
            <a:cxnSpLocks/>
          </p:cNvCxnSpPr>
          <p:nvPr/>
        </p:nvCxnSpPr>
        <p:spPr>
          <a:xfrm>
            <a:off x="7038890" y="88973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0DDB0583-282A-6E99-B6CE-8D7B81C3AA9E}"/>
              </a:ext>
            </a:extLst>
          </p:cNvPr>
          <p:cNvCxnSpPr>
            <a:cxnSpLocks/>
          </p:cNvCxnSpPr>
          <p:nvPr/>
        </p:nvCxnSpPr>
        <p:spPr>
          <a:xfrm>
            <a:off x="7038890" y="1712170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879962CD-18A3-47C6-B227-DC197091AF28}"/>
              </a:ext>
            </a:extLst>
          </p:cNvPr>
          <p:cNvCxnSpPr>
            <a:cxnSpLocks/>
          </p:cNvCxnSpPr>
          <p:nvPr/>
        </p:nvCxnSpPr>
        <p:spPr>
          <a:xfrm>
            <a:off x="7038890" y="1913667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391B6C5B-2E46-55FF-8DE7-E6B1D846C50E}"/>
              </a:ext>
            </a:extLst>
          </p:cNvPr>
          <p:cNvCxnSpPr>
            <a:cxnSpLocks/>
          </p:cNvCxnSpPr>
          <p:nvPr/>
        </p:nvCxnSpPr>
        <p:spPr>
          <a:xfrm>
            <a:off x="7038890" y="2126542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53974280-CA40-0542-F985-E95FCD00C599}"/>
              </a:ext>
            </a:extLst>
          </p:cNvPr>
          <p:cNvCxnSpPr>
            <a:cxnSpLocks/>
          </p:cNvCxnSpPr>
          <p:nvPr/>
        </p:nvCxnSpPr>
        <p:spPr>
          <a:xfrm>
            <a:off x="7038889" y="151067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A7022F41-E8F5-A570-4E25-7B0E05E5574C}"/>
              </a:ext>
            </a:extLst>
          </p:cNvPr>
          <p:cNvCxnSpPr>
            <a:cxnSpLocks/>
            <a:stCxn id="269" idx="6"/>
          </p:cNvCxnSpPr>
          <p:nvPr/>
        </p:nvCxnSpPr>
        <p:spPr>
          <a:xfrm>
            <a:off x="6309333" y="1506891"/>
            <a:ext cx="746705" cy="2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B27B4FA6-79C2-6DC0-1F0B-84032D52158E}"/>
              </a:ext>
            </a:extLst>
          </p:cNvPr>
          <p:cNvCxnSpPr>
            <a:cxnSpLocks/>
            <a:endCxn id="270" idx="6"/>
          </p:cNvCxnSpPr>
          <p:nvPr/>
        </p:nvCxnSpPr>
        <p:spPr>
          <a:xfrm flipH="1" flipV="1">
            <a:off x="6309332" y="1056508"/>
            <a:ext cx="746706" cy="14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35D1D802-B3F4-8146-16BC-2A0677B1286C}"/>
              </a:ext>
            </a:extLst>
          </p:cNvPr>
          <p:cNvCxnSpPr>
            <a:cxnSpLocks/>
          </p:cNvCxnSpPr>
          <p:nvPr/>
        </p:nvCxnSpPr>
        <p:spPr>
          <a:xfrm flipH="1">
            <a:off x="8514074" y="273320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88C845AE-16D1-5F24-E4D9-536194E2A0CB}"/>
              </a:ext>
            </a:extLst>
          </p:cNvPr>
          <p:cNvCxnSpPr>
            <a:cxnSpLocks/>
          </p:cNvCxnSpPr>
          <p:nvPr/>
        </p:nvCxnSpPr>
        <p:spPr>
          <a:xfrm flipH="1">
            <a:off x="8510504" y="1091254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6756CB61-D283-393D-7D09-488C35AAE104}"/>
              </a:ext>
            </a:extLst>
          </p:cNvPr>
          <p:cNvCxnSpPr>
            <a:cxnSpLocks/>
          </p:cNvCxnSpPr>
          <p:nvPr/>
        </p:nvCxnSpPr>
        <p:spPr>
          <a:xfrm flipH="1">
            <a:off x="8514074" y="1492565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6770DAF0-D3D4-5A42-2A42-1FFE7B149223}"/>
              </a:ext>
            </a:extLst>
          </p:cNvPr>
          <p:cNvCxnSpPr>
            <a:cxnSpLocks/>
          </p:cNvCxnSpPr>
          <p:nvPr/>
        </p:nvCxnSpPr>
        <p:spPr>
          <a:xfrm flipH="1">
            <a:off x="8510504" y="2309308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FCF1B33E-0B06-65C8-60E5-2B07649304A3}"/>
              </a:ext>
            </a:extLst>
          </p:cNvPr>
          <p:cNvCxnSpPr>
            <a:cxnSpLocks/>
          </p:cNvCxnSpPr>
          <p:nvPr/>
        </p:nvCxnSpPr>
        <p:spPr>
          <a:xfrm>
            <a:off x="6958721" y="2325068"/>
            <a:ext cx="1009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C403403-7422-0560-662F-A8663378CB49}"/>
              </a:ext>
            </a:extLst>
          </p:cNvPr>
          <p:cNvCxnSpPr>
            <a:cxnSpLocks/>
          </p:cNvCxnSpPr>
          <p:nvPr/>
        </p:nvCxnSpPr>
        <p:spPr>
          <a:xfrm flipV="1">
            <a:off x="6981280" y="2342528"/>
            <a:ext cx="0" cy="8200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5EB02890-AC93-DBF7-A942-A27CF493F2DE}"/>
              </a:ext>
            </a:extLst>
          </p:cNvPr>
          <p:cNvCxnSpPr>
            <a:cxnSpLocks/>
          </p:cNvCxnSpPr>
          <p:nvPr/>
        </p:nvCxnSpPr>
        <p:spPr>
          <a:xfrm>
            <a:off x="6972216" y="3146204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C14EB24B-8CFB-2A7A-5C81-991AB073137B}"/>
              </a:ext>
            </a:extLst>
          </p:cNvPr>
          <p:cNvCxnSpPr>
            <a:cxnSpLocks/>
          </p:cNvCxnSpPr>
          <p:nvPr/>
        </p:nvCxnSpPr>
        <p:spPr>
          <a:xfrm flipV="1">
            <a:off x="12523562" y="2271164"/>
            <a:ext cx="0" cy="8913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46124B4B-5768-E716-4257-7B717DA9B53D}"/>
              </a:ext>
            </a:extLst>
          </p:cNvPr>
          <p:cNvCxnSpPr>
            <a:cxnSpLocks/>
          </p:cNvCxnSpPr>
          <p:nvPr/>
        </p:nvCxnSpPr>
        <p:spPr>
          <a:xfrm flipV="1">
            <a:off x="6979078" y="-575626"/>
            <a:ext cx="0" cy="837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57901AFB-AB72-06E0-6CF2-19AF47817C2B}"/>
              </a:ext>
            </a:extLst>
          </p:cNvPr>
          <p:cNvCxnSpPr>
            <a:cxnSpLocks/>
          </p:cNvCxnSpPr>
          <p:nvPr/>
        </p:nvCxnSpPr>
        <p:spPr>
          <a:xfrm>
            <a:off x="6967633" y="-588719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3ED1EE2-0E9C-F206-E74D-BF834787B388}"/>
              </a:ext>
            </a:extLst>
          </p:cNvPr>
          <p:cNvCxnSpPr>
            <a:cxnSpLocks/>
          </p:cNvCxnSpPr>
          <p:nvPr/>
        </p:nvCxnSpPr>
        <p:spPr>
          <a:xfrm flipV="1">
            <a:off x="12523741" y="-607767"/>
            <a:ext cx="0" cy="852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C4348F9-A765-164E-E0D5-0B2138849214}"/>
              </a:ext>
            </a:extLst>
          </p:cNvPr>
          <p:cNvCxnSpPr>
            <a:cxnSpLocks/>
          </p:cNvCxnSpPr>
          <p:nvPr/>
        </p:nvCxnSpPr>
        <p:spPr>
          <a:xfrm>
            <a:off x="11757890" y="866612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8E809F22-2775-F50B-AB36-D94DDE927428}"/>
              </a:ext>
            </a:extLst>
          </p:cNvPr>
          <p:cNvCxnSpPr>
            <a:cxnSpLocks/>
          </p:cNvCxnSpPr>
          <p:nvPr/>
        </p:nvCxnSpPr>
        <p:spPr>
          <a:xfrm>
            <a:off x="11755508" y="24647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EB297FD2-EBBD-FBFA-2A16-D9355FA71C97}"/>
              </a:ext>
            </a:extLst>
          </p:cNvPr>
          <p:cNvCxnSpPr>
            <a:cxnSpLocks/>
          </p:cNvCxnSpPr>
          <p:nvPr/>
        </p:nvCxnSpPr>
        <p:spPr>
          <a:xfrm>
            <a:off x="11754715" y="169577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084F1060-DBBB-EB90-6C88-A8A09DB311EA}"/>
              </a:ext>
            </a:extLst>
          </p:cNvPr>
          <p:cNvCxnSpPr>
            <a:cxnSpLocks/>
          </p:cNvCxnSpPr>
          <p:nvPr/>
        </p:nvCxnSpPr>
        <p:spPr>
          <a:xfrm>
            <a:off x="11754714" y="1904972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5863002F-6D7E-70D2-428C-28E55B53EF72}"/>
              </a:ext>
            </a:extLst>
          </p:cNvPr>
          <p:cNvCxnSpPr>
            <a:cxnSpLocks/>
          </p:cNvCxnSpPr>
          <p:nvPr/>
        </p:nvCxnSpPr>
        <p:spPr>
          <a:xfrm>
            <a:off x="11743049" y="2113072"/>
            <a:ext cx="780513" cy="181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D9AB0ADB-4C33-D988-5ECC-E7102B275D6A}"/>
              </a:ext>
            </a:extLst>
          </p:cNvPr>
          <p:cNvCxnSpPr>
            <a:cxnSpLocks/>
          </p:cNvCxnSpPr>
          <p:nvPr/>
        </p:nvCxnSpPr>
        <p:spPr>
          <a:xfrm>
            <a:off x="11754714" y="1486586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072712FB-0419-72F2-D9AC-9BAD7E3C5595}"/>
              </a:ext>
            </a:extLst>
          </p:cNvPr>
          <p:cNvCxnSpPr>
            <a:cxnSpLocks/>
          </p:cNvCxnSpPr>
          <p:nvPr/>
        </p:nvCxnSpPr>
        <p:spPr>
          <a:xfrm>
            <a:off x="11756302" y="45725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B33140D1-9E24-C2BA-2D88-DCA9ABEB8D4B}"/>
              </a:ext>
            </a:extLst>
          </p:cNvPr>
          <p:cNvCxnSpPr>
            <a:cxnSpLocks/>
          </p:cNvCxnSpPr>
          <p:nvPr/>
        </p:nvCxnSpPr>
        <p:spPr>
          <a:xfrm>
            <a:off x="11756301" y="664864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BE93D86E-6D38-9BC4-EECB-1F96F97F4A26}"/>
              </a:ext>
            </a:extLst>
          </p:cNvPr>
          <p:cNvCxnSpPr>
            <a:cxnSpLocks/>
          </p:cNvCxnSpPr>
          <p:nvPr/>
        </p:nvCxnSpPr>
        <p:spPr>
          <a:xfrm>
            <a:off x="12445518" y="234257"/>
            <a:ext cx="947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4190CBA8-D887-238F-D5DA-C3FC6222A302}"/>
              </a:ext>
            </a:extLst>
          </p:cNvPr>
          <p:cNvCxnSpPr>
            <a:cxnSpLocks/>
          </p:cNvCxnSpPr>
          <p:nvPr/>
        </p:nvCxnSpPr>
        <p:spPr>
          <a:xfrm>
            <a:off x="12445518" y="1043217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E4DCE3A3-F935-C486-A6CB-83366FC40AF7}"/>
              </a:ext>
            </a:extLst>
          </p:cNvPr>
          <p:cNvCxnSpPr>
            <a:cxnSpLocks/>
          </p:cNvCxnSpPr>
          <p:nvPr/>
        </p:nvCxnSpPr>
        <p:spPr>
          <a:xfrm>
            <a:off x="12445518" y="1507100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3E8D21F6-BEFF-BFF1-9066-63E309805EBE}"/>
              </a:ext>
            </a:extLst>
          </p:cNvPr>
          <p:cNvSpPr/>
          <p:nvPr/>
        </p:nvSpPr>
        <p:spPr>
          <a:xfrm>
            <a:off x="13190274" y="1447270"/>
            <a:ext cx="117698" cy="11769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4F995E07-CC09-865C-BD32-3E4458F6049F}"/>
              </a:ext>
            </a:extLst>
          </p:cNvPr>
          <p:cNvSpPr/>
          <p:nvPr/>
        </p:nvSpPr>
        <p:spPr>
          <a:xfrm>
            <a:off x="13188310" y="993314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AF2E8E48-B9D8-7C25-E85C-FC0F9E3D2025}"/>
              </a:ext>
            </a:extLst>
          </p:cNvPr>
          <p:cNvSpPr/>
          <p:nvPr/>
        </p:nvSpPr>
        <p:spPr>
          <a:xfrm>
            <a:off x="6189671" y="1447060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F6716506-A733-9B33-649F-49FDA45153FD}"/>
              </a:ext>
            </a:extLst>
          </p:cNvPr>
          <p:cNvSpPr/>
          <p:nvPr/>
        </p:nvSpPr>
        <p:spPr>
          <a:xfrm>
            <a:off x="6189671" y="996677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674DCC06-924A-6F6A-54ED-366552F3AE8D}"/>
              </a:ext>
            </a:extLst>
          </p:cNvPr>
          <p:cNvSpPr/>
          <p:nvPr/>
        </p:nvSpPr>
        <p:spPr>
          <a:xfrm>
            <a:off x="8377921" y="1037081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61D7EF23-3FBF-C0AF-2C3A-6AFAA6E40BF7}"/>
              </a:ext>
            </a:extLst>
          </p:cNvPr>
          <p:cNvSpPr/>
          <p:nvPr/>
        </p:nvSpPr>
        <p:spPr>
          <a:xfrm>
            <a:off x="8377921" y="211322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6FC8B676-6AA5-3B35-362E-1F152F9F3908}"/>
              </a:ext>
            </a:extLst>
          </p:cNvPr>
          <p:cNvSpPr/>
          <p:nvPr/>
        </p:nvSpPr>
        <p:spPr>
          <a:xfrm>
            <a:off x="8377921" y="1433900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B9E29302-D5B6-B0E7-E9CE-2652349AA02A}"/>
              </a:ext>
            </a:extLst>
          </p:cNvPr>
          <p:cNvSpPr/>
          <p:nvPr/>
        </p:nvSpPr>
        <p:spPr>
          <a:xfrm>
            <a:off x="8377921" y="2255035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5" name="Graphic 274">
            <a:extLst>
              <a:ext uri="{FF2B5EF4-FFF2-40B4-BE49-F238E27FC236}">
                <a16:creationId xmlns:a16="http://schemas.microsoft.com/office/drawing/2014/main" id="{358182D0-49F4-61E6-E34E-AB5870102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19618" y="933888"/>
            <a:ext cx="104775" cy="238125"/>
          </a:xfrm>
          <a:prstGeom prst="rect">
            <a:avLst/>
          </a:prstGeom>
        </p:spPr>
      </p:pic>
      <p:pic>
        <p:nvPicPr>
          <p:cNvPr id="276" name="Graphic 275">
            <a:extLst>
              <a:ext uri="{FF2B5EF4-FFF2-40B4-BE49-F238E27FC236}">
                <a16:creationId xmlns:a16="http://schemas.microsoft.com/office/drawing/2014/main" id="{843C543E-B6E6-EC3B-E676-DEE0FD724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2833" y="2201993"/>
            <a:ext cx="142875" cy="238125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A03FF46E-BD4B-BDEA-86FA-6EBDB9CB9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6924" y="1359145"/>
            <a:ext cx="142875" cy="247650"/>
          </a:xfrm>
          <a:prstGeom prst="rect">
            <a:avLst/>
          </a:prstGeom>
        </p:spPr>
      </p:pic>
      <p:pic>
        <p:nvPicPr>
          <p:cNvPr id="278" name="Graphic 277">
            <a:extLst>
              <a:ext uri="{FF2B5EF4-FFF2-40B4-BE49-F238E27FC236}">
                <a16:creationId xmlns:a16="http://schemas.microsoft.com/office/drawing/2014/main" id="{3EB025F6-B87A-0BC1-B149-CE80B0B106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7595" y="985344"/>
            <a:ext cx="133350" cy="238125"/>
          </a:xfrm>
          <a:prstGeom prst="rect">
            <a:avLst/>
          </a:prstGeom>
        </p:spPr>
      </p:pic>
      <p:pic>
        <p:nvPicPr>
          <p:cNvPr id="279" name="Graphic 278">
            <a:extLst>
              <a:ext uri="{FF2B5EF4-FFF2-40B4-BE49-F238E27FC236}">
                <a16:creationId xmlns:a16="http://schemas.microsoft.com/office/drawing/2014/main" id="{1C6CE7CB-E59F-03D2-4776-3EE112FCD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852" y="177150"/>
            <a:ext cx="133350" cy="238125"/>
          </a:xfrm>
          <a:prstGeom prst="rect">
            <a:avLst/>
          </a:prstGeom>
        </p:spPr>
      </p:pic>
      <p:pic>
        <p:nvPicPr>
          <p:cNvPr id="280" name="Graphic 279">
            <a:extLst>
              <a:ext uri="{FF2B5EF4-FFF2-40B4-BE49-F238E27FC236}">
                <a16:creationId xmlns:a16="http://schemas.microsoft.com/office/drawing/2014/main" id="{61D394E4-ED94-B4C2-51FC-CD2B7C603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12481" y="1387056"/>
            <a:ext cx="152400" cy="238125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B4F31BBC-1245-EE12-8A0E-5E3764B49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90724" y="1387055"/>
            <a:ext cx="142875" cy="238125"/>
          </a:xfrm>
          <a:prstGeom prst="rect">
            <a:avLst/>
          </a:prstGeom>
        </p:spPr>
      </p:pic>
      <p:pic>
        <p:nvPicPr>
          <p:cNvPr id="282" name="Graphic 281">
            <a:extLst>
              <a:ext uri="{FF2B5EF4-FFF2-40B4-BE49-F238E27FC236}">
                <a16:creationId xmlns:a16="http://schemas.microsoft.com/office/drawing/2014/main" id="{3513A87C-06CA-23AB-F071-6F1AC0654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25636" y="922388"/>
            <a:ext cx="133350" cy="238125"/>
          </a:xfrm>
          <a:prstGeom prst="rect">
            <a:avLst/>
          </a:prstGeom>
        </p:spPr>
      </p:pic>
      <p:pic>
        <p:nvPicPr>
          <p:cNvPr id="283" name="Graphic 282">
            <a:extLst>
              <a:ext uri="{FF2B5EF4-FFF2-40B4-BE49-F238E27FC236}">
                <a16:creationId xmlns:a16="http://schemas.microsoft.com/office/drawing/2014/main" id="{BE258D57-0821-9790-570C-17D57997F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43901" y="594543"/>
            <a:ext cx="381000" cy="371475"/>
          </a:xfrm>
          <a:prstGeom prst="rect">
            <a:avLst/>
          </a:prstGeom>
        </p:spPr>
      </p:pic>
      <p:pic>
        <p:nvPicPr>
          <p:cNvPr id="284" name="Graphic 283">
            <a:extLst>
              <a:ext uri="{FF2B5EF4-FFF2-40B4-BE49-F238E27FC236}">
                <a16:creationId xmlns:a16="http://schemas.microsoft.com/office/drawing/2014/main" id="{F43666A9-ADB7-B5B0-D778-C6BD0EDF8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6866" y="461619"/>
            <a:ext cx="390525" cy="371475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DDB9A201-CC7A-C508-16B4-FBA7AF8DA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86866" y="1695779"/>
            <a:ext cx="457200" cy="371475"/>
          </a:xfrm>
          <a:prstGeom prst="rect">
            <a:avLst/>
          </a:prstGeom>
        </p:spPr>
      </p:pic>
      <p:pic>
        <p:nvPicPr>
          <p:cNvPr id="286" name="Graphic 285">
            <a:extLst>
              <a:ext uri="{FF2B5EF4-FFF2-40B4-BE49-F238E27FC236}">
                <a16:creationId xmlns:a16="http://schemas.microsoft.com/office/drawing/2014/main" id="{71439E10-F341-7500-1BA5-DD8659D083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4528" y="1752176"/>
            <a:ext cx="447675" cy="371475"/>
          </a:xfrm>
          <a:prstGeom prst="rect">
            <a:avLst/>
          </a:prstGeom>
        </p:spPr>
      </p:pic>
      <p:sp>
        <p:nvSpPr>
          <p:cNvPr id="287" name="Isosceles Triangle 286">
            <a:extLst>
              <a:ext uri="{FF2B5EF4-FFF2-40B4-BE49-F238E27FC236}">
                <a16:creationId xmlns:a16="http://schemas.microsoft.com/office/drawing/2014/main" id="{CFFCC64D-DCE3-8470-B24E-E8721578F6C5}"/>
              </a:ext>
            </a:extLst>
          </p:cNvPr>
          <p:cNvSpPr/>
          <p:nvPr/>
        </p:nvSpPr>
        <p:spPr>
          <a:xfrm rot="5400000">
            <a:off x="8709130" y="182283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Isosceles Triangle 287">
            <a:extLst>
              <a:ext uri="{FF2B5EF4-FFF2-40B4-BE49-F238E27FC236}">
                <a16:creationId xmlns:a16="http://schemas.microsoft.com/office/drawing/2014/main" id="{3BD1A5AE-D1CE-AE8A-559B-0C87F01E49C2}"/>
              </a:ext>
            </a:extLst>
          </p:cNvPr>
          <p:cNvSpPr/>
          <p:nvPr/>
        </p:nvSpPr>
        <p:spPr>
          <a:xfrm rot="5400000">
            <a:off x="8708924" y="2217458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Isosceles Triangle 288">
            <a:extLst>
              <a:ext uri="{FF2B5EF4-FFF2-40B4-BE49-F238E27FC236}">
                <a16:creationId xmlns:a16="http://schemas.microsoft.com/office/drawing/2014/main" id="{F1E6C9D4-8A00-F645-C4C8-26840A2F81A6}"/>
              </a:ext>
            </a:extLst>
          </p:cNvPr>
          <p:cNvSpPr/>
          <p:nvPr/>
        </p:nvSpPr>
        <p:spPr>
          <a:xfrm rot="5400000">
            <a:off x="6644380" y="964920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Isosceles Triangle 289">
            <a:extLst>
              <a:ext uri="{FF2B5EF4-FFF2-40B4-BE49-F238E27FC236}">
                <a16:creationId xmlns:a16="http://schemas.microsoft.com/office/drawing/2014/main" id="{B8B7C531-67B1-AF79-11DB-B8DABFF51356}"/>
              </a:ext>
            </a:extLst>
          </p:cNvPr>
          <p:cNvSpPr/>
          <p:nvPr/>
        </p:nvSpPr>
        <p:spPr>
          <a:xfrm rot="16200000" flipH="1">
            <a:off x="6622948" y="1414974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Isosceles Triangle 290">
            <a:extLst>
              <a:ext uri="{FF2B5EF4-FFF2-40B4-BE49-F238E27FC236}">
                <a16:creationId xmlns:a16="http://schemas.microsoft.com/office/drawing/2014/main" id="{AC119756-F819-EEB0-2933-AE8CAA054F66}"/>
              </a:ext>
            </a:extLst>
          </p:cNvPr>
          <p:cNvSpPr/>
          <p:nvPr/>
        </p:nvSpPr>
        <p:spPr>
          <a:xfrm rot="16200000" flipH="1">
            <a:off x="8686834" y="1399895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Isosceles Triangle 291">
            <a:extLst>
              <a:ext uri="{FF2B5EF4-FFF2-40B4-BE49-F238E27FC236}">
                <a16:creationId xmlns:a16="http://schemas.microsoft.com/office/drawing/2014/main" id="{62AA68AE-1BA4-CAE7-F480-94AE56A5EA42}"/>
              </a:ext>
            </a:extLst>
          </p:cNvPr>
          <p:cNvSpPr/>
          <p:nvPr/>
        </p:nvSpPr>
        <p:spPr>
          <a:xfrm rot="16200000" flipH="1">
            <a:off x="8686835" y="998256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Isosceles Triangle 292">
            <a:extLst>
              <a:ext uri="{FF2B5EF4-FFF2-40B4-BE49-F238E27FC236}">
                <a16:creationId xmlns:a16="http://schemas.microsoft.com/office/drawing/2014/main" id="{D35898B9-7803-3A03-4934-0029D264CC8A}"/>
              </a:ext>
            </a:extLst>
          </p:cNvPr>
          <p:cNvSpPr/>
          <p:nvPr/>
        </p:nvSpPr>
        <p:spPr>
          <a:xfrm rot="16200000" flipH="1">
            <a:off x="12773538" y="1416404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Isosceles Triangle 293">
            <a:extLst>
              <a:ext uri="{FF2B5EF4-FFF2-40B4-BE49-F238E27FC236}">
                <a16:creationId xmlns:a16="http://schemas.microsoft.com/office/drawing/2014/main" id="{91529055-FBC3-05E6-2BBF-37860D3EE5B0}"/>
              </a:ext>
            </a:extLst>
          </p:cNvPr>
          <p:cNvSpPr/>
          <p:nvPr/>
        </p:nvSpPr>
        <p:spPr>
          <a:xfrm rot="5400000">
            <a:off x="12802500" y="961287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8993ABE1-8947-1D6B-50A5-1496319A5992}"/>
              </a:ext>
            </a:extLst>
          </p:cNvPr>
          <p:cNvCxnSpPr>
            <a:cxnSpLocks/>
          </p:cNvCxnSpPr>
          <p:nvPr/>
        </p:nvCxnSpPr>
        <p:spPr>
          <a:xfrm flipV="1">
            <a:off x="9773040" y="-324494"/>
            <a:ext cx="0" cy="3145536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7934E6A5-7138-CB05-8592-A66EF62FE073}"/>
              </a:ext>
            </a:extLst>
          </p:cNvPr>
          <p:cNvCxnSpPr>
            <a:cxnSpLocks/>
          </p:cNvCxnSpPr>
          <p:nvPr/>
        </p:nvCxnSpPr>
        <p:spPr>
          <a:xfrm>
            <a:off x="10113988" y="-367763"/>
            <a:ext cx="2206038" cy="0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20A13AD7-4728-0393-ABC4-6906E748B63D}"/>
              </a:ext>
            </a:extLst>
          </p:cNvPr>
          <p:cNvCxnSpPr>
            <a:cxnSpLocks/>
          </p:cNvCxnSpPr>
          <p:nvPr/>
        </p:nvCxnSpPr>
        <p:spPr>
          <a:xfrm>
            <a:off x="12313875" y="-381544"/>
            <a:ext cx="0" cy="3246274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3C75C3EA-D8C5-E6E3-17CB-A24058EBB76A}"/>
              </a:ext>
            </a:extLst>
          </p:cNvPr>
          <p:cNvCxnSpPr>
            <a:cxnSpLocks/>
          </p:cNvCxnSpPr>
          <p:nvPr/>
        </p:nvCxnSpPr>
        <p:spPr>
          <a:xfrm>
            <a:off x="7222246" y="-367763"/>
            <a:ext cx="2924839" cy="0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23E5D3C6-ABAC-BAB4-A21B-63E1B4E16794}"/>
              </a:ext>
            </a:extLst>
          </p:cNvPr>
          <p:cNvCxnSpPr>
            <a:cxnSpLocks/>
          </p:cNvCxnSpPr>
          <p:nvPr/>
        </p:nvCxnSpPr>
        <p:spPr>
          <a:xfrm>
            <a:off x="7238955" y="-364691"/>
            <a:ext cx="0" cy="3206561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7FCB203F-B4BC-4479-07E9-2731662DC09C}"/>
              </a:ext>
            </a:extLst>
          </p:cNvPr>
          <p:cNvCxnSpPr>
            <a:cxnSpLocks/>
          </p:cNvCxnSpPr>
          <p:nvPr/>
        </p:nvCxnSpPr>
        <p:spPr>
          <a:xfrm>
            <a:off x="9791710" y="2847877"/>
            <a:ext cx="2513076" cy="0"/>
          </a:xfrm>
          <a:prstGeom prst="straightConnector1">
            <a:avLst/>
          </a:prstGeom>
          <a:ln w="508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E18480E4-1243-B94F-549E-98D67B36F4B6}"/>
              </a:ext>
            </a:extLst>
          </p:cNvPr>
          <p:cNvCxnSpPr>
            <a:cxnSpLocks/>
          </p:cNvCxnSpPr>
          <p:nvPr/>
        </p:nvCxnSpPr>
        <p:spPr>
          <a:xfrm>
            <a:off x="7225294" y="2847877"/>
            <a:ext cx="2505456" cy="0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59D26505-D73A-1BB6-FCFB-1EFB72CA78A6}"/>
              </a:ext>
            </a:extLst>
          </p:cNvPr>
          <p:cNvCxnSpPr>
            <a:cxnSpLocks/>
          </p:cNvCxnSpPr>
          <p:nvPr/>
        </p:nvCxnSpPr>
        <p:spPr>
          <a:xfrm flipV="1">
            <a:off x="9330446" y="-86750"/>
            <a:ext cx="0" cy="2688336"/>
          </a:xfrm>
          <a:prstGeom prst="straightConnector1">
            <a:avLst/>
          </a:prstGeom>
          <a:ln w="50800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2E444403-55C9-02AB-5D9A-B06E3933F9CB}"/>
              </a:ext>
            </a:extLst>
          </p:cNvPr>
          <p:cNvCxnSpPr>
            <a:cxnSpLocks/>
          </p:cNvCxnSpPr>
          <p:nvPr/>
        </p:nvCxnSpPr>
        <p:spPr>
          <a:xfrm>
            <a:off x="7564105" y="-119264"/>
            <a:ext cx="2195601" cy="0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69F7904F-990C-33A0-B8ED-7F99555494A1}"/>
              </a:ext>
            </a:extLst>
          </p:cNvPr>
          <p:cNvCxnSpPr>
            <a:cxnSpLocks/>
          </p:cNvCxnSpPr>
          <p:nvPr/>
        </p:nvCxnSpPr>
        <p:spPr>
          <a:xfrm flipV="1">
            <a:off x="7568440" y="-131361"/>
            <a:ext cx="0" cy="2778757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B2499F3D-D3A4-0B62-EC55-44F7B754EEA3}"/>
              </a:ext>
            </a:extLst>
          </p:cNvPr>
          <p:cNvCxnSpPr>
            <a:cxnSpLocks/>
          </p:cNvCxnSpPr>
          <p:nvPr/>
        </p:nvCxnSpPr>
        <p:spPr>
          <a:xfrm>
            <a:off x="7563037" y="2631556"/>
            <a:ext cx="2183969" cy="0"/>
          </a:xfrm>
          <a:prstGeom prst="straightConnector1">
            <a:avLst/>
          </a:prstGeom>
          <a:ln w="508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18696CC4-E580-7043-3AE1-3C0344FBBA6D}"/>
              </a:ext>
            </a:extLst>
          </p:cNvPr>
          <p:cNvCxnSpPr>
            <a:cxnSpLocks/>
          </p:cNvCxnSpPr>
          <p:nvPr/>
        </p:nvCxnSpPr>
        <p:spPr>
          <a:xfrm>
            <a:off x="10109133" y="-80654"/>
            <a:ext cx="0" cy="2683764"/>
          </a:xfrm>
          <a:prstGeom prst="straightConnector1">
            <a:avLst/>
          </a:prstGeom>
          <a:ln w="50800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D1B731A3-E850-88D9-3434-F6B61D90319B}"/>
              </a:ext>
            </a:extLst>
          </p:cNvPr>
          <p:cNvCxnSpPr>
            <a:cxnSpLocks/>
          </p:cNvCxnSpPr>
          <p:nvPr/>
        </p:nvCxnSpPr>
        <p:spPr>
          <a:xfrm flipH="1">
            <a:off x="9759706" y="-119264"/>
            <a:ext cx="2170632" cy="0"/>
          </a:xfrm>
          <a:prstGeom prst="straightConnector1">
            <a:avLst/>
          </a:prstGeom>
          <a:ln w="508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ED2010F7-B09E-5347-08AB-930E9F887F68}"/>
              </a:ext>
            </a:extLst>
          </p:cNvPr>
          <p:cNvCxnSpPr>
            <a:cxnSpLocks/>
          </p:cNvCxnSpPr>
          <p:nvPr/>
        </p:nvCxnSpPr>
        <p:spPr>
          <a:xfrm flipH="1" flipV="1">
            <a:off x="11926003" y="-131361"/>
            <a:ext cx="0" cy="2778757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7C01FC15-5FE9-0DF3-08D8-FD94C69DC4A9}"/>
              </a:ext>
            </a:extLst>
          </p:cNvPr>
          <p:cNvCxnSpPr>
            <a:cxnSpLocks/>
          </p:cNvCxnSpPr>
          <p:nvPr/>
        </p:nvCxnSpPr>
        <p:spPr>
          <a:xfrm flipH="1">
            <a:off x="9747006" y="2631556"/>
            <a:ext cx="2184400" cy="0"/>
          </a:xfrm>
          <a:prstGeom prst="straightConnector1">
            <a:avLst/>
          </a:prstGeom>
          <a:ln w="508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0" name="Graphic 309">
            <a:extLst>
              <a:ext uri="{FF2B5EF4-FFF2-40B4-BE49-F238E27FC236}">
                <a16:creationId xmlns:a16="http://schemas.microsoft.com/office/drawing/2014/main" id="{0C861344-FCC3-21B1-02DA-B559DB687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9006" y="5947332"/>
            <a:ext cx="152400" cy="238125"/>
          </a:xfrm>
          <a:prstGeom prst="rect">
            <a:avLst/>
          </a:prstGeom>
        </p:spPr>
      </p:pic>
      <p:sp>
        <p:nvSpPr>
          <p:cNvPr id="312" name="Rectangle 311">
            <a:extLst>
              <a:ext uri="{FF2B5EF4-FFF2-40B4-BE49-F238E27FC236}">
                <a16:creationId xmlns:a16="http://schemas.microsoft.com/office/drawing/2014/main" id="{53405EF6-DC0E-6E29-F111-7C7CB217454D}"/>
              </a:ext>
            </a:extLst>
          </p:cNvPr>
          <p:cNvSpPr/>
          <p:nvPr/>
        </p:nvSpPr>
        <p:spPr>
          <a:xfrm>
            <a:off x="7092525" y="4046806"/>
            <a:ext cx="5387340" cy="356997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2BFD46F5-ECDE-E538-9166-A0AB45FA0688}"/>
              </a:ext>
            </a:extLst>
          </p:cNvPr>
          <p:cNvSpPr/>
          <p:nvPr/>
        </p:nvSpPr>
        <p:spPr>
          <a:xfrm>
            <a:off x="7744993" y="4635927"/>
            <a:ext cx="1401841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0C836E7-7545-0F74-EEC9-3BF85FB7EE0B}"/>
              </a:ext>
            </a:extLst>
          </p:cNvPr>
          <p:cNvSpPr/>
          <p:nvPr/>
        </p:nvSpPr>
        <p:spPr>
          <a:xfrm>
            <a:off x="10307539" y="4635927"/>
            <a:ext cx="1491616" cy="2391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18038016-E59F-5C2E-DBA1-11AC5B3964E8}"/>
              </a:ext>
            </a:extLst>
          </p:cNvPr>
          <p:cNvCxnSpPr>
            <a:cxnSpLocks/>
          </p:cNvCxnSpPr>
          <p:nvPr/>
        </p:nvCxnSpPr>
        <p:spPr>
          <a:xfrm>
            <a:off x="9116589" y="554318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8816ED-B70F-B48F-850D-41F2753AD6DD}"/>
              </a:ext>
            </a:extLst>
          </p:cNvPr>
          <p:cNvCxnSpPr>
            <a:cxnSpLocks/>
          </p:cNvCxnSpPr>
          <p:nvPr/>
        </p:nvCxnSpPr>
        <p:spPr>
          <a:xfrm>
            <a:off x="9116589" y="547222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C9717B43-D64E-6BE4-016D-C93A726EF843}"/>
              </a:ext>
            </a:extLst>
          </p:cNvPr>
          <p:cNvCxnSpPr>
            <a:cxnSpLocks/>
          </p:cNvCxnSpPr>
          <p:nvPr/>
        </p:nvCxnSpPr>
        <p:spPr>
          <a:xfrm>
            <a:off x="9116589" y="483359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B24E0413-6013-704E-D2FB-658DD29428E7}"/>
              </a:ext>
            </a:extLst>
          </p:cNvPr>
          <p:cNvCxnSpPr>
            <a:cxnSpLocks/>
          </p:cNvCxnSpPr>
          <p:nvPr/>
        </p:nvCxnSpPr>
        <p:spPr>
          <a:xfrm>
            <a:off x="9116589" y="490455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8A367ECE-9001-074B-4E62-D979A4181F68}"/>
              </a:ext>
            </a:extLst>
          </p:cNvPr>
          <p:cNvCxnSpPr>
            <a:cxnSpLocks/>
          </p:cNvCxnSpPr>
          <p:nvPr/>
        </p:nvCxnSpPr>
        <p:spPr>
          <a:xfrm>
            <a:off x="9116589" y="497551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0A5BEEF8-BD7E-2D41-4518-B8F010F86121}"/>
              </a:ext>
            </a:extLst>
          </p:cNvPr>
          <p:cNvCxnSpPr>
            <a:cxnSpLocks/>
          </p:cNvCxnSpPr>
          <p:nvPr/>
        </p:nvCxnSpPr>
        <p:spPr>
          <a:xfrm>
            <a:off x="9116589" y="504647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AFAD0157-E16E-CF4B-2AE0-1994E8BD8A0E}"/>
              </a:ext>
            </a:extLst>
          </p:cNvPr>
          <p:cNvCxnSpPr>
            <a:cxnSpLocks/>
          </p:cNvCxnSpPr>
          <p:nvPr/>
        </p:nvCxnSpPr>
        <p:spPr>
          <a:xfrm>
            <a:off x="9116589" y="511743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6052C41E-81C5-EB61-175F-8ECF2B30F5D6}"/>
              </a:ext>
            </a:extLst>
          </p:cNvPr>
          <p:cNvCxnSpPr>
            <a:cxnSpLocks/>
          </p:cNvCxnSpPr>
          <p:nvPr/>
        </p:nvCxnSpPr>
        <p:spPr>
          <a:xfrm>
            <a:off x="9116589" y="518839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C309E9EA-AF56-315A-3BCE-FD618A4DA14C}"/>
              </a:ext>
            </a:extLst>
          </p:cNvPr>
          <p:cNvCxnSpPr>
            <a:cxnSpLocks/>
          </p:cNvCxnSpPr>
          <p:nvPr/>
        </p:nvCxnSpPr>
        <p:spPr>
          <a:xfrm>
            <a:off x="9116589" y="525935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24387FE0-B1E7-2BC3-5778-1EE3AD272006}"/>
              </a:ext>
            </a:extLst>
          </p:cNvPr>
          <p:cNvCxnSpPr>
            <a:cxnSpLocks/>
          </p:cNvCxnSpPr>
          <p:nvPr/>
        </p:nvCxnSpPr>
        <p:spPr>
          <a:xfrm>
            <a:off x="9116589" y="533030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51F35384-7048-E262-F4F5-9F7EFEBC8725}"/>
              </a:ext>
            </a:extLst>
          </p:cNvPr>
          <p:cNvCxnSpPr>
            <a:cxnSpLocks/>
          </p:cNvCxnSpPr>
          <p:nvPr/>
        </p:nvCxnSpPr>
        <p:spPr>
          <a:xfrm>
            <a:off x="9116589" y="540126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67D82471-EAB6-0DA5-83DB-5C2FBE439A15}"/>
              </a:ext>
            </a:extLst>
          </p:cNvPr>
          <p:cNvCxnSpPr>
            <a:cxnSpLocks/>
          </p:cNvCxnSpPr>
          <p:nvPr/>
        </p:nvCxnSpPr>
        <p:spPr>
          <a:xfrm flipH="1">
            <a:off x="9116589" y="675830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1EE49CA0-C680-B3AC-7327-96FF6344883C}"/>
              </a:ext>
            </a:extLst>
          </p:cNvPr>
          <p:cNvCxnSpPr>
            <a:cxnSpLocks/>
          </p:cNvCxnSpPr>
          <p:nvPr/>
        </p:nvCxnSpPr>
        <p:spPr>
          <a:xfrm flipH="1">
            <a:off x="9116589" y="6687351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14321340-8C53-3E7F-4699-7E37E4488608}"/>
              </a:ext>
            </a:extLst>
          </p:cNvPr>
          <p:cNvCxnSpPr>
            <a:cxnSpLocks/>
          </p:cNvCxnSpPr>
          <p:nvPr/>
        </p:nvCxnSpPr>
        <p:spPr>
          <a:xfrm flipH="1">
            <a:off x="9116589" y="6048720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BA5BD3D2-59A0-0926-C2D3-21D8213A5368}"/>
              </a:ext>
            </a:extLst>
          </p:cNvPr>
          <p:cNvCxnSpPr>
            <a:cxnSpLocks/>
          </p:cNvCxnSpPr>
          <p:nvPr/>
        </p:nvCxnSpPr>
        <p:spPr>
          <a:xfrm flipH="1">
            <a:off x="9116589" y="6119679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3FF76E18-070C-B4D8-175E-FFF9BA932C24}"/>
              </a:ext>
            </a:extLst>
          </p:cNvPr>
          <p:cNvCxnSpPr>
            <a:cxnSpLocks/>
          </p:cNvCxnSpPr>
          <p:nvPr/>
        </p:nvCxnSpPr>
        <p:spPr>
          <a:xfrm flipH="1">
            <a:off x="9116589" y="6190638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661C839-15D1-6631-3ABE-C4F904897828}"/>
              </a:ext>
            </a:extLst>
          </p:cNvPr>
          <p:cNvCxnSpPr>
            <a:cxnSpLocks/>
          </p:cNvCxnSpPr>
          <p:nvPr/>
        </p:nvCxnSpPr>
        <p:spPr>
          <a:xfrm flipH="1">
            <a:off x="9116589" y="6261597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23BD7345-A3CC-CD4E-3605-0E8535B88F14}"/>
              </a:ext>
            </a:extLst>
          </p:cNvPr>
          <p:cNvCxnSpPr>
            <a:cxnSpLocks/>
          </p:cNvCxnSpPr>
          <p:nvPr/>
        </p:nvCxnSpPr>
        <p:spPr>
          <a:xfrm flipH="1">
            <a:off x="9116589" y="6332556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D433B684-8276-6323-BAE4-7B28FD785CD2}"/>
              </a:ext>
            </a:extLst>
          </p:cNvPr>
          <p:cNvCxnSpPr>
            <a:cxnSpLocks/>
          </p:cNvCxnSpPr>
          <p:nvPr/>
        </p:nvCxnSpPr>
        <p:spPr>
          <a:xfrm flipH="1">
            <a:off x="9116589" y="6403515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F3AC9509-6BD9-140C-6C39-9AE7B0178589}"/>
              </a:ext>
            </a:extLst>
          </p:cNvPr>
          <p:cNvCxnSpPr>
            <a:cxnSpLocks/>
          </p:cNvCxnSpPr>
          <p:nvPr/>
        </p:nvCxnSpPr>
        <p:spPr>
          <a:xfrm flipH="1">
            <a:off x="9116589" y="6474474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AB7E4A63-B87F-E54A-480B-CC76ACFFD89F}"/>
              </a:ext>
            </a:extLst>
          </p:cNvPr>
          <p:cNvCxnSpPr>
            <a:cxnSpLocks/>
          </p:cNvCxnSpPr>
          <p:nvPr/>
        </p:nvCxnSpPr>
        <p:spPr>
          <a:xfrm flipH="1">
            <a:off x="9116589" y="6545433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5479C6DD-0BA8-1EF8-9938-50F367DD30A8}"/>
              </a:ext>
            </a:extLst>
          </p:cNvPr>
          <p:cNvCxnSpPr>
            <a:cxnSpLocks/>
          </p:cNvCxnSpPr>
          <p:nvPr/>
        </p:nvCxnSpPr>
        <p:spPr>
          <a:xfrm flipH="1">
            <a:off x="9116589" y="6616392"/>
            <a:ext cx="1221581" cy="1083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99EE21F4-C14A-7DA8-767B-7D0AE239B9E4}"/>
              </a:ext>
            </a:extLst>
          </p:cNvPr>
          <p:cNvCxnSpPr>
            <a:cxnSpLocks/>
          </p:cNvCxnSpPr>
          <p:nvPr/>
        </p:nvCxnSpPr>
        <p:spPr>
          <a:xfrm>
            <a:off x="6985371" y="4821667"/>
            <a:ext cx="778669" cy="197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D3F309A6-7C83-114F-B235-064ED2C30200}"/>
              </a:ext>
            </a:extLst>
          </p:cNvPr>
          <p:cNvCxnSpPr>
            <a:cxnSpLocks/>
          </p:cNvCxnSpPr>
          <p:nvPr/>
        </p:nvCxnSpPr>
        <p:spPr>
          <a:xfrm>
            <a:off x="7052045" y="5035642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CA309249-C075-8877-13B8-55235687DFD6}"/>
              </a:ext>
            </a:extLst>
          </p:cNvPr>
          <p:cNvCxnSpPr>
            <a:cxnSpLocks/>
          </p:cNvCxnSpPr>
          <p:nvPr/>
        </p:nvCxnSpPr>
        <p:spPr>
          <a:xfrm>
            <a:off x="7052045" y="523713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DEF96304-33DC-4D2C-03D7-755E5F9BDAD6}"/>
              </a:ext>
            </a:extLst>
          </p:cNvPr>
          <p:cNvCxnSpPr>
            <a:cxnSpLocks/>
          </p:cNvCxnSpPr>
          <p:nvPr/>
        </p:nvCxnSpPr>
        <p:spPr>
          <a:xfrm>
            <a:off x="7052045" y="5450014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E03E9D5-1A71-3821-243D-EC1BC602BA1A}"/>
              </a:ext>
            </a:extLst>
          </p:cNvPr>
          <p:cNvCxnSpPr>
            <a:cxnSpLocks/>
          </p:cNvCxnSpPr>
          <p:nvPr/>
        </p:nvCxnSpPr>
        <p:spPr>
          <a:xfrm>
            <a:off x="7052045" y="6272446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F9864582-5D5C-462F-7992-893DDB2D06CD}"/>
              </a:ext>
            </a:extLst>
          </p:cNvPr>
          <p:cNvCxnSpPr>
            <a:cxnSpLocks/>
          </p:cNvCxnSpPr>
          <p:nvPr/>
        </p:nvCxnSpPr>
        <p:spPr>
          <a:xfrm>
            <a:off x="7052045" y="6473943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5344C282-B606-FFDB-9F58-230E69890EF0}"/>
              </a:ext>
            </a:extLst>
          </p:cNvPr>
          <p:cNvCxnSpPr>
            <a:cxnSpLocks/>
          </p:cNvCxnSpPr>
          <p:nvPr/>
        </p:nvCxnSpPr>
        <p:spPr>
          <a:xfrm>
            <a:off x="7052045" y="668681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91B9FFCF-897B-FB2E-02B1-49D08B6070AF}"/>
              </a:ext>
            </a:extLst>
          </p:cNvPr>
          <p:cNvCxnSpPr>
            <a:cxnSpLocks/>
          </p:cNvCxnSpPr>
          <p:nvPr/>
        </p:nvCxnSpPr>
        <p:spPr>
          <a:xfrm>
            <a:off x="7052044" y="6070949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C5F1196C-6EC0-6F54-71BB-F68871E89438}"/>
              </a:ext>
            </a:extLst>
          </p:cNvPr>
          <p:cNvCxnSpPr>
            <a:cxnSpLocks/>
            <a:stCxn id="371" idx="6"/>
          </p:cNvCxnSpPr>
          <p:nvPr/>
        </p:nvCxnSpPr>
        <p:spPr>
          <a:xfrm>
            <a:off x="6322488" y="6067167"/>
            <a:ext cx="746705" cy="2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104B9FD0-4CE9-19DE-79E7-49790A37FC1E}"/>
              </a:ext>
            </a:extLst>
          </p:cNvPr>
          <p:cNvCxnSpPr>
            <a:cxnSpLocks/>
            <a:endCxn id="372" idx="6"/>
          </p:cNvCxnSpPr>
          <p:nvPr/>
        </p:nvCxnSpPr>
        <p:spPr>
          <a:xfrm flipH="1" flipV="1">
            <a:off x="6322487" y="5616784"/>
            <a:ext cx="746706" cy="14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9DFFE2CD-B5C6-30D6-B29B-8E5285F5DC6A}"/>
              </a:ext>
            </a:extLst>
          </p:cNvPr>
          <p:cNvCxnSpPr>
            <a:cxnSpLocks/>
          </p:cNvCxnSpPr>
          <p:nvPr/>
        </p:nvCxnSpPr>
        <p:spPr>
          <a:xfrm flipH="1">
            <a:off x="8527229" y="4833596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EAC342F-E427-E2E0-DD85-7559BF48A064}"/>
              </a:ext>
            </a:extLst>
          </p:cNvPr>
          <p:cNvCxnSpPr>
            <a:cxnSpLocks/>
          </p:cNvCxnSpPr>
          <p:nvPr/>
        </p:nvCxnSpPr>
        <p:spPr>
          <a:xfrm flipH="1">
            <a:off x="8523659" y="5651530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BEEC97DB-C191-5EC2-032D-F34B21C855DA}"/>
              </a:ext>
            </a:extLst>
          </p:cNvPr>
          <p:cNvCxnSpPr>
            <a:cxnSpLocks/>
          </p:cNvCxnSpPr>
          <p:nvPr/>
        </p:nvCxnSpPr>
        <p:spPr>
          <a:xfrm flipH="1">
            <a:off x="8527229" y="6052841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A71B2762-4A16-371C-42DA-1E45C52C0E9E}"/>
              </a:ext>
            </a:extLst>
          </p:cNvPr>
          <p:cNvCxnSpPr>
            <a:cxnSpLocks/>
          </p:cNvCxnSpPr>
          <p:nvPr/>
        </p:nvCxnSpPr>
        <p:spPr>
          <a:xfrm flipH="1">
            <a:off x="8523659" y="6869584"/>
            <a:ext cx="623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5DDD0CB5-2A55-DD80-5D6F-4F91D1B17E50}"/>
              </a:ext>
            </a:extLst>
          </p:cNvPr>
          <p:cNvCxnSpPr>
            <a:cxnSpLocks/>
          </p:cNvCxnSpPr>
          <p:nvPr/>
        </p:nvCxnSpPr>
        <p:spPr>
          <a:xfrm>
            <a:off x="6971876" y="6885344"/>
            <a:ext cx="1009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06356E5F-C774-51B5-E223-612B0BF195DA}"/>
              </a:ext>
            </a:extLst>
          </p:cNvPr>
          <p:cNvCxnSpPr>
            <a:cxnSpLocks/>
          </p:cNvCxnSpPr>
          <p:nvPr/>
        </p:nvCxnSpPr>
        <p:spPr>
          <a:xfrm flipV="1">
            <a:off x="6994435" y="6902804"/>
            <a:ext cx="0" cy="8200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A5243446-F710-911F-0E15-11F12967CC6F}"/>
              </a:ext>
            </a:extLst>
          </p:cNvPr>
          <p:cNvCxnSpPr>
            <a:cxnSpLocks/>
          </p:cNvCxnSpPr>
          <p:nvPr/>
        </p:nvCxnSpPr>
        <p:spPr>
          <a:xfrm>
            <a:off x="6985371" y="7706480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382A2CB9-F9C7-54BD-328D-71653AC328A3}"/>
              </a:ext>
            </a:extLst>
          </p:cNvPr>
          <p:cNvCxnSpPr>
            <a:cxnSpLocks/>
          </p:cNvCxnSpPr>
          <p:nvPr/>
        </p:nvCxnSpPr>
        <p:spPr>
          <a:xfrm flipV="1">
            <a:off x="12536717" y="6831440"/>
            <a:ext cx="0" cy="8913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F47C6778-8702-629E-5379-1BBAA1EAD462}"/>
              </a:ext>
            </a:extLst>
          </p:cNvPr>
          <p:cNvCxnSpPr>
            <a:cxnSpLocks/>
          </p:cNvCxnSpPr>
          <p:nvPr/>
        </p:nvCxnSpPr>
        <p:spPr>
          <a:xfrm flipV="1">
            <a:off x="6992233" y="3984650"/>
            <a:ext cx="0" cy="837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AAEA66EB-7E14-AC5C-DD99-45B5D148EC0A}"/>
              </a:ext>
            </a:extLst>
          </p:cNvPr>
          <p:cNvCxnSpPr>
            <a:cxnSpLocks/>
          </p:cNvCxnSpPr>
          <p:nvPr/>
        </p:nvCxnSpPr>
        <p:spPr>
          <a:xfrm>
            <a:off x="6980788" y="3971557"/>
            <a:ext cx="557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8132A5B7-E667-9A04-77C2-06149BF70AEE}"/>
              </a:ext>
            </a:extLst>
          </p:cNvPr>
          <p:cNvCxnSpPr>
            <a:cxnSpLocks/>
          </p:cNvCxnSpPr>
          <p:nvPr/>
        </p:nvCxnSpPr>
        <p:spPr>
          <a:xfrm flipV="1">
            <a:off x="12536896" y="3952509"/>
            <a:ext cx="0" cy="852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140CF9F4-41ED-633C-3472-EF005FDC98EE}"/>
              </a:ext>
            </a:extLst>
          </p:cNvPr>
          <p:cNvCxnSpPr>
            <a:cxnSpLocks/>
          </p:cNvCxnSpPr>
          <p:nvPr/>
        </p:nvCxnSpPr>
        <p:spPr>
          <a:xfrm>
            <a:off x="11771045" y="5426888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6EB0B26C-8278-3DB1-9A68-6D69857C3B81}"/>
              </a:ext>
            </a:extLst>
          </p:cNvPr>
          <p:cNvCxnSpPr>
            <a:cxnSpLocks/>
          </p:cNvCxnSpPr>
          <p:nvPr/>
        </p:nvCxnSpPr>
        <p:spPr>
          <a:xfrm>
            <a:off x="11768663" y="4806754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DCB1C933-5D1E-1EA1-6ACE-851918F04225}"/>
              </a:ext>
            </a:extLst>
          </p:cNvPr>
          <p:cNvCxnSpPr>
            <a:cxnSpLocks/>
          </p:cNvCxnSpPr>
          <p:nvPr/>
        </p:nvCxnSpPr>
        <p:spPr>
          <a:xfrm>
            <a:off x="11767870" y="6256055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F9F2D332-9B02-C5FC-75C6-2D8CF48B3F07}"/>
              </a:ext>
            </a:extLst>
          </p:cNvPr>
          <p:cNvCxnSpPr>
            <a:cxnSpLocks/>
          </p:cNvCxnSpPr>
          <p:nvPr/>
        </p:nvCxnSpPr>
        <p:spPr>
          <a:xfrm>
            <a:off x="11767869" y="6465248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BA119430-0189-AD86-C26E-BD32B9B408EB}"/>
              </a:ext>
            </a:extLst>
          </p:cNvPr>
          <p:cNvCxnSpPr>
            <a:cxnSpLocks/>
          </p:cNvCxnSpPr>
          <p:nvPr/>
        </p:nvCxnSpPr>
        <p:spPr>
          <a:xfrm>
            <a:off x="11756204" y="6673348"/>
            <a:ext cx="780513" cy="181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EEDE95CC-1173-F391-1BFA-C33E0347D87C}"/>
              </a:ext>
            </a:extLst>
          </p:cNvPr>
          <p:cNvCxnSpPr>
            <a:cxnSpLocks/>
          </p:cNvCxnSpPr>
          <p:nvPr/>
        </p:nvCxnSpPr>
        <p:spPr>
          <a:xfrm>
            <a:off x="11767869" y="6046862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A8D985FE-00AA-CA50-34C6-DDA31B1126E3}"/>
              </a:ext>
            </a:extLst>
          </p:cNvPr>
          <p:cNvCxnSpPr>
            <a:cxnSpLocks/>
          </p:cNvCxnSpPr>
          <p:nvPr/>
        </p:nvCxnSpPr>
        <p:spPr>
          <a:xfrm>
            <a:off x="11769457" y="5017535"/>
            <a:ext cx="711995" cy="186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0C17836C-A2F3-736F-45B0-F54174B77636}"/>
              </a:ext>
            </a:extLst>
          </p:cNvPr>
          <p:cNvCxnSpPr>
            <a:cxnSpLocks/>
          </p:cNvCxnSpPr>
          <p:nvPr/>
        </p:nvCxnSpPr>
        <p:spPr>
          <a:xfrm>
            <a:off x="11769456" y="5225140"/>
            <a:ext cx="711995" cy="185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DDB7923E-6414-F817-3536-688D72AB0C28}"/>
              </a:ext>
            </a:extLst>
          </p:cNvPr>
          <p:cNvCxnSpPr>
            <a:cxnSpLocks/>
          </p:cNvCxnSpPr>
          <p:nvPr/>
        </p:nvCxnSpPr>
        <p:spPr>
          <a:xfrm>
            <a:off x="12458673" y="4794533"/>
            <a:ext cx="947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11D8633D-9A8A-A2DC-61B4-B952BF667B4C}"/>
              </a:ext>
            </a:extLst>
          </p:cNvPr>
          <p:cNvCxnSpPr>
            <a:cxnSpLocks/>
          </p:cNvCxnSpPr>
          <p:nvPr/>
        </p:nvCxnSpPr>
        <p:spPr>
          <a:xfrm>
            <a:off x="12458673" y="5603493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491FCAB3-9107-B4ED-EB38-132B8FCDC124}"/>
              </a:ext>
            </a:extLst>
          </p:cNvPr>
          <p:cNvCxnSpPr>
            <a:cxnSpLocks/>
          </p:cNvCxnSpPr>
          <p:nvPr/>
        </p:nvCxnSpPr>
        <p:spPr>
          <a:xfrm>
            <a:off x="12458673" y="6067376"/>
            <a:ext cx="7274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Oval 368">
            <a:extLst>
              <a:ext uri="{FF2B5EF4-FFF2-40B4-BE49-F238E27FC236}">
                <a16:creationId xmlns:a16="http://schemas.microsoft.com/office/drawing/2014/main" id="{3D95D3D3-4B5B-8394-8760-F053BA647913}"/>
              </a:ext>
            </a:extLst>
          </p:cNvPr>
          <p:cNvSpPr/>
          <p:nvPr/>
        </p:nvSpPr>
        <p:spPr>
          <a:xfrm>
            <a:off x="13203429" y="6007546"/>
            <a:ext cx="117698" cy="11769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53C8F353-80A9-31B9-333E-B866769E223C}"/>
              </a:ext>
            </a:extLst>
          </p:cNvPr>
          <p:cNvSpPr/>
          <p:nvPr/>
        </p:nvSpPr>
        <p:spPr>
          <a:xfrm>
            <a:off x="13201465" y="5553590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0DE4CAB7-E442-C3F8-CE4C-55790CC52569}"/>
              </a:ext>
            </a:extLst>
          </p:cNvPr>
          <p:cNvSpPr/>
          <p:nvPr/>
        </p:nvSpPr>
        <p:spPr>
          <a:xfrm>
            <a:off x="6202826" y="6007336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FC5F7EC9-1668-42D4-984B-8B91092262E6}"/>
              </a:ext>
            </a:extLst>
          </p:cNvPr>
          <p:cNvSpPr/>
          <p:nvPr/>
        </p:nvSpPr>
        <p:spPr>
          <a:xfrm>
            <a:off x="6202826" y="5556953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E9C3BD00-D67F-CE90-5C86-1D9F35FD4AF6}"/>
              </a:ext>
            </a:extLst>
          </p:cNvPr>
          <p:cNvSpPr/>
          <p:nvPr/>
        </p:nvSpPr>
        <p:spPr>
          <a:xfrm>
            <a:off x="8391076" y="5597357"/>
            <a:ext cx="119662" cy="11966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C9E0AD7-57A0-4149-21C8-F724EA8000FE}"/>
              </a:ext>
            </a:extLst>
          </p:cNvPr>
          <p:cNvSpPr/>
          <p:nvPr/>
        </p:nvSpPr>
        <p:spPr>
          <a:xfrm>
            <a:off x="8391076" y="4771598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45219E8E-556D-1C67-010D-3E50ADE5B0C3}"/>
              </a:ext>
            </a:extLst>
          </p:cNvPr>
          <p:cNvSpPr/>
          <p:nvPr/>
        </p:nvSpPr>
        <p:spPr>
          <a:xfrm>
            <a:off x="8391076" y="5994176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069C4500-F77B-EB7A-7185-F6DFA1AE300D}"/>
              </a:ext>
            </a:extLst>
          </p:cNvPr>
          <p:cNvSpPr/>
          <p:nvPr/>
        </p:nvSpPr>
        <p:spPr>
          <a:xfrm>
            <a:off x="8391076" y="6815311"/>
            <a:ext cx="119661" cy="11966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7" name="Graphic 376">
            <a:extLst>
              <a:ext uri="{FF2B5EF4-FFF2-40B4-BE49-F238E27FC236}">
                <a16:creationId xmlns:a16="http://schemas.microsoft.com/office/drawing/2014/main" id="{5B697BF2-F27D-1FBA-99C7-24DC37A1F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2773" y="5494164"/>
            <a:ext cx="104775" cy="238125"/>
          </a:xfrm>
          <a:prstGeom prst="rect">
            <a:avLst/>
          </a:prstGeom>
        </p:spPr>
      </p:pic>
      <p:pic>
        <p:nvPicPr>
          <p:cNvPr id="378" name="Graphic 377">
            <a:extLst>
              <a:ext uri="{FF2B5EF4-FFF2-40B4-BE49-F238E27FC236}">
                <a16:creationId xmlns:a16="http://schemas.microsoft.com/office/drawing/2014/main" id="{67099500-B810-68ED-91B4-29833B498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988" y="6762269"/>
            <a:ext cx="142875" cy="238125"/>
          </a:xfrm>
          <a:prstGeom prst="rect">
            <a:avLst/>
          </a:prstGeom>
        </p:spPr>
      </p:pic>
      <p:pic>
        <p:nvPicPr>
          <p:cNvPr id="379" name="Graphic 378">
            <a:extLst>
              <a:ext uri="{FF2B5EF4-FFF2-40B4-BE49-F238E27FC236}">
                <a16:creationId xmlns:a16="http://schemas.microsoft.com/office/drawing/2014/main" id="{76052F57-DC9B-EAC7-8529-033A46B404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0079" y="5919421"/>
            <a:ext cx="142875" cy="247650"/>
          </a:xfrm>
          <a:prstGeom prst="rect">
            <a:avLst/>
          </a:prstGeom>
        </p:spPr>
      </p:pic>
      <p:pic>
        <p:nvPicPr>
          <p:cNvPr id="380" name="Graphic 379">
            <a:extLst>
              <a:ext uri="{FF2B5EF4-FFF2-40B4-BE49-F238E27FC236}">
                <a16:creationId xmlns:a16="http://schemas.microsoft.com/office/drawing/2014/main" id="{5990EEAF-EB24-3724-34A5-2B831AC83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0750" y="5545620"/>
            <a:ext cx="133350" cy="238125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72D65365-88FF-C3AB-14BD-D4D64A878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2007" y="4737426"/>
            <a:ext cx="133350" cy="238125"/>
          </a:xfrm>
          <a:prstGeom prst="rect">
            <a:avLst/>
          </a:prstGeom>
        </p:spPr>
      </p:pic>
      <p:pic>
        <p:nvPicPr>
          <p:cNvPr id="382" name="Graphic 381">
            <a:extLst>
              <a:ext uri="{FF2B5EF4-FFF2-40B4-BE49-F238E27FC236}">
                <a16:creationId xmlns:a16="http://schemas.microsoft.com/office/drawing/2014/main" id="{25F438A8-B46C-FB63-CB4C-9F179FBF6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25636" y="5947332"/>
            <a:ext cx="152400" cy="238125"/>
          </a:xfrm>
          <a:prstGeom prst="rect">
            <a:avLst/>
          </a:prstGeom>
        </p:spPr>
      </p:pic>
      <p:pic>
        <p:nvPicPr>
          <p:cNvPr id="383" name="Graphic 382">
            <a:extLst>
              <a:ext uri="{FF2B5EF4-FFF2-40B4-BE49-F238E27FC236}">
                <a16:creationId xmlns:a16="http://schemas.microsoft.com/office/drawing/2014/main" id="{E7F8AD43-5569-F245-FB42-350FC18F2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3879" y="5947331"/>
            <a:ext cx="142875" cy="238125"/>
          </a:xfrm>
          <a:prstGeom prst="rect">
            <a:avLst/>
          </a:prstGeom>
        </p:spPr>
      </p:pic>
      <p:pic>
        <p:nvPicPr>
          <p:cNvPr id="384" name="Graphic 383">
            <a:extLst>
              <a:ext uri="{FF2B5EF4-FFF2-40B4-BE49-F238E27FC236}">
                <a16:creationId xmlns:a16="http://schemas.microsoft.com/office/drawing/2014/main" id="{ABDE9839-5E7A-75B2-A9EE-546E5918C3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8791" y="5482664"/>
            <a:ext cx="133350" cy="238125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13856863-21E6-F603-4D7F-03C668DFC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7056" y="5154819"/>
            <a:ext cx="381000" cy="371475"/>
          </a:xfrm>
          <a:prstGeom prst="rect">
            <a:avLst/>
          </a:prstGeom>
        </p:spPr>
      </p:pic>
      <p:pic>
        <p:nvPicPr>
          <p:cNvPr id="386" name="Graphic 385">
            <a:extLst>
              <a:ext uri="{FF2B5EF4-FFF2-40B4-BE49-F238E27FC236}">
                <a16:creationId xmlns:a16="http://schemas.microsoft.com/office/drawing/2014/main" id="{504EFB2D-E157-C901-E2A8-C9E23A696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00021" y="5021895"/>
            <a:ext cx="390525" cy="371475"/>
          </a:xfrm>
          <a:prstGeom prst="rect">
            <a:avLst/>
          </a:prstGeom>
        </p:spPr>
      </p:pic>
      <p:pic>
        <p:nvPicPr>
          <p:cNvPr id="387" name="Graphic 386">
            <a:extLst>
              <a:ext uri="{FF2B5EF4-FFF2-40B4-BE49-F238E27FC236}">
                <a16:creationId xmlns:a16="http://schemas.microsoft.com/office/drawing/2014/main" id="{A1369F5C-5C75-54CC-3FC5-24E9FD2432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0021" y="6256055"/>
            <a:ext cx="457200" cy="371475"/>
          </a:xfrm>
          <a:prstGeom prst="rect">
            <a:avLst/>
          </a:prstGeom>
        </p:spPr>
      </p:pic>
      <p:pic>
        <p:nvPicPr>
          <p:cNvPr id="388" name="Graphic 387">
            <a:extLst>
              <a:ext uri="{FF2B5EF4-FFF2-40B4-BE49-F238E27FC236}">
                <a16:creationId xmlns:a16="http://schemas.microsoft.com/office/drawing/2014/main" id="{C77FED39-D998-25D1-3689-D397C57D5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87683" y="6312452"/>
            <a:ext cx="447675" cy="371475"/>
          </a:xfrm>
          <a:prstGeom prst="rect">
            <a:avLst/>
          </a:prstGeom>
        </p:spPr>
      </p:pic>
      <p:sp>
        <p:nvSpPr>
          <p:cNvPr id="389" name="Isosceles Triangle 388">
            <a:extLst>
              <a:ext uri="{FF2B5EF4-FFF2-40B4-BE49-F238E27FC236}">
                <a16:creationId xmlns:a16="http://schemas.microsoft.com/office/drawing/2014/main" id="{945EFD6B-750E-8495-366D-226B9F61780B}"/>
              </a:ext>
            </a:extLst>
          </p:cNvPr>
          <p:cNvSpPr/>
          <p:nvPr/>
        </p:nvSpPr>
        <p:spPr>
          <a:xfrm rot="5400000">
            <a:off x="8722285" y="4742559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Isosceles Triangle 389">
            <a:extLst>
              <a:ext uri="{FF2B5EF4-FFF2-40B4-BE49-F238E27FC236}">
                <a16:creationId xmlns:a16="http://schemas.microsoft.com/office/drawing/2014/main" id="{37D88D8B-3468-50CF-B01A-2FF294F282E4}"/>
              </a:ext>
            </a:extLst>
          </p:cNvPr>
          <p:cNvSpPr/>
          <p:nvPr/>
        </p:nvSpPr>
        <p:spPr>
          <a:xfrm rot="5400000">
            <a:off x="8722079" y="6777734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Isosceles Triangle 390">
            <a:extLst>
              <a:ext uri="{FF2B5EF4-FFF2-40B4-BE49-F238E27FC236}">
                <a16:creationId xmlns:a16="http://schemas.microsoft.com/office/drawing/2014/main" id="{567AB985-28A3-0BFA-697B-D3BC7127C458}"/>
              </a:ext>
            </a:extLst>
          </p:cNvPr>
          <p:cNvSpPr/>
          <p:nvPr/>
        </p:nvSpPr>
        <p:spPr>
          <a:xfrm rot="5400000">
            <a:off x="6657535" y="5525196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Isosceles Triangle 391">
            <a:extLst>
              <a:ext uri="{FF2B5EF4-FFF2-40B4-BE49-F238E27FC236}">
                <a16:creationId xmlns:a16="http://schemas.microsoft.com/office/drawing/2014/main" id="{7DC5D342-68DD-48FB-510C-B7F22CD5864F}"/>
              </a:ext>
            </a:extLst>
          </p:cNvPr>
          <p:cNvSpPr/>
          <p:nvPr/>
        </p:nvSpPr>
        <p:spPr>
          <a:xfrm rot="16200000" flipH="1">
            <a:off x="6636103" y="5975250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Isosceles Triangle 392">
            <a:extLst>
              <a:ext uri="{FF2B5EF4-FFF2-40B4-BE49-F238E27FC236}">
                <a16:creationId xmlns:a16="http://schemas.microsoft.com/office/drawing/2014/main" id="{73E83CE8-E8DB-804E-C969-14C5AEDF150A}"/>
              </a:ext>
            </a:extLst>
          </p:cNvPr>
          <p:cNvSpPr/>
          <p:nvPr/>
        </p:nvSpPr>
        <p:spPr>
          <a:xfrm rot="16200000" flipH="1">
            <a:off x="8699989" y="5960171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Isosceles Triangle 393">
            <a:extLst>
              <a:ext uri="{FF2B5EF4-FFF2-40B4-BE49-F238E27FC236}">
                <a16:creationId xmlns:a16="http://schemas.microsoft.com/office/drawing/2014/main" id="{C558F4E0-54A5-8A36-823F-A20B0C8946D9}"/>
              </a:ext>
            </a:extLst>
          </p:cNvPr>
          <p:cNvSpPr/>
          <p:nvPr/>
        </p:nvSpPr>
        <p:spPr>
          <a:xfrm rot="16200000" flipH="1">
            <a:off x="8699990" y="5558532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Isosceles Triangle 394">
            <a:extLst>
              <a:ext uri="{FF2B5EF4-FFF2-40B4-BE49-F238E27FC236}">
                <a16:creationId xmlns:a16="http://schemas.microsoft.com/office/drawing/2014/main" id="{6EF07FB2-6875-CF93-1389-3155672FCB99}"/>
              </a:ext>
            </a:extLst>
          </p:cNvPr>
          <p:cNvSpPr/>
          <p:nvPr/>
        </p:nvSpPr>
        <p:spPr>
          <a:xfrm rot="16200000" flipH="1">
            <a:off x="12786693" y="5976680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Isosceles Triangle 395">
            <a:extLst>
              <a:ext uri="{FF2B5EF4-FFF2-40B4-BE49-F238E27FC236}">
                <a16:creationId xmlns:a16="http://schemas.microsoft.com/office/drawing/2014/main" id="{8081807E-DE48-7961-87C0-13A8B67ABB43}"/>
              </a:ext>
            </a:extLst>
          </p:cNvPr>
          <p:cNvSpPr/>
          <p:nvPr/>
        </p:nvSpPr>
        <p:spPr>
          <a:xfrm rot="5400000">
            <a:off x="12815655" y="5521563"/>
            <a:ext cx="184549" cy="1809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7D1E750A-EA1E-4D24-3217-F207A004F4BE}"/>
              </a:ext>
            </a:extLst>
          </p:cNvPr>
          <p:cNvCxnSpPr>
            <a:cxnSpLocks/>
          </p:cNvCxnSpPr>
          <p:nvPr/>
        </p:nvCxnSpPr>
        <p:spPr>
          <a:xfrm flipV="1">
            <a:off x="9786195" y="4235782"/>
            <a:ext cx="0" cy="3145536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BAF681C7-0C2A-54F7-32D2-8B59680FB5FC}"/>
              </a:ext>
            </a:extLst>
          </p:cNvPr>
          <p:cNvCxnSpPr>
            <a:cxnSpLocks/>
          </p:cNvCxnSpPr>
          <p:nvPr/>
        </p:nvCxnSpPr>
        <p:spPr>
          <a:xfrm>
            <a:off x="10127143" y="4192513"/>
            <a:ext cx="2206038" cy="0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BC91EFD6-2EC8-3134-A34E-9AC94445E32B}"/>
              </a:ext>
            </a:extLst>
          </p:cNvPr>
          <p:cNvCxnSpPr>
            <a:cxnSpLocks/>
          </p:cNvCxnSpPr>
          <p:nvPr/>
        </p:nvCxnSpPr>
        <p:spPr>
          <a:xfrm>
            <a:off x="12327030" y="4178732"/>
            <a:ext cx="0" cy="3246274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E39F56DF-3036-2E74-2416-3D0E93ADBC32}"/>
              </a:ext>
            </a:extLst>
          </p:cNvPr>
          <p:cNvCxnSpPr>
            <a:cxnSpLocks/>
          </p:cNvCxnSpPr>
          <p:nvPr/>
        </p:nvCxnSpPr>
        <p:spPr>
          <a:xfrm>
            <a:off x="7235401" y="4192513"/>
            <a:ext cx="2924839" cy="0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Arrow Connector 400">
            <a:extLst>
              <a:ext uri="{FF2B5EF4-FFF2-40B4-BE49-F238E27FC236}">
                <a16:creationId xmlns:a16="http://schemas.microsoft.com/office/drawing/2014/main" id="{DFD3AB23-443E-02A9-997D-09774FF27E35}"/>
              </a:ext>
            </a:extLst>
          </p:cNvPr>
          <p:cNvCxnSpPr>
            <a:cxnSpLocks/>
          </p:cNvCxnSpPr>
          <p:nvPr/>
        </p:nvCxnSpPr>
        <p:spPr>
          <a:xfrm>
            <a:off x="7252110" y="4195585"/>
            <a:ext cx="0" cy="3206561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0D572D90-EEB5-DF7E-B2C0-1C860DC94CEE}"/>
              </a:ext>
            </a:extLst>
          </p:cNvPr>
          <p:cNvCxnSpPr>
            <a:cxnSpLocks/>
          </p:cNvCxnSpPr>
          <p:nvPr/>
        </p:nvCxnSpPr>
        <p:spPr>
          <a:xfrm>
            <a:off x="9804865" y="7408153"/>
            <a:ext cx="2513076" cy="0"/>
          </a:xfrm>
          <a:prstGeom prst="straightConnector1">
            <a:avLst/>
          </a:prstGeom>
          <a:ln w="508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5E5E17F7-E914-A27C-FCB8-4ECD023E509A}"/>
              </a:ext>
            </a:extLst>
          </p:cNvPr>
          <p:cNvCxnSpPr>
            <a:cxnSpLocks/>
          </p:cNvCxnSpPr>
          <p:nvPr/>
        </p:nvCxnSpPr>
        <p:spPr>
          <a:xfrm>
            <a:off x="7238449" y="7408153"/>
            <a:ext cx="2505456" cy="0"/>
          </a:xfrm>
          <a:prstGeom prst="straightConnector1">
            <a:avLst/>
          </a:prstGeom>
          <a:ln w="508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405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E4C75-C60B-CC58-5BF0-B484DAC6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7AA4081-B50B-482F-DAAC-D00FC837E358}"/>
              </a:ext>
            </a:extLst>
          </p:cNvPr>
          <p:cNvGrpSpPr/>
          <p:nvPr/>
        </p:nvGrpSpPr>
        <p:grpSpPr>
          <a:xfrm>
            <a:off x="-6687795" y="-1314461"/>
            <a:ext cx="7774157" cy="3770314"/>
            <a:chOff x="-6687795" y="-1308586"/>
            <a:chExt cx="7774157" cy="377031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26805D-6F9F-0E61-EFE7-34F0038EA763}"/>
                </a:ext>
              </a:extLst>
            </p:cNvPr>
            <p:cNvSpPr/>
            <p:nvPr/>
          </p:nvSpPr>
          <p:spPr>
            <a:xfrm>
              <a:off x="-5499149" y="-1214289"/>
              <a:ext cx="5387340" cy="356997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AB386F-DEAF-D140-C0A6-0A4F47EB1FF3}"/>
                </a:ext>
              </a:extLst>
            </p:cNvPr>
            <p:cNvSpPr/>
            <p:nvPr/>
          </p:nvSpPr>
          <p:spPr>
            <a:xfrm>
              <a:off x="-4846681" y="-625168"/>
              <a:ext cx="1401841" cy="239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3BDC1E3-A47C-3F1E-32C0-E0B1AEBA83C4}"/>
                </a:ext>
              </a:extLst>
            </p:cNvPr>
            <p:cNvSpPr/>
            <p:nvPr/>
          </p:nvSpPr>
          <p:spPr>
            <a:xfrm>
              <a:off x="-2284135" y="-625168"/>
              <a:ext cx="1491616" cy="239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AFE814-DF59-D681-A0A3-76AB59CE876A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28208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8DCA32B-91C5-AEE2-5CE7-A221AB1B6366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21113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DC7B147-C5BE-4042-EDAA-06562E2F2537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42749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6623B07-0535-4390-4222-DCFC59808E8B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356540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572AB16-5B83-EAA7-61F4-155F18A59591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285581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80EECBC-41C5-AA1B-0318-02AA7B86DB08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21462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F8471A-CEF6-00B4-FCA8-99ED9144034A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14366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AE28F34-3B01-6875-ED35-C25472CCE25F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7270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10A7E4A-632E-CBC9-24B4-E8B48A70C4F2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1745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6B8B0D5-6866-3083-466B-8D9B4FF53482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6921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0AA7539-09AA-3FE9-5F32-D8A984032A90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14017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75963F-C656-E427-05A7-90E8827F8B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49721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A82A4E7-1E62-5C81-6027-99B59A1CA3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426256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3924921-0702-5586-189D-722A3B774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787625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315624A-B031-8393-21C4-B51575E320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85858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D7156FF-7A56-E443-B49A-4ACC0100E5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92954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A1A7724-8F42-80A8-B5DC-ED1EE7EE00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00050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140B12D-720B-6F34-3552-28669CA25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071461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1CD9506-A108-AE70-E253-91B6EFF1DC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142420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3412A18-A6F3-DC88-983A-30B412118C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21337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741A0B-40AD-B2D5-38FC-06F947D49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284338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3A878B8-0950-91C7-DE7B-8CF0F4FCEE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355297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4A4B691-4C99-4C12-F686-1459A6F879AA}"/>
                </a:ext>
              </a:extLst>
            </p:cNvPr>
            <p:cNvCxnSpPr>
              <a:cxnSpLocks/>
            </p:cNvCxnSpPr>
            <p:nvPr/>
          </p:nvCxnSpPr>
          <p:spPr>
            <a:xfrm>
              <a:off x="-5606303" y="-439428"/>
              <a:ext cx="778669" cy="1971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F63A2BA-63BD-E814-02E7-A63718E1DE19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-22545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5A96D78-9A6F-BEEE-B75F-2847960EECC3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-23956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B9C955E-2B8F-DB99-CFC4-716253C65450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88919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8C992E2-05C3-FCF1-62FE-1D0EDA3E9FD0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011351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2B127D5-C13D-2F1F-236E-EAB1B682EDA7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212848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FADA0BD-4CE7-35AE-BC39-6DF755E35007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42572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3735BE2-7DDD-E42A-C11B-73D7FBFFF012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30" y="809854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C08A5C0-B5B0-294D-7CD2-84627D093824}"/>
                </a:ext>
              </a:extLst>
            </p:cNvPr>
            <p:cNvCxnSpPr>
              <a:cxnSpLocks/>
              <a:stCxn id="152" idx="6"/>
            </p:cNvCxnSpPr>
            <p:nvPr/>
          </p:nvCxnSpPr>
          <p:spPr>
            <a:xfrm>
              <a:off x="-6269186" y="806072"/>
              <a:ext cx="746705" cy="2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2E68B75-2C66-8B76-8636-97909F6DC714}"/>
                </a:ext>
              </a:extLst>
            </p:cNvPr>
            <p:cNvCxnSpPr>
              <a:cxnSpLocks/>
              <a:endCxn id="154" idx="6"/>
            </p:cNvCxnSpPr>
            <p:nvPr/>
          </p:nvCxnSpPr>
          <p:spPr>
            <a:xfrm flipH="1" flipV="1">
              <a:off x="-6269187" y="355689"/>
              <a:ext cx="746706" cy="14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DEF0BA2-1610-2E51-AFBD-15E4F713D2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4445" y="-427499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8D77826-5A6D-E946-9770-2A088A148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8015" y="390435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AD941FB-8809-B8BF-56A2-C598C1046B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4445" y="791746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876876F2-63E5-A029-E27B-1AF4C1561B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8015" y="1608489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68A11BB-AC08-2633-3CD9-4F9C9E7AFF30}"/>
                </a:ext>
              </a:extLst>
            </p:cNvPr>
            <p:cNvCxnSpPr>
              <a:cxnSpLocks/>
            </p:cNvCxnSpPr>
            <p:nvPr/>
          </p:nvCxnSpPr>
          <p:spPr>
            <a:xfrm>
              <a:off x="-5619798" y="1624249"/>
              <a:ext cx="10098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340F4C5-F3D5-6502-EAEF-16E05018D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597239" y="1641709"/>
              <a:ext cx="0" cy="8200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6F0910D7-24C0-46D9-42D8-9371A48D54D3}"/>
                </a:ext>
              </a:extLst>
            </p:cNvPr>
            <p:cNvCxnSpPr>
              <a:cxnSpLocks/>
            </p:cNvCxnSpPr>
            <p:nvPr/>
          </p:nvCxnSpPr>
          <p:spPr>
            <a:xfrm>
              <a:off x="-5606303" y="2445385"/>
              <a:ext cx="5572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D9C5A0D-1B1C-BE63-D7B8-4BB99F55FF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4957" y="1570345"/>
              <a:ext cx="0" cy="8913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04ADC7D-1724-1F95-1FD0-7E6B5C1A3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599441" y="-1276445"/>
              <a:ext cx="0" cy="8370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AE93B04-94F8-42E7-E64A-B2907FC01B83}"/>
                </a:ext>
              </a:extLst>
            </p:cNvPr>
            <p:cNvCxnSpPr>
              <a:cxnSpLocks/>
            </p:cNvCxnSpPr>
            <p:nvPr/>
          </p:nvCxnSpPr>
          <p:spPr>
            <a:xfrm>
              <a:off x="-5610886" y="-1289538"/>
              <a:ext cx="5572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BEEAF65-D2AE-BFA8-752E-9AB724E26D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4778" y="-1308586"/>
              <a:ext cx="0" cy="852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5E6BCE6-9148-F083-ED2E-AB797A7110C2}"/>
                </a:ext>
              </a:extLst>
            </p:cNvPr>
            <p:cNvCxnSpPr>
              <a:cxnSpLocks/>
            </p:cNvCxnSpPr>
            <p:nvPr/>
          </p:nvCxnSpPr>
          <p:spPr>
            <a:xfrm>
              <a:off x="-820629" y="16579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C0B80DF-707A-5A8B-DD5C-90F4B3188191}"/>
                </a:ext>
              </a:extLst>
            </p:cNvPr>
            <p:cNvCxnSpPr>
              <a:cxnSpLocks/>
            </p:cNvCxnSpPr>
            <p:nvPr/>
          </p:nvCxnSpPr>
          <p:spPr>
            <a:xfrm>
              <a:off x="-823011" y="-454341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C956874-E5A2-F3D3-CA08-B32D777B2424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4" y="994960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6EB4907-D506-C0E4-E7EF-C371DB62CA9A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5" y="1204153"/>
              <a:ext cx="711995" cy="1852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062933C8-8589-FFE2-BC3F-6A4425A82A70}"/>
                </a:ext>
              </a:extLst>
            </p:cNvPr>
            <p:cNvCxnSpPr>
              <a:cxnSpLocks/>
            </p:cNvCxnSpPr>
            <p:nvPr/>
          </p:nvCxnSpPr>
          <p:spPr>
            <a:xfrm>
              <a:off x="-835470" y="1412253"/>
              <a:ext cx="780513" cy="1811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BEBF957-2940-33AA-46C6-74716657E770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5" y="785767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7DB710E-BF6D-5CF6-8482-AEF14AFEDF2A}"/>
                </a:ext>
              </a:extLst>
            </p:cNvPr>
            <p:cNvCxnSpPr>
              <a:cxnSpLocks/>
            </p:cNvCxnSpPr>
            <p:nvPr/>
          </p:nvCxnSpPr>
          <p:spPr>
            <a:xfrm>
              <a:off x="-822217" y="-243560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5F322E7-FCC4-1351-3CB9-7E82D9B1AA5A}"/>
                </a:ext>
              </a:extLst>
            </p:cNvPr>
            <p:cNvCxnSpPr>
              <a:cxnSpLocks/>
            </p:cNvCxnSpPr>
            <p:nvPr/>
          </p:nvCxnSpPr>
          <p:spPr>
            <a:xfrm>
              <a:off x="-822218" y="-35955"/>
              <a:ext cx="711995" cy="1852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91B77C5-7F23-B868-AF45-1793BC92E71C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-466562"/>
              <a:ext cx="9471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96C2E1B-F6B0-944F-C879-F1C956E97034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342398"/>
              <a:ext cx="7274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A2D849C-63DC-FC34-5F53-50DFC7A5EDD7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806281"/>
              <a:ext cx="7274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5ACCEC2-E120-430D-C42F-47EB32BAF241}"/>
                </a:ext>
              </a:extLst>
            </p:cNvPr>
            <p:cNvSpPr/>
            <p:nvPr/>
          </p:nvSpPr>
          <p:spPr>
            <a:xfrm>
              <a:off x="611755" y="746451"/>
              <a:ext cx="117698" cy="1176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AB8FCBF-9CE0-8B82-2807-A17C7986BAEF}"/>
                </a:ext>
              </a:extLst>
            </p:cNvPr>
            <p:cNvSpPr/>
            <p:nvPr/>
          </p:nvSpPr>
          <p:spPr>
            <a:xfrm>
              <a:off x="609791" y="292495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1BAE2239-680B-234F-C891-6D0F2D4B2B13}"/>
                </a:ext>
              </a:extLst>
            </p:cNvPr>
            <p:cNvSpPr/>
            <p:nvPr/>
          </p:nvSpPr>
          <p:spPr>
            <a:xfrm>
              <a:off x="-6388848" y="746241"/>
              <a:ext cx="119662" cy="1196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141CBD5-1CFD-4488-035E-A3EF90A9C080}"/>
                </a:ext>
              </a:extLst>
            </p:cNvPr>
            <p:cNvSpPr/>
            <p:nvPr/>
          </p:nvSpPr>
          <p:spPr>
            <a:xfrm>
              <a:off x="-6388848" y="295858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8ED4011-13D5-86C9-EB17-5DDE2434EB10}"/>
                </a:ext>
              </a:extLst>
            </p:cNvPr>
            <p:cNvSpPr/>
            <p:nvPr/>
          </p:nvSpPr>
          <p:spPr>
            <a:xfrm>
              <a:off x="-4200598" y="336262"/>
              <a:ext cx="119662" cy="1196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D1DF13F-65BF-72E3-84D2-5EB6AEA3F889}"/>
                </a:ext>
              </a:extLst>
            </p:cNvPr>
            <p:cNvSpPr/>
            <p:nvPr/>
          </p:nvSpPr>
          <p:spPr>
            <a:xfrm>
              <a:off x="-4200598" y="-489497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43BFBFB3-7963-42C5-9FD4-829E6FBB40AB}"/>
                </a:ext>
              </a:extLst>
            </p:cNvPr>
            <p:cNvSpPr/>
            <p:nvPr/>
          </p:nvSpPr>
          <p:spPr>
            <a:xfrm>
              <a:off x="-4200598" y="733081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F5B22AF-24F3-C3B1-DB9B-2292D8AC0994}"/>
                </a:ext>
              </a:extLst>
            </p:cNvPr>
            <p:cNvSpPr/>
            <p:nvPr/>
          </p:nvSpPr>
          <p:spPr>
            <a:xfrm>
              <a:off x="-4200598" y="1554216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8" name="Graphic 167">
              <a:extLst>
                <a:ext uri="{FF2B5EF4-FFF2-40B4-BE49-F238E27FC236}">
                  <a16:creationId xmlns:a16="http://schemas.microsoft.com/office/drawing/2014/main" id="{875F2AA0-439E-6C35-1C8B-E18CADBB35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6658901" y="233069"/>
              <a:ext cx="104775" cy="238125"/>
            </a:xfrm>
            <a:prstGeom prst="rect">
              <a:avLst/>
            </a:prstGeom>
          </p:spPr>
        </p:pic>
        <p:pic>
          <p:nvPicPr>
            <p:cNvPr id="170" name="Graphic 169">
              <a:extLst>
                <a:ext uri="{FF2B5EF4-FFF2-40B4-BE49-F238E27FC236}">
                  <a16:creationId xmlns:a16="http://schemas.microsoft.com/office/drawing/2014/main" id="{05527DB3-1A92-D49D-4316-4FD0B23F43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465686" y="1501174"/>
              <a:ext cx="142875" cy="238125"/>
            </a:xfrm>
            <a:prstGeom prst="rect">
              <a:avLst/>
            </a:prstGeom>
          </p:spPr>
        </p:pic>
        <p:pic>
          <p:nvPicPr>
            <p:cNvPr id="172" name="Graphic 171">
              <a:extLst>
                <a:ext uri="{FF2B5EF4-FFF2-40B4-BE49-F238E27FC236}">
                  <a16:creationId xmlns:a16="http://schemas.microsoft.com/office/drawing/2014/main" id="{72A3F762-CFFA-0294-CD14-8786672FD9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4461595" y="658326"/>
              <a:ext cx="142875" cy="247650"/>
            </a:xfrm>
            <a:prstGeom prst="rect">
              <a:avLst/>
            </a:prstGeom>
          </p:spPr>
        </p:pic>
        <p:pic>
          <p:nvPicPr>
            <p:cNvPr id="174" name="Graphic 173">
              <a:extLst>
                <a:ext uri="{FF2B5EF4-FFF2-40B4-BE49-F238E27FC236}">
                  <a16:creationId xmlns:a16="http://schemas.microsoft.com/office/drawing/2014/main" id="{A60BD83F-C24D-8F26-9B1E-B628A6980F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4460924" y="284525"/>
              <a:ext cx="133350" cy="238125"/>
            </a:xfrm>
            <a:prstGeom prst="rect">
              <a:avLst/>
            </a:prstGeom>
          </p:spPr>
        </p:pic>
        <p:pic>
          <p:nvPicPr>
            <p:cNvPr id="176" name="Graphic 175">
              <a:extLst>
                <a:ext uri="{FF2B5EF4-FFF2-40B4-BE49-F238E27FC236}">
                  <a16:creationId xmlns:a16="http://schemas.microsoft.com/office/drawing/2014/main" id="{FBC0DCB8-89AE-F232-3F63-E0C6C99E7A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4449667" y="-523669"/>
              <a:ext cx="133350" cy="238125"/>
            </a:xfrm>
            <a:prstGeom prst="rect">
              <a:avLst/>
            </a:prstGeom>
          </p:spPr>
        </p:pic>
        <p:pic>
          <p:nvPicPr>
            <p:cNvPr id="178" name="Graphic 177">
              <a:extLst>
                <a:ext uri="{FF2B5EF4-FFF2-40B4-BE49-F238E27FC236}">
                  <a16:creationId xmlns:a16="http://schemas.microsoft.com/office/drawing/2014/main" id="{2B054D65-AA92-8732-A3B9-33368ACB1C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3962" y="686237"/>
              <a:ext cx="152400" cy="238125"/>
            </a:xfrm>
            <a:prstGeom prst="rect">
              <a:avLst/>
            </a:prstGeom>
          </p:spPr>
        </p:pic>
        <p:pic>
          <p:nvPicPr>
            <p:cNvPr id="180" name="Graphic 179">
              <a:extLst>
                <a:ext uri="{FF2B5EF4-FFF2-40B4-BE49-F238E27FC236}">
                  <a16:creationId xmlns:a16="http://schemas.microsoft.com/office/drawing/2014/main" id="{78AED666-B9A6-6539-F457-8E7DA53381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6687795" y="686236"/>
              <a:ext cx="142875" cy="238125"/>
            </a:xfrm>
            <a:prstGeom prst="rect">
              <a:avLst/>
            </a:prstGeom>
          </p:spPr>
        </p:pic>
        <p:pic>
          <p:nvPicPr>
            <p:cNvPr id="182" name="Graphic 181">
              <a:extLst>
                <a:ext uri="{FF2B5EF4-FFF2-40B4-BE49-F238E27FC236}">
                  <a16:creationId xmlns:a16="http://schemas.microsoft.com/office/drawing/2014/main" id="{94428C9A-7DB4-57B7-6CB9-A6AC534491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7117" y="221569"/>
              <a:ext cx="133350" cy="238125"/>
            </a:xfrm>
            <a:prstGeom prst="rect">
              <a:avLst/>
            </a:prstGeom>
          </p:spPr>
        </p:pic>
        <p:pic>
          <p:nvPicPr>
            <p:cNvPr id="184" name="Graphic 183">
              <a:extLst>
                <a:ext uri="{FF2B5EF4-FFF2-40B4-BE49-F238E27FC236}">
                  <a16:creationId xmlns:a16="http://schemas.microsoft.com/office/drawing/2014/main" id="{17B85E40-223C-1140-15EA-A70832B6E3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134618" y="-106276"/>
              <a:ext cx="381000" cy="371475"/>
            </a:xfrm>
            <a:prstGeom prst="rect">
              <a:avLst/>
            </a:prstGeom>
          </p:spPr>
        </p:pic>
        <p:pic>
          <p:nvPicPr>
            <p:cNvPr id="186" name="Graphic 185">
              <a:extLst>
                <a:ext uri="{FF2B5EF4-FFF2-40B4-BE49-F238E27FC236}">
                  <a16:creationId xmlns:a16="http://schemas.microsoft.com/office/drawing/2014/main" id="{CE626C92-A02B-E3EF-BF0E-6DBDB182E3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3991653" y="-239200"/>
              <a:ext cx="390525" cy="371475"/>
            </a:xfrm>
            <a:prstGeom prst="rect">
              <a:avLst/>
            </a:prstGeom>
          </p:spPr>
        </p:pic>
        <p:pic>
          <p:nvPicPr>
            <p:cNvPr id="188" name="Graphic 187">
              <a:extLst>
                <a:ext uri="{FF2B5EF4-FFF2-40B4-BE49-F238E27FC236}">
                  <a16:creationId xmlns:a16="http://schemas.microsoft.com/office/drawing/2014/main" id="{E100D2ED-7226-44B2-5EB4-DDF0FCCDB4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91653" y="994960"/>
              <a:ext cx="457200" cy="371475"/>
            </a:xfrm>
            <a:prstGeom prst="rect">
              <a:avLst/>
            </a:prstGeom>
          </p:spPr>
        </p:pic>
        <p:pic>
          <p:nvPicPr>
            <p:cNvPr id="190" name="Graphic 189">
              <a:extLst>
                <a:ext uri="{FF2B5EF4-FFF2-40B4-BE49-F238E27FC236}">
                  <a16:creationId xmlns:a16="http://schemas.microsoft.com/office/drawing/2014/main" id="{4D848344-0F3E-75DB-3EC4-A8E78F263D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203991" y="1051357"/>
              <a:ext cx="447675" cy="371475"/>
            </a:xfrm>
            <a:prstGeom prst="rect">
              <a:avLst/>
            </a:prstGeom>
          </p:spPr>
        </p:pic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AD0AF477-9235-5E84-5C4D-1057E358F372}"/>
                </a:ext>
              </a:extLst>
            </p:cNvPr>
            <p:cNvSpPr/>
            <p:nvPr/>
          </p:nvSpPr>
          <p:spPr>
            <a:xfrm rot="5400000">
              <a:off x="-3869389" y="-518536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EDDFD67B-388A-50CF-A2EE-B1A18A00B345}"/>
                </a:ext>
              </a:extLst>
            </p:cNvPr>
            <p:cNvSpPr/>
            <p:nvPr/>
          </p:nvSpPr>
          <p:spPr>
            <a:xfrm rot="5400000">
              <a:off x="-3869595" y="1516639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Isosceles Triangle 196">
              <a:extLst>
                <a:ext uri="{FF2B5EF4-FFF2-40B4-BE49-F238E27FC236}">
                  <a16:creationId xmlns:a16="http://schemas.microsoft.com/office/drawing/2014/main" id="{A3CA3D66-9D32-FEDB-2D90-4F3F5267E428}"/>
                </a:ext>
              </a:extLst>
            </p:cNvPr>
            <p:cNvSpPr/>
            <p:nvPr/>
          </p:nvSpPr>
          <p:spPr>
            <a:xfrm rot="5400000">
              <a:off x="-5934139" y="264101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Isosceles Triangle 198">
              <a:extLst>
                <a:ext uri="{FF2B5EF4-FFF2-40B4-BE49-F238E27FC236}">
                  <a16:creationId xmlns:a16="http://schemas.microsoft.com/office/drawing/2014/main" id="{9F17CB15-4A9D-2442-A678-92BCAE190E18}"/>
                </a:ext>
              </a:extLst>
            </p:cNvPr>
            <p:cNvSpPr/>
            <p:nvPr/>
          </p:nvSpPr>
          <p:spPr>
            <a:xfrm rot="16200000" flipH="1">
              <a:off x="-5955571" y="714155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Isosceles Triangle 200">
              <a:extLst>
                <a:ext uri="{FF2B5EF4-FFF2-40B4-BE49-F238E27FC236}">
                  <a16:creationId xmlns:a16="http://schemas.microsoft.com/office/drawing/2014/main" id="{82D62773-A3E0-2281-CA95-CB7824C672F2}"/>
                </a:ext>
              </a:extLst>
            </p:cNvPr>
            <p:cNvSpPr/>
            <p:nvPr/>
          </p:nvSpPr>
          <p:spPr>
            <a:xfrm rot="16200000" flipH="1">
              <a:off x="-3891685" y="699076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Isosceles Triangle 204">
              <a:extLst>
                <a:ext uri="{FF2B5EF4-FFF2-40B4-BE49-F238E27FC236}">
                  <a16:creationId xmlns:a16="http://schemas.microsoft.com/office/drawing/2014/main" id="{831A753E-8D86-7DDB-97E2-21DE0218EB59}"/>
                </a:ext>
              </a:extLst>
            </p:cNvPr>
            <p:cNvSpPr/>
            <p:nvPr/>
          </p:nvSpPr>
          <p:spPr>
            <a:xfrm rot="16200000" flipH="1">
              <a:off x="-3891684" y="297437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00B9E9B4-B60B-F1CD-84EF-FEE83BC546B6}"/>
                </a:ext>
              </a:extLst>
            </p:cNvPr>
            <p:cNvSpPr/>
            <p:nvPr/>
          </p:nvSpPr>
          <p:spPr>
            <a:xfrm rot="16200000" flipH="1">
              <a:off x="195019" y="715585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Isosceles Triangle 208">
              <a:extLst>
                <a:ext uri="{FF2B5EF4-FFF2-40B4-BE49-F238E27FC236}">
                  <a16:creationId xmlns:a16="http://schemas.microsoft.com/office/drawing/2014/main" id="{D8CC465E-4C14-7ED7-27CC-95987B6346BC}"/>
                </a:ext>
              </a:extLst>
            </p:cNvPr>
            <p:cNvSpPr/>
            <p:nvPr/>
          </p:nvSpPr>
          <p:spPr>
            <a:xfrm rot="5400000">
              <a:off x="223981" y="260468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FAB61E19-CEE7-0DF9-6B54-9EA17D2C0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805479" y="-1025313"/>
              <a:ext cx="0" cy="3145536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C5D5FFE-FCDB-4619-D512-FFA648CDF682}"/>
                </a:ext>
              </a:extLst>
            </p:cNvPr>
            <p:cNvCxnSpPr>
              <a:cxnSpLocks/>
            </p:cNvCxnSpPr>
            <p:nvPr/>
          </p:nvCxnSpPr>
          <p:spPr>
            <a:xfrm>
              <a:off x="-2464531" y="-1068582"/>
              <a:ext cx="2206038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419752-3743-7854-BEB8-46E8C4692ED4}"/>
                </a:ext>
              </a:extLst>
            </p:cNvPr>
            <p:cNvCxnSpPr>
              <a:cxnSpLocks/>
            </p:cNvCxnSpPr>
            <p:nvPr/>
          </p:nvCxnSpPr>
          <p:spPr>
            <a:xfrm>
              <a:off x="-264644" y="-1082363"/>
              <a:ext cx="0" cy="3246274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2112FC6-4C6B-5C0E-5B61-BC57F20F831F}"/>
                </a:ext>
              </a:extLst>
            </p:cNvPr>
            <p:cNvCxnSpPr>
              <a:cxnSpLocks/>
            </p:cNvCxnSpPr>
            <p:nvPr/>
          </p:nvCxnSpPr>
          <p:spPr>
            <a:xfrm>
              <a:off x="-5356273" y="-1068582"/>
              <a:ext cx="2924839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AAD954-51DD-8062-9F0B-9E18C49D8F9F}"/>
                </a:ext>
              </a:extLst>
            </p:cNvPr>
            <p:cNvCxnSpPr>
              <a:cxnSpLocks/>
            </p:cNvCxnSpPr>
            <p:nvPr/>
          </p:nvCxnSpPr>
          <p:spPr>
            <a:xfrm>
              <a:off x="-5339564" y="-1065510"/>
              <a:ext cx="0" cy="3206561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FD247AB-F584-0A14-7282-15107EC1574C}"/>
                </a:ext>
              </a:extLst>
            </p:cNvPr>
            <p:cNvCxnSpPr>
              <a:cxnSpLocks/>
            </p:cNvCxnSpPr>
            <p:nvPr/>
          </p:nvCxnSpPr>
          <p:spPr>
            <a:xfrm>
              <a:off x="-2786809" y="2147058"/>
              <a:ext cx="2513076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E20CFC4-29B0-B9A8-7804-EAFD90EACE49}"/>
                </a:ext>
              </a:extLst>
            </p:cNvPr>
            <p:cNvCxnSpPr>
              <a:cxnSpLocks/>
            </p:cNvCxnSpPr>
            <p:nvPr/>
          </p:nvCxnSpPr>
          <p:spPr>
            <a:xfrm>
              <a:off x="-5353225" y="2147058"/>
              <a:ext cx="2505456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562EA91-1843-85EE-C1B2-56BF0773BA87}"/>
                </a:ext>
              </a:extLst>
            </p:cNvPr>
            <p:cNvCxnSpPr>
              <a:cxnSpLocks/>
            </p:cNvCxnSpPr>
            <p:nvPr/>
          </p:nvCxnSpPr>
          <p:spPr>
            <a:xfrm>
              <a:off x="-5014414" y="-820083"/>
              <a:ext cx="2195601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F6C8FDA-1513-69E4-6B75-B6EF508B3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010079" y="-832180"/>
              <a:ext cx="0" cy="2778757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3623AAC-5853-BA5A-94A6-CC70216B095D}"/>
                </a:ext>
              </a:extLst>
            </p:cNvPr>
            <p:cNvCxnSpPr>
              <a:cxnSpLocks/>
            </p:cNvCxnSpPr>
            <p:nvPr/>
          </p:nvCxnSpPr>
          <p:spPr>
            <a:xfrm>
              <a:off x="-5015482" y="1930737"/>
              <a:ext cx="2183969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9CF3A20-DC53-88A3-AD68-8C3D72507E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818813" y="-820083"/>
              <a:ext cx="2170632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AE9F7DA-7331-6FCE-D02E-DE842FE93F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652516" y="-832180"/>
              <a:ext cx="0" cy="2778757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BFF414F-8E55-01A3-70BD-3DF8BC333C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831513" y="1930737"/>
              <a:ext cx="2184400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0" name="Group 599">
            <a:extLst>
              <a:ext uri="{FF2B5EF4-FFF2-40B4-BE49-F238E27FC236}">
                <a16:creationId xmlns:a16="http://schemas.microsoft.com/office/drawing/2014/main" id="{16A88731-D386-960B-BFFB-7CEC2A858500}"/>
              </a:ext>
            </a:extLst>
          </p:cNvPr>
          <p:cNvGrpSpPr/>
          <p:nvPr/>
        </p:nvGrpSpPr>
        <p:grpSpPr>
          <a:xfrm>
            <a:off x="-2269659" y="-2524121"/>
            <a:ext cx="10956161" cy="537667"/>
            <a:chOff x="-6331845" y="-2426970"/>
            <a:chExt cx="8976493" cy="44051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0D5DB46-75D0-36AC-F891-87BD60F730BB}"/>
                </a:ext>
              </a:extLst>
            </p:cNvPr>
            <p:cNvCxnSpPr>
              <a:cxnSpLocks/>
            </p:cNvCxnSpPr>
            <p:nvPr/>
          </p:nvCxnSpPr>
          <p:spPr>
            <a:xfrm>
              <a:off x="-6331845" y="-2181717"/>
              <a:ext cx="766173" cy="0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3" name="Graphic 182">
              <a:extLst>
                <a:ext uri="{FF2B5EF4-FFF2-40B4-BE49-F238E27FC236}">
                  <a16:creationId xmlns:a16="http://schemas.microsoft.com/office/drawing/2014/main" id="{3BEBC59C-7DEF-5034-1083-9A81478A87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5307764" y="-2426970"/>
              <a:ext cx="3083614" cy="440516"/>
            </a:xfrm>
            <a:prstGeom prst="rect">
              <a:avLst/>
            </a:prstGeom>
          </p:spPr>
        </p:pic>
        <p:pic>
          <p:nvPicPr>
            <p:cNvPr id="187" name="Graphic 186">
              <a:extLst>
                <a:ext uri="{FF2B5EF4-FFF2-40B4-BE49-F238E27FC236}">
                  <a16:creationId xmlns:a16="http://schemas.microsoft.com/office/drawing/2014/main" id="{18FF9110-E68A-5801-53C6-D41CA83920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515448" y="-2426970"/>
              <a:ext cx="3160096" cy="439200"/>
            </a:xfrm>
            <a:prstGeom prst="rect">
              <a:avLst/>
            </a:prstGeom>
          </p:spPr>
        </p:pic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84456B6C-82C0-918E-9A8D-07A5601DBE8E}"/>
                </a:ext>
              </a:extLst>
            </p:cNvPr>
            <p:cNvCxnSpPr>
              <a:cxnSpLocks/>
            </p:cNvCxnSpPr>
            <p:nvPr/>
          </p:nvCxnSpPr>
          <p:spPr>
            <a:xfrm>
              <a:off x="-1539529" y="-2198883"/>
              <a:ext cx="766173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23A8AA9B-68C2-6D21-778E-2ECA46E0EB4E}"/>
              </a:ext>
            </a:extLst>
          </p:cNvPr>
          <p:cNvSpPr txBox="1"/>
          <p:nvPr/>
        </p:nvSpPr>
        <p:spPr>
          <a:xfrm>
            <a:off x="-4603355" y="2724613"/>
            <a:ext cx="360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0518926C-EC98-5734-6FC4-7158DAACE28F}"/>
              </a:ext>
            </a:extLst>
          </p:cNvPr>
          <p:cNvSpPr txBox="1"/>
          <p:nvPr/>
        </p:nvSpPr>
        <p:spPr>
          <a:xfrm>
            <a:off x="3611277" y="2724613"/>
            <a:ext cx="360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A2D4C4C1-C325-B620-F37D-F56E51832939}"/>
              </a:ext>
            </a:extLst>
          </p:cNvPr>
          <p:cNvSpPr txBox="1"/>
          <p:nvPr/>
        </p:nvSpPr>
        <p:spPr>
          <a:xfrm>
            <a:off x="11825909" y="2724612"/>
            <a:ext cx="360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A772F12-D356-7BDD-549C-6224EC381A34}"/>
              </a:ext>
            </a:extLst>
          </p:cNvPr>
          <p:cNvSpPr txBox="1"/>
          <p:nvPr/>
        </p:nvSpPr>
        <p:spPr>
          <a:xfrm>
            <a:off x="20040541" y="2724611"/>
            <a:ext cx="360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8811EA-5753-3C99-68AA-B4B73D5237DE}"/>
              </a:ext>
            </a:extLst>
          </p:cNvPr>
          <p:cNvCxnSpPr>
            <a:cxnSpLocks/>
          </p:cNvCxnSpPr>
          <p:nvPr/>
        </p:nvCxnSpPr>
        <p:spPr>
          <a:xfrm>
            <a:off x="-6363945" y="-1657350"/>
            <a:ext cx="3189457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8CBF6CE-AA61-A64E-3615-E715ABB1A3EF}"/>
              </a:ext>
            </a:extLst>
          </p:cNvPr>
          <p:cNvGrpSpPr/>
          <p:nvPr/>
        </p:nvGrpSpPr>
        <p:grpSpPr>
          <a:xfrm>
            <a:off x="9745855" y="-1314461"/>
            <a:ext cx="7774157" cy="3770314"/>
            <a:chOff x="-6687795" y="-1308586"/>
            <a:chExt cx="7774157" cy="3770314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C31D811-AB1C-12CE-2F1F-0425730CCDBD}"/>
                </a:ext>
              </a:extLst>
            </p:cNvPr>
            <p:cNvSpPr/>
            <p:nvPr/>
          </p:nvSpPr>
          <p:spPr>
            <a:xfrm>
              <a:off x="-5499149" y="-1214289"/>
              <a:ext cx="5387340" cy="356997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EEEB1EA2-8DF9-9CCD-0F7C-3DDB14CDEF58}"/>
                </a:ext>
              </a:extLst>
            </p:cNvPr>
            <p:cNvSpPr/>
            <p:nvPr/>
          </p:nvSpPr>
          <p:spPr>
            <a:xfrm>
              <a:off x="-4846681" y="-625168"/>
              <a:ext cx="1401841" cy="239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82E61E2-48F0-6271-1016-4BD494ACB5F0}"/>
                </a:ext>
              </a:extLst>
            </p:cNvPr>
            <p:cNvSpPr/>
            <p:nvPr/>
          </p:nvSpPr>
          <p:spPr>
            <a:xfrm>
              <a:off x="-2284135" y="-625168"/>
              <a:ext cx="1491616" cy="239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953BF16E-71F3-5653-9306-E7F0480B56CD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28208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6DEC6F4-F935-CE73-33F7-92D452794FAD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21113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CF28D517-F8E0-B368-71D2-D305037188B1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42749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5847A54C-7A15-D308-1BC3-937BAAD4B0C0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356540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CB3C7B13-35B4-6916-5210-228212CCE8A6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285581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1E85858D-5C91-7533-06BC-76362ACB805E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21462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23B07985-B478-CFB2-3F9D-4D221AD8EFBC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14366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5D8DD208-66CE-7735-B243-6CED72D1F1F9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7270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B6D81535-6A91-1FF0-6AD8-05304CFB4D7B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1745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93F3DF15-9BF7-4682-989B-4D08FE563182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6921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C1A8F9E8-9350-F1DC-2691-22C35714CF2B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14017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327E5150-D663-F520-926A-83964276C7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49721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6110996A-4A3B-805E-7F26-B963D51F4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426256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75669E81-5A7A-1CD7-B8FF-1457CA6DF2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787625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5D1F2F97-EEB5-9E84-0C78-7F2E1C1054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85858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12EDDFD6-8FD5-1B58-73E0-FD24A074D7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92954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EC1F2A7C-2C9A-F5F1-6F01-A001EDBDB5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00050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346F912A-60A5-5AD4-8773-16AA28359C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071461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B03463C-7103-F2FE-559D-BDDF82772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142420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99B05EA7-7DC8-24E0-8329-DF88017A7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21337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6970ED58-E526-0B29-0FD7-9B87E9584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284338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F79D0D67-B967-E57C-6F0D-CF900A189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355297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8A63B6DC-CAB6-215D-3F16-51B67BB23248}"/>
                </a:ext>
              </a:extLst>
            </p:cNvPr>
            <p:cNvCxnSpPr>
              <a:cxnSpLocks/>
            </p:cNvCxnSpPr>
            <p:nvPr/>
          </p:nvCxnSpPr>
          <p:spPr>
            <a:xfrm>
              <a:off x="-5606303" y="-439428"/>
              <a:ext cx="778669" cy="1971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8B0B251D-4D78-F477-0AEE-88A910ECD323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-22545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F55C6B28-88E9-A807-E55A-05890D476AAC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-23956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13710C43-06FB-7584-A170-DCE6221763C8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88919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9C756018-973F-DF5E-AD5C-5DDDED261306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011351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E25E76CD-73ED-472A-B72B-00A235C76299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212848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E6C0FA29-184D-3DF7-240D-96F569E980D3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42572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AD7E8940-F618-0D13-BFE0-22B77A0B1A7B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30" y="809854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30EB82A3-3503-EEF2-13B9-5465E9FFAD2A}"/>
                </a:ext>
              </a:extLst>
            </p:cNvPr>
            <p:cNvCxnSpPr>
              <a:cxnSpLocks/>
              <a:stCxn id="458" idx="6"/>
            </p:cNvCxnSpPr>
            <p:nvPr/>
          </p:nvCxnSpPr>
          <p:spPr>
            <a:xfrm>
              <a:off x="-6269186" y="806072"/>
              <a:ext cx="746705" cy="2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C4B677F8-B1C6-C037-7E86-FED89F427480}"/>
                </a:ext>
              </a:extLst>
            </p:cNvPr>
            <p:cNvCxnSpPr>
              <a:cxnSpLocks/>
              <a:endCxn id="459" idx="6"/>
            </p:cNvCxnSpPr>
            <p:nvPr/>
          </p:nvCxnSpPr>
          <p:spPr>
            <a:xfrm flipH="1" flipV="1">
              <a:off x="-6269187" y="355689"/>
              <a:ext cx="746706" cy="14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B627AD04-6D03-CA12-95CE-A3FF2AF0BA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4445" y="-427499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1A7E99A7-4539-4105-5B8E-2329AD20ED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8015" y="390435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D09FE6E4-FFDC-BBF1-45DA-4FE417E82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4445" y="791746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CE606BA2-1D2E-E80E-E400-9B49A143B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8015" y="1608489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959AA05A-2811-AA95-4FF5-DDCFBCD5BA06}"/>
                </a:ext>
              </a:extLst>
            </p:cNvPr>
            <p:cNvCxnSpPr>
              <a:cxnSpLocks/>
            </p:cNvCxnSpPr>
            <p:nvPr/>
          </p:nvCxnSpPr>
          <p:spPr>
            <a:xfrm>
              <a:off x="-5619798" y="1624249"/>
              <a:ext cx="10098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0A4D35F0-7FEC-4B15-17DC-AD43DABC7B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597239" y="1641709"/>
              <a:ext cx="0" cy="8200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A3C53058-F651-CE6B-3907-3F670D659007}"/>
                </a:ext>
              </a:extLst>
            </p:cNvPr>
            <p:cNvCxnSpPr>
              <a:cxnSpLocks/>
            </p:cNvCxnSpPr>
            <p:nvPr/>
          </p:nvCxnSpPr>
          <p:spPr>
            <a:xfrm>
              <a:off x="-5606303" y="2445385"/>
              <a:ext cx="5572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49545785-5C90-9C2C-3BFC-7E575A95D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4957" y="1570345"/>
              <a:ext cx="0" cy="8913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3A3003F2-BE9A-D9C8-D6B9-1C88B2EB4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599441" y="-1276445"/>
              <a:ext cx="0" cy="8370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6035CAEB-9FDE-59A5-53B7-045D3B32F30F}"/>
                </a:ext>
              </a:extLst>
            </p:cNvPr>
            <p:cNvCxnSpPr>
              <a:cxnSpLocks/>
            </p:cNvCxnSpPr>
            <p:nvPr/>
          </p:nvCxnSpPr>
          <p:spPr>
            <a:xfrm>
              <a:off x="-5610886" y="-1289538"/>
              <a:ext cx="5572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B656D953-4AC9-0A3E-DCEA-7202A8DA5E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4778" y="-1308586"/>
              <a:ext cx="0" cy="852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35BFDF7E-4262-0D5B-E30E-90388543327E}"/>
                </a:ext>
              </a:extLst>
            </p:cNvPr>
            <p:cNvCxnSpPr>
              <a:cxnSpLocks/>
            </p:cNvCxnSpPr>
            <p:nvPr/>
          </p:nvCxnSpPr>
          <p:spPr>
            <a:xfrm>
              <a:off x="-820629" y="16579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321D9870-BF9C-C042-390E-40DE4286E2EB}"/>
                </a:ext>
              </a:extLst>
            </p:cNvPr>
            <p:cNvCxnSpPr>
              <a:cxnSpLocks/>
            </p:cNvCxnSpPr>
            <p:nvPr/>
          </p:nvCxnSpPr>
          <p:spPr>
            <a:xfrm>
              <a:off x="-823011" y="-454341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EFC2BC6C-008B-9547-3000-C55A683981D3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4" y="994960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BE581E56-01F0-4213-3B32-B472CF9AD5CB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5" y="1204153"/>
              <a:ext cx="711995" cy="1852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0188F8DB-8C23-3C12-BAE8-1934C4CCDDF8}"/>
                </a:ext>
              </a:extLst>
            </p:cNvPr>
            <p:cNvCxnSpPr>
              <a:cxnSpLocks/>
            </p:cNvCxnSpPr>
            <p:nvPr/>
          </p:nvCxnSpPr>
          <p:spPr>
            <a:xfrm>
              <a:off x="-835470" y="1412253"/>
              <a:ext cx="780513" cy="1811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C2BAE186-5AB9-09EC-8312-6B6E3E06030E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5" y="785767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D5525F13-8C7D-C105-F7FD-521221CF6568}"/>
                </a:ext>
              </a:extLst>
            </p:cNvPr>
            <p:cNvCxnSpPr>
              <a:cxnSpLocks/>
            </p:cNvCxnSpPr>
            <p:nvPr/>
          </p:nvCxnSpPr>
          <p:spPr>
            <a:xfrm>
              <a:off x="-822217" y="-243560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6EC78823-CDB3-EC71-1620-D75768329C83}"/>
                </a:ext>
              </a:extLst>
            </p:cNvPr>
            <p:cNvCxnSpPr>
              <a:cxnSpLocks/>
            </p:cNvCxnSpPr>
            <p:nvPr/>
          </p:nvCxnSpPr>
          <p:spPr>
            <a:xfrm>
              <a:off x="-822218" y="-35955"/>
              <a:ext cx="711995" cy="1852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C4C50F9D-B3CC-9C91-9B9D-98597B392EAB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-466562"/>
              <a:ext cx="9471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3A5810D-1DF0-D4D1-9851-A1E23888E626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342398"/>
              <a:ext cx="7274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3FAC9058-B8DC-0C2E-EBE8-1C814BF78346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806281"/>
              <a:ext cx="7274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0BBB5743-6410-5F74-3559-B8EEB6CAE116}"/>
                </a:ext>
              </a:extLst>
            </p:cNvPr>
            <p:cNvSpPr/>
            <p:nvPr/>
          </p:nvSpPr>
          <p:spPr>
            <a:xfrm>
              <a:off x="611755" y="746451"/>
              <a:ext cx="117698" cy="1176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70B3CA40-FD56-86F6-1B3F-4D1E40795B57}"/>
                </a:ext>
              </a:extLst>
            </p:cNvPr>
            <p:cNvSpPr/>
            <p:nvPr/>
          </p:nvSpPr>
          <p:spPr>
            <a:xfrm>
              <a:off x="609791" y="292495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Oval 457">
              <a:extLst>
                <a:ext uri="{FF2B5EF4-FFF2-40B4-BE49-F238E27FC236}">
                  <a16:creationId xmlns:a16="http://schemas.microsoft.com/office/drawing/2014/main" id="{4C0FAE2D-173C-FACB-8188-881EEC0B16AF}"/>
                </a:ext>
              </a:extLst>
            </p:cNvPr>
            <p:cNvSpPr/>
            <p:nvPr/>
          </p:nvSpPr>
          <p:spPr>
            <a:xfrm>
              <a:off x="-6388848" y="746241"/>
              <a:ext cx="119662" cy="1196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D5F072F2-2352-0FD4-39A3-4FFE81AD3068}"/>
                </a:ext>
              </a:extLst>
            </p:cNvPr>
            <p:cNvSpPr/>
            <p:nvPr/>
          </p:nvSpPr>
          <p:spPr>
            <a:xfrm>
              <a:off x="-6388848" y="295858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EAAB45FD-D1B4-4658-4229-E6C9017F5E6B}"/>
                </a:ext>
              </a:extLst>
            </p:cNvPr>
            <p:cNvSpPr/>
            <p:nvPr/>
          </p:nvSpPr>
          <p:spPr>
            <a:xfrm>
              <a:off x="-4200598" y="336262"/>
              <a:ext cx="119662" cy="1196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984691EF-BD68-CCD0-ED74-ABBF25255D6B}"/>
                </a:ext>
              </a:extLst>
            </p:cNvPr>
            <p:cNvSpPr/>
            <p:nvPr/>
          </p:nvSpPr>
          <p:spPr>
            <a:xfrm>
              <a:off x="-4200598" y="-489497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FCFF3A74-1054-2444-6D15-E4ACC68FEA11}"/>
                </a:ext>
              </a:extLst>
            </p:cNvPr>
            <p:cNvSpPr/>
            <p:nvPr/>
          </p:nvSpPr>
          <p:spPr>
            <a:xfrm>
              <a:off x="-4200598" y="733081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1432A703-E026-E050-0376-C776F0F886DD}"/>
                </a:ext>
              </a:extLst>
            </p:cNvPr>
            <p:cNvSpPr/>
            <p:nvPr/>
          </p:nvSpPr>
          <p:spPr>
            <a:xfrm>
              <a:off x="-4200598" y="1554216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4" name="Graphic 463">
              <a:extLst>
                <a:ext uri="{FF2B5EF4-FFF2-40B4-BE49-F238E27FC236}">
                  <a16:creationId xmlns:a16="http://schemas.microsoft.com/office/drawing/2014/main" id="{B5B6A9F3-092D-244B-FAFF-139D5A0A38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6658901" y="233069"/>
              <a:ext cx="104775" cy="238125"/>
            </a:xfrm>
            <a:prstGeom prst="rect">
              <a:avLst/>
            </a:prstGeom>
          </p:spPr>
        </p:pic>
        <p:pic>
          <p:nvPicPr>
            <p:cNvPr id="465" name="Graphic 464">
              <a:extLst>
                <a:ext uri="{FF2B5EF4-FFF2-40B4-BE49-F238E27FC236}">
                  <a16:creationId xmlns:a16="http://schemas.microsoft.com/office/drawing/2014/main" id="{E8CD71FE-9473-8C2C-B631-EC359912AA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465686" y="1501174"/>
              <a:ext cx="142875" cy="238125"/>
            </a:xfrm>
            <a:prstGeom prst="rect">
              <a:avLst/>
            </a:prstGeom>
          </p:spPr>
        </p:pic>
        <p:pic>
          <p:nvPicPr>
            <p:cNvPr id="466" name="Graphic 465">
              <a:extLst>
                <a:ext uri="{FF2B5EF4-FFF2-40B4-BE49-F238E27FC236}">
                  <a16:creationId xmlns:a16="http://schemas.microsoft.com/office/drawing/2014/main" id="{16BF116F-3CA3-5C71-B5D0-8FFF1CD8AD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4461595" y="658326"/>
              <a:ext cx="142875" cy="247650"/>
            </a:xfrm>
            <a:prstGeom prst="rect">
              <a:avLst/>
            </a:prstGeom>
          </p:spPr>
        </p:pic>
        <p:pic>
          <p:nvPicPr>
            <p:cNvPr id="467" name="Graphic 466">
              <a:extLst>
                <a:ext uri="{FF2B5EF4-FFF2-40B4-BE49-F238E27FC236}">
                  <a16:creationId xmlns:a16="http://schemas.microsoft.com/office/drawing/2014/main" id="{95EF085A-6A48-85D3-A854-0BD94EA2AC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4460924" y="284525"/>
              <a:ext cx="133350" cy="238125"/>
            </a:xfrm>
            <a:prstGeom prst="rect">
              <a:avLst/>
            </a:prstGeom>
          </p:spPr>
        </p:pic>
        <p:pic>
          <p:nvPicPr>
            <p:cNvPr id="468" name="Graphic 467">
              <a:extLst>
                <a:ext uri="{FF2B5EF4-FFF2-40B4-BE49-F238E27FC236}">
                  <a16:creationId xmlns:a16="http://schemas.microsoft.com/office/drawing/2014/main" id="{5984E9C0-C77B-FAFB-7E7C-CEE0BD67CB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4449667" y="-523669"/>
              <a:ext cx="133350" cy="238125"/>
            </a:xfrm>
            <a:prstGeom prst="rect">
              <a:avLst/>
            </a:prstGeom>
          </p:spPr>
        </p:pic>
        <p:pic>
          <p:nvPicPr>
            <p:cNvPr id="469" name="Graphic 468">
              <a:extLst>
                <a:ext uri="{FF2B5EF4-FFF2-40B4-BE49-F238E27FC236}">
                  <a16:creationId xmlns:a16="http://schemas.microsoft.com/office/drawing/2014/main" id="{59CD65FD-E769-0718-9CC8-62962571E1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3962" y="686237"/>
              <a:ext cx="152400" cy="238125"/>
            </a:xfrm>
            <a:prstGeom prst="rect">
              <a:avLst/>
            </a:prstGeom>
          </p:spPr>
        </p:pic>
        <p:pic>
          <p:nvPicPr>
            <p:cNvPr id="470" name="Graphic 469">
              <a:extLst>
                <a:ext uri="{FF2B5EF4-FFF2-40B4-BE49-F238E27FC236}">
                  <a16:creationId xmlns:a16="http://schemas.microsoft.com/office/drawing/2014/main" id="{B5BBDB18-4803-EAAE-18BB-0DEC3BA21A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6687795" y="686236"/>
              <a:ext cx="142875" cy="238125"/>
            </a:xfrm>
            <a:prstGeom prst="rect">
              <a:avLst/>
            </a:prstGeom>
          </p:spPr>
        </p:pic>
        <p:pic>
          <p:nvPicPr>
            <p:cNvPr id="471" name="Graphic 470">
              <a:extLst>
                <a:ext uri="{FF2B5EF4-FFF2-40B4-BE49-F238E27FC236}">
                  <a16:creationId xmlns:a16="http://schemas.microsoft.com/office/drawing/2014/main" id="{71725228-62A5-DF33-A4B7-AE3AE50D10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7117" y="221569"/>
              <a:ext cx="133350" cy="238125"/>
            </a:xfrm>
            <a:prstGeom prst="rect">
              <a:avLst/>
            </a:prstGeom>
          </p:spPr>
        </p:pic>
        <p:pic>
          <p:nvPicPr>
            <p:cNvPr id="472" name="Graphic 471">
              <a:extLst>
                <a:ext uri="{FF2B5EF4-FFF2-40B4-BE49-F238E27FC236}">
                  <a16:creationId xmlns:a16="http://schemas.microsoft.com/office/drawing/2014/main" id="{72C97F3D-D7EC-DF01-E7DB-8A9A79EF66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134618" y="-106276"/>
              <a:ext cx="381000" cy="371475"/>
            </a:xfrm>
            <a:prstGeom prst="rect">
              <a:avLst/>
            </a:prstGeom>
          </p:spPr>
        </p:pic>
        <p:pic>
          <p:nvPicPr>
            <p:cNvPr id="473" name="Graphic 472">
              <a:extLst>
                <a:ext uri="{FF2B5EF4-FFF2-40B4-BE49-F238E27FC236}">
                  <a16:creationId xmlns:a16="http://schemas.microsoft.com/office/drawing/2014/main" id="{ABF0AEA7-45A9-1B7A-A486-2BA0F54DAD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3991653" y="-239200"/>
              <a:ext cx="390525" cy="371475"/>
            </a:xfrm>
            <a:prstGeom prst="rect">
              <a:avLst/>
            </a:prstGeom>
          </p:spPr>
        </p:pic>
        <p:pic>
          <p:nvPicPr>
            <p:cNvPr id="474" name="Graphic 473">
              <a:extLst>
                <a:ext uri="{FF2B5EF4-FFF2-40B4-BE49-F238E27FC236}">
                  <a16:creationId xmlns:a16="http://schemas.microsoft.com/office/drawing/2014/main" id="{0DFA0957-7D91-391D-2A34-2EA90754D0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91653" y="994960"/>
              <a:ext cx="457200" cy="371475"/>
            </a:xfrm>
            <a:prstGeom prst="rect">
              <a:avLst/>
            </a:prstGeom>
          </p:spPr>
        </p:pic>
        <p:pic>
          <p:nvPicPr>
            <p:cNvPr id="475" name="Graphic 474">
              <a:extLst>
                <a:ext uri="{FF2B5EF4-FFF2-40B4-BE49-F238E27FC236}">
                  <a16:creationId xmlns:a16="http://schemas.microsoft.com/office/drawing/2014/main" id="{758FB40D-2570-B6CF-F6FA-6833AD22D9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203991" y="1051357"/>
              <a:ext cx="447675" cy="371475"/>
            </a:xfrm>
            <a:prstGeom prst="rect">
              <a:avLst/>
            </a:prstGeom>
          </p:spPr>
        </p:pic>
        <p:sp>
          <p:nvSpPr>
            <p:cNvPr id="476" name="Isosceles Triangle 475">
              <a:extLst>
                <a:ext uri="{FF2B5EF4-FFF2-40B4-BE49-F238E27FC236}">
                  <a16:creationId xmlns:a16="http://schemas.microsoft.com/office/drawing/2014/main" id="{0435481B-C860-D4C4-D3AB-67082C0F7683}"/>
                </a:ext>
              </a:extLst>
            </p:cNvPr>
            <p:cNvSpPr/>
            <p:nvPr/>
          </p:nvSpPr>
          <p:spPr>
            <a:xfrm rot="5400000">
              <a:off x="-3869389" y="-518536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Isosceles Triangle 476">
              <a:extLst>
                <a:ext uri="{FF2B5EF4-FFF2-40B4-BE49-F238E27FC236}">
                  <a16:creationId xmlns:a16="http://schemas.microsoft.com/office/drawing/2014/main" id="{ED278E81-B574-1FA6-7E8C-E8AB3C2AC56D}"/>
                </a:ext>
              </a:extLst>
            </p:cNvPr>
            <p:cNvSpPr/>
            <p:nvPr/>
          </p:nvSpPr>
          <p:spPr>
            <a:xfrm rot="5400000">
              <a:off x="-3869595" y="1516639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Isosceles Triangle 477">
              <a:extLst>
                <a:ext uri="{FF2B5EF4-FFF2-40B4-BE49-F238E27FC236}">
                  <a16:creationId xmlns:a16="http://schemas.microsoft.com/office/drawing/2014/main" id="{A4D34C99-A387-D48A-80A8-3B0253B58C4C}"/>
                </a:ext>
              </a:extLst>
            </p:cNvPr>
            <p:cNvSpPr/>
            <p:nvPr/>
          </p:nvSpPr>
          <p:spPr>
            <a:xfrm rot="5400000">
              <a:off x="-5934139" y="264101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Isosceles Triangle 478">
              <a:extLst>
                <a:ext uri="{FF2B5EF4-FFF2-40B4-BE49-F238E27FC236}">
                  <a16:creationId xmlns:a16="http://schemas.microsoft.com/office/drawing/2014/main" id="{B7E25738-1CB6-E1F4-3174-558110DD379A}"/>
                </a:ext>
              </a:extLst>
            </p:cNvPr>
            <p:cNvSpPr/>
            <p:nvPr/>
          </p:nvSpPr>
          <p:spPr>
            <a:xfrm rot="16200000" flipH="1">
              <a:off x="-5955571" y="714155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Isosceles Triangle 479">
              <a:extLst>
                <a:ext uri="{FF2B5EF4-FFF2-40B4-BE49-F238E27FC236}">
                  <a16:creationId xmlns:a16="http://schemas.microsoft.com/office/drawing/2014/main" id="{31EE08D6-DD38-58E3-14FF-AEBDF409D2EC}"/>
                </a:ext>
              </a:extLst>
            </p:cNvPr>
            <p:cNvSpPr/>
            <p:nvPr/>
          </p:nvSpPr>
          <p:spPr>
            <a:xfrm rot="16200000" flipH="1">
              <a:off x="-3891685" y="699076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Isosceles Triangle 480">
              <a:extLst>
                <a:ext uri="{FF2B5EF4-FFF2-40B4-BE49-F238E27FC236}">
                  <a16:creationId xmlns:a16="http://schemas.microsoft.com/office/drawing/2014/main" id="{D019E17E-660E-A43E-75AD-CCDA2EFB561B}"/>
                </a:ext>
              </a:extLst>
            </p:cNvPr>
            <p:cNvSpPr/>
            <p:nvPr/>
          </p:nvSpPr>
          <p:spPr>
            <a:xfrm rot="16200000" flipH="1">
              <a:off x="-3891684" y="297437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Isosceles Triangle 481">
              <a:extLst>
                <a:ext uri="{FF2B5EF4-FFF2-40B4-BE49-F238E27FC236}">
                  <a16:creationId xmlns:a16="http://schemas.microsoft.com/office/drawing/2014/main" id="{EBCCB92F-CE3D-63CB-656C-2D6616186D8B}"/>
                </a:ext>
              </a:extLst>
            </p:cNvPr>
            <p:cNvSpPr/>
            <p:nvPr/>
          </p:nvSpPr>
          <p:spPr>
            <a:xfrm rot="16200000" flipH="1">
              <a:off x="195019" y="715585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Isosceles Triangle 482">
              <a:extLst>
                <a:ext uri="{FF2B5EF4-FFF2-40B4-BE49-F238E27FC236}">
                  <a16:creationId xmlns:a16="http://schemas.microsoft.com/office/drawing/2014/main" id="{034CE85E-1034-A2C4-EF32-EB02F993D7FA}"/>
                </a:ext>
              </a:extLst>
            </p:cNvPr>
            <p:cNvSpPr/>
            <p:nvPr/>
          </p:nvSpPr>
          <p:spPr>
            <a:xfrm rot="5400000">
              <a:off x="223981" y="260468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4" name="Straight Arrow Connector 483">
              <a:extLst>
                <a:ext uri="{FF2B5EF4-FFF2-40B4-BE49-F238E27FC236}">
                  <a16:creationId xmlns:a16="http://schemas.microsoft.com/office/drawing/2014/main" id="{4F29BB31-1D91-02A7-66E2-015A36DC4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805479" y="-1025313"/>
              <a:ext cx="0" cy="3145536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Arrow Connector 484">
              <a:extLst>
                <a:ext uri="{FF2B5EF4-FFF2-40B4-BE49-F238E27FC236}">
                  <a16:creationId xmlns:a16="http://schemas.microsoft.com/office/drawing/2014/main" id="{118868C3-CCC9-5743-1C13-DE1952FE44C9}"/>
                </a:ext>
              </a:extLst>
            </p:cNvPr>
            <p:cNvCxnSpPr>
              <a:cxnSpLocks/>
            </p:cNvCxnSpPr>
            <p:nvPr/>
          </p:nvCxnSpPr>
          <p:spPr>
            <a:xfrm>
              <a:off x="-2464531" y="-1068582"/>
              <a:ext cx="2206038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Arrow Connector 485">
              <a:extLst>
                <a:ext uri="{FF2B5EF4-FFF2-40B4-BE49-F238E27FC236}">
                  <a16:creationId xmlns:a16="http://schemas.microsoft.com/office/drawing/2014/main" id="{6BDB75B8-DB0A-1525-C763-B7B3EC92B509}"/>
                </a:ext>
              </a:extLst>
            </p:cNvPr>
            <p:cNvCxnSpPr>
              <a:cxnSpLocks/>
            </p:cNvCxnSpPr>
            <p:nvPr/>
          </p:nvCxnSpPr>
          <p:spPr>
            <a:xfrm>
              <a:off x="-264644" y="-1082363"/>
              <a:ext cx="0" cy="3246274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Arrow Connector 486">
              <a:extLst>
                <a:ext uri="{FF2B5EF4-FFF2-40B4-BE49-F238E27FC236}">
                  <a16:creationId xmlns:a16="http://schemas.microsoft.com/office/drawing/2014/main" id="{CFD31B3E-D207-10C0-9355-3A4F70A28E39}"/>
                </a:ext>
              </a:extLst>
            </p:cNvPr>
            <p:cNvCxnSpPr>
              <a:cxnSpLocks/>
            </p:cNvCxnSpPr>
            <p:nvPr/>
          </p:nvCxnSpPr>
          <p:spPr>
            <a:xfrm>
              <a:off x="-5356273" y="-1068582"/>
              <a:ext cx="2924839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Arrow Connector 487">
              <a:extLst>
                <a:ext uri="{FF2B5EF4-FFF2-40B4-BE49-F238E27FC236}">
                  <a16:creationId xmlns:a16="http://schemas.microsoft.com/office/drawing/2014/main" id="{AEC571C9-A6B2-726C-9DF5-15B80EC3C704}"/>
                </a:ext>
              </a:extLst>
            </p:cNvPr>
            <p:cNvCxnSpPr>
              <a:cxnSpLocks/>
            </p:cNvCxnSpPr>
            <p:nvPr/>
          </p:nvCxnSpPr>
          <p:spPr>
            <a:xfrm>
              <a:off x="-5339564" y="-1065510"/>
              <a:ext cx="0" cy="3206561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Arrow Connector 488">
              <a:extLst>
                <a:ext uri="{FF2B5EF4-FFF2-40B4-BE49-F238E27FC236}">
                  <a16:creationId xmlns:a16="http://schemas.microsoft.com/office/drawing/2014/main" id="{BBCEEAAE-56D9-C15A-0723-1FB676043700}"/>
                </a:ext>
              </a:extLst>
            </p:cNvPr>
            <p:cNvCxnSpPr>
              <a:cxnSpLocks/>
            </p:cNvCxnSpPr>
            <p:nvPr/>
          </p:nvCxnSpPr>
          <p:spPr>
            <a:xfrm>
              <a:off x="-2786809" y="2147058"/>
              <a:ext cx="2513076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94ADF232-0567-2029-DEEC-00DE3836ED70}"/>
                </a:ext>
              </a:extLst>
            </p:cNvPr>
            <p:cNvCxnSpPr>
              <a:cxnSpLocks/>
            </p:cNvCxnSpPr>
            <p:nvPr/>
          </p:nvCxnSpPr>
          <p:spPr>
            <a:xfrm>
              <a:off x="-5353225" y="2147058"/>
              <a:ext cx="2505456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2A28FCEF-7024-304D-BA19-FB4D18F17193}"/>
                </a:ext>
              </a:extLst>
            </p:cNvPr>
            <p:cNvCxnSpPr>
              <a:cxnSpLocks/>
            </p:cNvCxnSpPr>
            <p:nvPr/>
          </p:nvCxnSpPr>
          <p:spPr>
            <a:xfrm>
              <a:off x="-5014414" y="-820083"/>
              <a:ext cx="2195601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Arrow Connector 491">
              <a:extLst>
                <a:ext uri="{FF2B5EF4-FFF2-40B4-BE49-F238E27FC236}">
                  <a16:creationId xmlns:a16="http://schemas.microsoft.com/office/drawing/2014/main" id="{72DF5FAA-C0B5-DC3C-CAAE-79DF917F6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010079" y="-832180"/>
              <a:ext cx="0" cy="2778757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Arrow Connector 492">
              <a:extLst>
                <a:ext uri="{FF2B5EF4-FFF2-40B4-BE49-F238E27FC236}">
                  <a16:creationId xmlns:a16="http://schemas.microsoft.com/office/drawing/2014/main" id="{DE0A003C-84CF-FA24-27A9-BA1C09B03F33}"/>
                </a:ext>
              </a:extLst>
            </p:cNvPr>
            <p:cNvCxnSpPr>
              <a:cxnSpLocks/>
            </p:cNvCxnSpPr>
            <p:nvPr/>
          </p:nvCxnSpPr>
          <p:spPr>
            <a:xfrm>
              <a:off x="-5015482" y="1930737"/>
              <a:ext cx="2183969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FB8C00B2-677B-6CDB-DC8A-D473E017A5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818813" y="-820083"/>
              <a:ext cx="2170632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Arrow Connector 494">
              <a:extLst>
                <a:ext uri="{FF2B5EF4-FFF2-40B4-BE49-F238E27FC236}">
                  <a16:creationId xmlns:a16="http://schemas.microsoft.com/office/drawing/2014/main" id="{EE6538F6-48C3-B93A-4EDD-19FB70D259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652516" y="-832180"/>
              <a:ext cx="0" cy="2778757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Arrow Connector 495">
              <a:extLst>
                <a:ext uri="{FF2B5EF4-FFF2-40B4-BE49-F238E27FC236}">
                  <a16:creationId xmlns:a16="http://schemas.microsoft.com/office/drawing/2014/main" id="{32395255-0721-4889-CA0C-FAB1874FC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831513" y="1930737"/>
              <a:ext cx="2184400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27D99FA4-A69C-5810-5092-1A0ECA425677}"/>
              </a:ext>
            </a:extLst>
          </p:cNvPr>
          <p:cNvGrpSpPr/>
          <p:nvPr/>
        </p:nvGrpSpPr>
        <p:grpSpPr>
          <a:xfrm>
            <a:off x="17956101" y="-1314461"/>
            <a:ext cx="7774157" cy="3770314"/>
            <a:chOff x="-6687795" y="-1308586"/>
            <a:chExt cx="7774157" cy="3770314"/>
          </a:xfrm>
        </p:grpSpPr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52EF6232-8B6B-0E23-E373-AC1697ADCE7E}"/>
                </a:ext>
              </a:extLst>
            </p:cNvPr>
            <p:cNvSpPr/>
            <p:nvPr/>
          </p:nvSpPr>
          <p:spPr>
            <a:xfrm>
              <a:off x="-5499149" y="-1214289"/>
              <a:ext cx="5387340" cy="356997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9F30F3D0-4D92-8B7F-7B9A-C735155CB947}"/>
                </a:ext>
              </a:extLst>
            </p:cNvPr>
            <p:cNvSpPr/>
            <p:nvPr/>
          </p:nvSpPr>
          <p:spPr>
            <a:xfrm>
              <a:off x="-4846681" y="-625168"/>
              <a:ext cx="1401841" cy="239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31AD3E75-E93D-7039-E6A6-26447CA59E54}"/>
                </a:ext>
              </a:extLst>
            </p:cNvPr>
            <p:cNvSpPr/>
            <p:nvPr/>
          </p:nvSpPr>
          <p:spPr>
            <a:xfrm>
              <a:off x="-2284135" y="-625168"/>
              <a:ext cx="1491616" cy="239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7C196634-07CB-0720-440B-08970DF9F67E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28208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B504035C-4B06-A457-3032-C291DAB2C0DD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21113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A69D7B5D-09DA-972F-8136-3B3892715BEA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42749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6FD4CA22-2F05-D578-81E4-595C7057FA94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356540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7AD075F6-ED69-AAE5-E459-14D138257D2F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285581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34D8E1D0-E56C-5291-CEB1-D5BE88B21F7E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21462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E51AF436-0E70-A72F-491B-6066AC08CE19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14366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FC72DA88-D11C-83B0-6696-5BC76791596A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7270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B1E79CCB-3C3F-C356-ED5E-9D8584E7C710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-1745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225C5F33-F175-611B-133F-F4C5962EBA12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6921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E10C430E-BED0-745A-E836-CA475780BE12}"/>
                </a:ext>
              </a:extLst>
            </p:cNvPr>
            <p:cNvCxnSpPr>
              <a:cxnSpLocks/>
            </p:cNvCxnSpPr>
            <p:nvPr/>
          </p:nvCxnSpPr>
          <p:spPr>
            <a:xfrm>
              <a:off x="-3475085" y="14017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51F64578-0BDE-DD3E-E7E3-2D2FF820F8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49721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FBDE097B-7348-0F0F-BBDE-0072CED0FA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426256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D94E0DFD-065D-71BD-BDF2-B135BA70B7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787625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D2843C1E-3DAD-A8D3-8D3B-DBC1B8B0E8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85858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E6C3979C-3E24-82D7-EBD5-3EBBB55C9D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92954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6D52839B-7982-9484-C1C6-CFF6E9B130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00050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512075B6-DE16-B33F-64FC-6E7855D8AF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071461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E4289AC2-B778-EF95-F007-62BB4187A6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142420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E42F968E-63CC-15FD-6F5C-C687F3857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21337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7FC69487-6FA8-F296-E5D9-FD7BA3732B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284338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B65ECF40-E201-816E-22C2-A478C9369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75085" y="1355297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2EFF3369-5B64-E2B5-3EB2-D6A0F27DD607}"/>
                </a:ext>
              </a:extLst>
            </p:cNvPr>
            <p:cNvCxnSpPr>
              <a:cxnSpLocks/>
            </p:cNvCxnSpPr>
            <p:nvPr/>
          </p:nvCxnSpPr>
          <p:spPr>
            <a:xfrm>
              <a:off x="-5606303" y="-439428"/>
              <a:ext cx="778669" cy="1971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C5030D49-7E03-49AF-8B09-B3EB45DFEC08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-22545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13C492E3-7756-E4F2-E88C-4F086A5ED075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-23956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341CB0E1-40FD-52E2-3006-6C8E44822475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88919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F5CAC813-7C7E-972C-9A77-DADD957A37AD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011351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B4BE4C5F-3C78-723B-2E4B-223895DF3DAF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212848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BBFE67BD-48C6-0C06-B83F-D1ED3FFC6BA2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29" y="142572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E579E01E-DCC6-AEE4-0B97-4FB5310A8722}"/>
                </a:ext>
              </a:extLst>
            </p:cNvPr>
            <p:cNvCxnSpPr>
              <a:cxnSpLocks/>
            </p:cNvCxnSpPr>
            <p:nvPr/>
          </p:nvCxnSpPr>
          <p:spPr>
            <a:xfrm>
              <a:off x="-5539630" y="809854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15501288-D3B5-B610-AF9E-BFBEB7851ACB}"/>
                </a:ext>
              </a:extLst>
            </p:cNvPr>
            <p:cNvCxnSpPr>
              <a:cxnSpLocks/>
              <a:stCxn id="557" idx="6"/>
            </p:cNvCxnSpPr>
            <p:nvPr/>
          </p:nvCxnSpPr>
          <p:spPr>
            <a:xfrm>
              <a:off x="-6269186" y="806072"/>
              <a:ext cx="746705" cy="2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AD66E5FF-BC6C-20E7-EB0A-75B195EEA85F}"/>
                </a:ext>
              </a:extLst>
            </p:cNvPr>
            <p:cNvCxnSpPr>
              <a:cxnSpLocks/>
              <a:endCxn id="558" idx="6"/>
            </p:cNvCxnSpPr>
            <p:nvPr/>
          </p:nvCxnSpPr>
          <p:spPr>
            <a:xfrm flipH="1" flipV="1">
              <a:off x="-6269187" y="355689"/>
              <a:ext cx="746706" cy="14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91DCB0C7-A2F3-D3D0-C32D-CB76820F82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4445" y="-427499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5FD2D22B-42E4-7872-6856-AFC1390574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8015" y="390435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235D7A06-A289-37AA-C691-91C31EE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4445" y="791746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>
              <a:extLst>
                <a:ext uri="{FF2B5EF4-FFF2-40B4-BE49-F238E27FC236}">
                  <a16:creationId xmlns:a16="http://schemas.microsoft.com/office/drawing/2014/main" id="{93FFF9E3-0222-4C5B-CD3E-ED7A88F098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68015" y="1608489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EAE284BC-4B4D-19C6-3C8B-31E5896D287E}"/>
                </a:ext>
              </a:extLst>
            </p:cNvPr>
            <p:cNvCxnSpPr>
              <a:cxnSpLocks/>
            </p:cNvCxnSpPr>
            <p:nvPr/>
          </p:nvCxnSpPr>
          <p:spPr>
            <a:xfrm>
              <a:off x="-5619798" y="1624249"/>
              <a:ext cx="10098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C5CAB2A9-C6A0-6380-2CD8-C42A8CFC3B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597239" y="1641709"/>
              <a:ext cx="0" cy="8200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0B1C53FC-8EF6-4F35-8449-AA4230CB8081}"/>
                </a:ext>
              </a:extLst>
            </p:cNvPr>
            <p:cNvCxnSpPr>
              <a:cxnSpLocks/>
            </p:cNvCxnSpPr>
            <p:nvPr/>
          </p:nvCxnSpPr>
          <p:spPr>
            <a:xfrm>
              <a:off x="-5606303" y="2445385"/>
              <a:ext cx="5572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7CF0C474-A625-5D96-0047-F32C1E46B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4957" y="1570345"/>
              <a:ext cx="0" cy="8913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E75B641A-09CB-C6C5-E91D-D4B613698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599441" y="-1276445"/>
              <a:ext cx="0" cy="8370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C6337BF6-E01E-BAEB-5630-A777BE701C58}"/>
                </a:ext>
              </a:extLst>
            </p:cNvPr>
            <p:cNvCxnSpPr>
              <a:cxnSpLocks/>
            </p:cNvCxnSpPr>
            <p:nvPr/>
          </p:nvCxnSpPr>
          <p:spPr>
            <a:xfrm>
              <a:off x="-5610886" y="-1289538"/>
              <a:ext cx="5572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3769CD15-2ACF-9E2A-3081-3B02176A1D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4778" y="-1308586"/>
              <a:ext cx="0" cy="852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B49E055B-023F-6DCC-1411-6F0800583B0D}"/>
                </a:ext>
              </a:extLst>
            </p:cNvPr>
            <p:cNvCxnSpPr>
              <a:cxnSpLocks/>
            </p:cNvCxnSpPr>
            <p:nvPr/>
          </p:nvCxnSpPr>
          <p:spPr>
            <a:xfrm>
              <a:off x="-820629" y="16579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A7ADAA8B-606D-7134-DF03-4CAE1889BBE4}"/>
                </a:ext>
              </a:extLst>
            </p:cNvPr>
            <p:cNvCxnSpPr>
              <a:cxnSpLocks/>
            </p:cNvCxnSpPr>
            <p:nvPr/>
          </p:nvCxnSpPr>
          <p:spPr>
            <a:xfrm>
              <a:off x="-823011" y="-454341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CD3CDDCE-CE5F-2AFB-A69F-8AA1D62585CF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4" y="994960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9823FEC4-D54D-5B48-DA08-E789703DBD55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5" y="1204153"/>
              <a:ext cx="711995" cy="1852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309FB826-EB68-9111-041F-8133208F0961}"/>
                </a:ext>
              </a:extLst>
            </p:cNvPr>
            <p:cNvCxnSpPr>
              <a:cxnSpLocks/>
            </p:cNvCxnSpPr>
            <p:nvPr/>
          </p:nvCxnSpPr>
          <p:spPr>
            <a:xfrm>
              <a:off x="-835470" y="1412253"/>
              <a:ext cx="780513" cy="1811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331EF6B2-B04D-4466-3A22-FA73732CF913}"/>
                </a:ext>
              </a:extLst>
            </p:cNvPr>
            <p:cNvCxnSpPr>
              <a:cxnSpLocks/>
            </p:cNvCxnSpPr>
            <p:nvPr/>
          </p:nvCxnSpPr>
          <p:spPr>
            <a:xfrm>
              <a:off x="-823805" y="785767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1A5EA5D0-85D9-1B44-CED9-D57929FF79B6}"/>
                </a:ext>
              </a:extLst>
            </p:cNvPr>
            <p:cNvCxnSpPr>
              <a:cxnSpLocks/>
            </p:cNvCxnSpPr>
            <p:nvPr/>
          </p:nvCxnSpPr>
          <p:spPr>
            <a:xfrm>
              <a:off x="-822217" y="-243560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23EBF4C7-FAC1-F47E-2E74-0215C7861F9B}"/>
                </a:ext>
              </a:extLst>
            </p:cNvPr>
            <p:cNvCxnSpPr>
              <a:cxnSpLocks/>
            </p:cNvCxnSpPr>
            <p:nvPr/>
          </p:nvCxnSpPr>
          <p:spPr>
            <a:xfrm>
              <a:off x="-822218" y="-35955"/>
              <a:ext cx="711995" cy="1852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D787BD8B-7882-3F1C-087F-E08A9D28393F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-466562"/>
              <a:ext cx="9471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552">
              <a:extLst>
                <a:ext uri="{FF2B5EF4-FFF2-40B4-BE49-F238E27FC236}">
                  <a16:creationId xmlns:a16="http://schemas.microsoft.com/office/drawing/2014/main" id="{A9C4CF7D-02AF-A369-3045-AC72D01AEE24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342398"/>
              <a:ext cx="7274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51855342-192E-8CAA-C2B9-E4B46A446F5A}"/>
                </a:ext>
              </a:extLst>
            </p:cNvPr>
            <p:cNvCxnSpPr>
              <a:cxnSpLocks/>
            </p:cNvCxnSpPr>
            <p:nvPr/>
          </p:nvCxnSpPr>
          <p:spPr>
            <a:xfrm>
              <a:off x="-133001" y="806281"/>
              <a:ext cx="7274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2C555BD6-A6E3-D60A-1275-54BFFB42D68C}"/>
                </a:ext>
              </a:extLst>
            </p:cNvPr>
            <p:cNvSpPr/>
            <p:nvPr/>
          </p:nvSpPr>
          <p:spPr>
            <a:xfrm>
              <a:off x="611755" y="746451"/>
              <a:ext cx="117698" cy="1176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8724051D-9CFC-BFFF-472F-E5DBDDA9C490}"/>
                </a:ext>
              </a:extLst>
            </p:cNvPr>
            <p:cNvSpPr/>
            <p:nvPr/>
          </p:nvSpPr>
          <p:spPr>
            <a:xfrm>
              <a:off x="609791" y="292495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Oval 556">
              <a:extLst>
                <a:ext uri="{FF2B5EF4-FFF2-40B4-BE49-F238E27FC236}">
                  <a16:creationId xmlns:a16="http://schemas.microsoft.com/office/drawing/2014/main" id="{81A0378D-5EE5-7579-8CE5-0CBCE7C13D87}"/>
                </a:ext>
              </a:extLst>
            </p:cNvPr>
            <p:cNvSpPr/>
            <p:nvPr/>
          </p:nvSpPr>
          <p:spPr>
            <a:xfrm>
              <a:off x="-6388848" y="746241"/>
              <a:ext cx="119662" cy="1196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Oval 557">
              <a:extLst>
                <a:ext uri="{FF2B5EF4-FFF2-40B4-BE49-F238E27FC236}">
                  <a16:creationId xmlns:a16="http://schemas.microsoft.com/office/drawing/2014/main" id="{5D065F77-4BC5-5C42-631C-F41138540CAB}"/>
                </a:ext>
              </a:extLst>
            </p:cNvPr>
            <p:cNvSpPr/>
            <p:nvPr/>
          </p:nvSpPr>
          <p:spPr>
            <a:xfrm>
              <a:off x="-6388848" y="295858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Oval 558">
              <a:extLst>
                <a:ext uri="{FF2B5EF4-FFF2-40B4-BE49-F238E27FC236}">
                  <a16:creationId xmlns:a16="http://schemas.microsoft.com/office/drawing/2014/main" id="{BB29020B-522F-19BA-128E-F072863E85C7}"/>
                </a:ext>
              </a:extLst>
            </p:cNvPr>
            <p:cNvSpPr/>
            <p:nvPr/>
          </p:nvSpPr>
          <p:spPr>
            <a:xfrm>
              <a:off x="-4200598" y="336262"/>
              <a:ext cx="119662" cy="1196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Oval 559">
              <a:extLst>
                <a:ext uri="{FF2B5EF4-FFF2-40B4-BE49-F238E27FC236}">
                  <a16:creationId xmlns:a16="http://schemas.microsoft.com/office/drawing/2014/main" id="{D0FA7B0D-6F9D-81A1-9546-C1DD5479B2E1}"/>
                </a:ext>
              </a:extLst>
            </p:cNvPr>
            <p:cNvSpPr/>
            <p:nvPr/>
          </p:nvSpPr>
          <p:spPr>
            <a:xfrm>
              <a:off x="-4200598" y="-489497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FC2678E4-41C8-8CDB-A468-3DBDF8F74A15}"/>
                </a:ext>
              </a:extLst>
            </p:cNvPr>
            <p:cNvSpPr/>
            <p:nvPr/>
          </p:nvSpPr>
          <p:spPr>
            <a:xfrm>
              <a:off x="-4200598" y="733081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2" name="Oval 561">
              <a:extLst>
                <a:ext uri="{FF2B5EF4-FFF2-40B4-BE49-F238E27FC236}">
                  <a16:creationId xmlns:a16="http://schemas.microsoft.com/office/drawing/2014/main" id="{7F0A1A7B-76A3-3459-354E-E5899BD99415}"/>
                </a:ext>
              </a:extLst>
            </p:cNvPr>
            <p:cNvSpPr/>
            <p:nvPr/>
          </p:nvSpPr>
          <p:spPr>
            <a:xfrm>
              <a:off x="-4200598" y="1554216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3" name="Graphic 562">
              <a:extLst>
                <a:ext uri="{FF2B5EF4-FFF2-40B4-BE49-F238E27FC236}">
                  <a16:creationId xmlns:a16="http://schemas.microsoft.com/office/drawing/2014/main" id="{8660F1DA-45F1-D138-D641-0364C9B17B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6658901" y="233069"/>
              <a:ext cx="104775" cy="238125"/>
            </a:xfrm>
            <a:prstGeom prst="rect">
              <a:avLst/>
            </a:prstGeom>
          </p:spPr>
        </p:pic>
        <p:pic>
          <p:nvPicPr>
            <p:cNvPr id="564" name="Graphic 563">
              <a:extLst>
                <a:ext uri="{FF2B5EF4-FFF2-40B4-BE49-F238E27FC236}">
                  <a16:creationId xmlns:a16="http://schemas.microsoft.com/office/drawing/2014/main" id="{BE478CCA-2D9A-87B9-0D64-5DDC1AA29D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465686" y="1501174"/>
              <a:ext cx="142875" cy="238125"/>
            </a:xfrm>
            <a:prstGeom prst="rect">
              <a:avLst/>
            </a:prstGeom>
          </p:spPr>
        </p:pic>
        <p:pic>
          <p:nvPicPr>
            <p:cNvPr id="565" name="Graphic 564">
              <a:extLst>
                <a:ext uri="{FF2B5EF4-FFF2-40B4-BE49-F238E27FC236}">
                  <a16:creationId xmlns:a16="http://schemas.microsoft.com/office/drawing/2014/main" id="{D0734C02-850D-0A52-06C2-D5CB8A6CC3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4461595" y="658326"/>
              <a:ext cx="142875" cy="247650"/>
            </a:xfrm>
            <a:prstGeom prst="rect">
              <a:avLst/>
            </a:prstGeom>
          </p:spPr>
        </p:pic>
        <p:pic>
          <p:nvPicPr>
            <p:cNvPr id="566" name="Graphic 565">
              <a:extLst>
                <a:ext uri="{FF2B5EF4-FFF2-40B4-BE49-F238E27FC236}">
                  <a16:creationId xmlns:a16="http://schemas.microsoft.com/office/drawing/2014/main" id="{DFB07C56-C8B7-A2FC-0E41-5B21334358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4460924" y="284525"/>
              <a:ext cx="133350" cy="238125"/>
            </a:xfrm>
            <a:prstGeom prst="rect">
              <a:avLst/>
            </a:prstGeom>
          </p:spPr>
        </p:pic>
        <p:pic>
          <p:nvPicPr>
            <p:cNvPr id="567" name="Graphic 566">
              <a:extLst>
                <a:ext uri="{FF2B5EF4-FFF2-40B4-BE49-F238E27FC236}">
                  <a16:creationId xmlns:a16="http://schemas.microsoft.com/office/drawing/2014/main" id="{8232F0ED-F771-DBE5-92DE-2D20F51293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4449667" y="-523669"/>
              <a:ext cx="133350" cy="238125"/>
            </a:xfrm>
            <a:prstGeom prst="rect">
              <a:avLst/>
            </a:prstGeom>
          </p:spPr>
        </p:pic>
        <p:pic>
          <p:nvPicPr>
            <p:cNvPr id="568" name="Graphic 567">
              <a:extLst>
                <a:ext uri="{FF2B5EF4-FFF2-40B4-BE49-F238E27FC236}">
                  <a16:creationId xmlns:a16="http://schemas.microsoft.com/office/drawing/2014/main" id="{26B4E3F3-AB6E-FCA3-7BAA-A0604576E1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3962" y="686237"/>
              <a:ext cx="152400" cy="238125"/>
            </a:xfrm>
            <a:prstGeom prst="rect">
              <a:avLst/>
            </a:prstGeom>
          </p:spPr>
        </p:pic>
        <p:pic>
          <p:nvPicPr>
            <p:cNvPr id="569" name="Graphic 568">
              <a:extLst>
                <a:ext uri="{FF2B5EF4-FFF2-40B4-BE49-F238E27FC236}">
                  <a16:creationId xmlns:a16="http://schemas.microsoft.com/office/drawing/2014/main" id="{3B129AF9-7AA4-A0D5-36A0-35BC4B04EA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6687795" y="686236"/>
              <a:ext cx="142875" cy="238125"/>
            </a:xfrm>
            <a:prstGeom prst="rect">
              <a:avLst/>
            </a:prstGeom>
          </p:spPr>
        </p:pic>
        <p:pic>
          <p:nvPicPr>
            <p:cNvPr id="570" name="Graphic 569">
              <a:extLst>
                <a:ext uri="{FF2B5EF4-FFF2-40B4-BE49-F238E27FC236}">
                  <a16:creationId xmlns:a16="http://schemas.microsoft.com/office/drawing/2014/main" id="{61402881-CB80-0BDA-248A-AFB942D2FD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7117" y="221569"/>
              <a:ext cx="133350" cy="238125"/>
            </a:xfrm>
            <a:prstGeom prst="rect">
              <a:avLst/>
            </a:prstGeom>
          </p:spPr>
        </p:pic>
        <p:pic>
          <p:nvPicPr>
            <p:cNvPr id="571" name="Graphic 570">
              <a:extLst>
                <a:ext uri="{FF2B5EF4-FFF2-40B4-BE49-F238E27FC236}">
                  <a16:creationId xmlns:a16="http://schemas.microsoft.com/office/drawing/2014/main" id="{7FF153CC-2C14-2014-C555-39F0F1060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134618" y="-106276"/>
              <a:ext cx="381000" cy="371475"/>
            </a:xfrm>
            <a:prstGeom prst="rect">
              <a:avLst/>
            </a:prstGeom>
          </p:spPr>
        </p:pic>
        <p:pic>
          <p:nvPicPr>
            <p:cNvPr id="572" name="Graphic 571">
              <a:extLst>
                <a:ext uri="{FF2B5EF4-FFF2-40B4-BE49-F238E27FC236}">
                  <a16:creationId xmlns:a16="http://schemas.microsoft.com/office/drawing/2014/main" id="{3C0F91DE-AE60-0675-CD0C-91AE40FEF7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3991653" y="-239200"/>
              <a:ext cx="390525" cy="371475"/>
            </a:xfrm>
            <a:prstGeom prst="rect">
              <a:avLst/>
            </a:prstGeom>
          </p:spPr>
        </p:pic>
        <p:pic>
          <p:nvPicPr>
            <p:cNvPr id="573" name="Graphic 572">
              <a:extLst>
                <a:ext uri="{FF2B5EF4-FFF2-40B4-BE49-F238E27FC236}">
                  <a16:creationId xmlns:a16="http://schemas.microsoft.com/office/drawing/2014/main" id="{BA34A0D4-E90C-E27B-AB18-2B22B4403F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91653" y="994960"/>
              <a:ext cx="457200" cy="371475"/>
            </a:xfrm>
            <a:prstGeom prst="rect">
              <a:avLst/>
            </a:prstGeom>
          </p:spPr>
        </p:pic>
        <p:pic>
          <p:nvPicPr>
            <p:cNvPr id="574" name="Graphic 573">
              <a:extLst>
                <a:ext uri="{FF2B5EF4-FFF2-40B4-BE49-F238E27FC236}">
                  <a16:creationId xmlns:a16="http://schemas.microsoft.com/office/drawing/2014/main" id="{04A98617-DD55-596E-6D5B-EA01385CE6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203991" y="1051357"/>
              <a:ext cx="447675" cy="371475"/>
            </a:xfrm>
            <a:prstGeom prst="rect">
              <a:avLst/>
            </a:prstGeom>
          </p:spPr>
        </p:pic>
        <p:sp>
          <p:nvSpPr>
            <p:cNvPr id="575" name="Isosceles Triangle 574">
              <a:extLst>
                <a:ext uri="{FF2B5EF4-FFF2-40B4-BE49-F238E27FC236}">
                  <a16:creationId xmlns:a16="http://schemas.microsoft.com/office/drawing/2014/main" id="{13B731FE-4479-6134-E833-402318E56600}"/>
                </a:ext>
              </a:extLst>
            </p:cNvPr>
            <p:cNvSpPr/>
            <p:nvPr/>
          </p:nvSpPr>
          <p:spPr>
            <a:xfrm rot="5400000">
              <a:off x="-3869389" y="-518536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Isosceles Triangle 575">
              <a:extLst>
                <a:ext uri="{FF2B5EF4-FFF2-40B4-BE49-F238E27FC236}">
                  <a16:creationId xmlns:a16="http://schemas.microsoft.com/office/drawing/2014/main" id="{A885AC3F-F8F3-CA21-9D02-E4F87AC7521A}"/>
                </a:ext>
              </a:extLst>
            </p:cNvPr>
            <p:cNvSpPr/>
            <p:nvPr/>
          </p:nvSpPr>
          <p:spPr>
            <a:xfrm rot="5400000">
              <a:off x="-3869595" y="1516639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7" name="Isosceles Triangle 576">
              <a:extLst>
                <a:ext uri="{FF2B5EF4-FFF2-40B4-BE49-F238E27FC236}">
                  <a16:creationId xmlns:a16="http://schemas.microsoft.com/office/drawing/2014/main" id="{D1596315-7E06-4FD1-963C-09D2C8172436}"/>
                </a:ext>
              </a:extLst>
            </p:cNvPr>
            <p:cNvSpPr/>
            <p:nvPr/>
          </p:nvSpPr>
          <p:spPr>
            <a:xfrm rot="5400000">
              <a:off x="-5934139" y="264101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Isosceles Triangle 577">
              <a:extLst>
                <a:ext uri="{FF2B5EF4-FFF2-40B4-BE49-F238E27FC236}">
                  <a16:creationId xmlns:a16="http://schemas.microsoft.com/office/drawing/2014/main" id="{31BA35EC-30FB-E506-3962-95964388BE31}"/>
                </a:ext>
              </a:extLst>
            </p:cNvPr>
            <p:cNvSpPr/>
            <p:nvPr/>
          </p:nvSpPr>
          <p:spPr>
            <a:xfrm rot="16200000" flipH="1">
              <a:off x="-5955571" y="714155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Isosceles Triangle 578">
              <a:extLst>
                <a:ext uri="{FF2B5EF4-FFF2-40B4-BE49-F238E27FC236}">
                  <a16:creationId xmlns:a16="http://schemas.microsoft.com/office/drawing/2014/main" id="{9B3DA6BC-4A5F-021F-EFE2-88CC8147FD64}"/>
                </a:ext>
              </a:extLst>
            </p:cNvPr>
            <p:cNvSpPr/>
            <p:nvPr/>
          </p:nvSpPr>
          <p:spPr>
            <a:xfrm rot="16200000" flipH="1">
              <a:off x="-3891685" y="699076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Isosceles Triangle 579">
              <a:extLst>
                <a:ext uri="{FF2B5EF4-FFF2-40B4-BE49-F238E27FC236}">
                  <a16:creationId xmlns:a16="http://schemas.microsoft.com/office/drawing/2014/main" id="{27877016-2006-C8D2-8C73-A67833999635}"/>
                </a:ext>
              </a:extLst>
            </p:cNvPr>
            <p:cNvSpPr/>
            <p:nvPr/>
          </p:nvSpPr>
          <p:spPr>
            <a:xfrm rot="16200000" flipH="1">
              <a:off x="-3891684" y="297437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Isosceles Triangle 580">
              <a:extLst>
                <a:ext uri="{FF2B5EF4-FFF2-40B4-BE49-F238E27FC236}">
                  <a16:creationId xmlns:a16="http://schemas.microsoft.com/office/drawing/2014/main" id="{D6B261A8-1BC7-CD7F-9DC0-683485965BF6}"/>
                </a:ext>
              </a:extLst>
            </p:cNvPr>
            <p:cNvSpPr/>
            <p:nvPr/>
          </p:nvSpPr>
          <p:spPr>
            <a:xfrm rot="16200000" flipH="1">
              <a:off x="195019" y="715585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Isosceles Triangle 581">
              <a:extLst>
                <a:ext uri="{FF2B5EF4-FFF2-40B4-BE49-F238E27FC236}">
                  <a16:creationId xmlns:a16="http://schemas.microsoft.com/office/drawing/2014/main" id="{81C37721-C29C-9F1F-BE53-551F53F5815C}"/>
                </a:ext>
              </a:extLst>
            </p:cNvPr>
            <p:cNvSpPr/>
            <p:nvPr/>
          </p:nvSpPr>
          <p:spPr>
            <a:xfrm rot="5400000">
              <a:off x="223981" y="260468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3" name="Straight Arrow Connector 582">
              <a:extLst>
                <a:ext uri="{FF2B5EF4-FFF2-40B4-BE49-F238E27FC236}">
                  <a16:creationId xmlns:a16="http://schemas.microsoft.com/office/drawing/2014/main" id="{F319E95D-A898-1219-5825-2F97C9C37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805479" y="-1025313"/>
              <a:ext cx="0" cy="3145536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Arrow Connector 583">
              <a:extLst>
                <a:ext uri="{FF2B5EF4-FFF2-40B4-BE49-F238E27FC236}">
                  <a16:creationId xmlns:a16="http://schemas.microsoft.com/office/drawing/2014/main" id="{6AA09780-3AFF-A970-BEDE-487A91DA085D}"/>
                </a:ext>
              </a:extLst>
            </p:cNvPr>
            <p:cNvCxnSpPr>
              <a:cxnSpLocks/>
            </p:cNvCxnSpPr>
            <p:nvPr/>
          </p:nvCxnSpPr>
          <p:spPr>
            <a:xfrm>
              <a:off x="-2464531" y="-1068582"/>
              <a:ext cx="2206038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Arrow Connector 584">
              <a:extLst>
                <a:ext uri="{FF2B5EF4-FFF2-40B4-BE49-F238E27FC236}">
                  <a16:creationId xmlns:a16="http://schemas.microsoft.com/office/drawing/2014/main" id="{D3BE465C-E90F-45A6-5B6C-98436B2C0F49}"/>
                </a:ext>
              </a:extLst>
            </p:cNvPr>
            <p:cNvCxnSpPr>
              <a:cxnSpLocks/>
            </p:cNvCxnSpPr>
            <p:nvPr/>
          </p:nvCxnSpPr>
          <p:spPr>
            <a:xfrm>
              <a:off x="-264644" y="-1082363"/>
              <a:ext cx="0" cy="3246274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Arrow Connector 585">
              <a:extLst>
                <a:ext uri="{FF2B5EF4-FFF2-40B4-BE49-F238E27FC236}">
                  <a16:creationId xmlns:a16="http://schemas.microsoft.com/office/drawing/2014/main" id="{64EB2979-4A7F-D35B-264D-D2FF652A5E5A}"/>
                </a:ext>
              </a:extLst>
            </p:cNvPr>
            <p:cNvCxnSpPr>
              <a:cxnSpLocks/>
            </p:cNvCxnSpPr>
            <p:nvPr/>
          </p:nvCxnSpPr>
          <p:spPr>
            <a:xfrm>
              <a:off x="-5356273" y="-1068582"/>
              <a:ext cx="2924839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Arrow Connector 586">
              <a:extLst>
                <a:ext uri="{FF2B5EF4-FFF2-40B4-BE49-F238E27FC236}">
                  <a16:creationId xmlns:a16="http://schemas.microsoft.com/office/drawing/2014/main" id="{9D60AC73-280B-04EF-9B08-407CD8322939}"/>
                </a:ext>
              </a:extLst>
            </p:cNvPr>
            <p:cNvCxnSpPr>
              <a:cxnSpLocks/>
            </p:cNvCxnSpPr>
            <p:nvPr/>
          </p:nvCxnSpPr>
          <p:spPr>
            <a:xfrm>
              <a:off x="-5339564" y="-1065510"/>
              <a:ext cx="0" cy="3206561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Arrow Connector 587">
              <a:extLst>
                <a:ext uri="{FF2B5EF4-FFF2-40B4-BE49-F238E27FC236}">
                  <a16:creationId xmlns:a16="http://schemas.microsoft.com/office/drawing/2014/main" id="{72220D1A-C726-9472-0019-45EAAE18EEE9}"/>
                </a:ext>
              </a:extLst>
            </p:cNvPr>
            <p:cNvCxnSpPr>
              <a:cxnSpLocks/>
            </p:cNvCxnSpPr>
            <p:nvPr/>
          </p:nvCxnSpPr>
          <p:spPr>
            <a:xfrm>
              <a:off x="-2786809" y="2147058"/>
              <a:ext cx="2513076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Arrow Connector 588">
              <a:extLst>
                <a:ext uri="{FF2B5EF4-FFF2-40B4-BE49-F238E27FC236}">
                  <a16:creationId xmlns:a16="http://schemas.microsoft.com/office/drawing/2014/main" id="{9E82AC77-BBB5-5A6A-5864-B4EB32F0FD84}"/>
                </a:ext>
              </a:extLst>
            </p:cNvPr>
            <p:cNvCxnSpPr>
              <a:cxnSpLocks/>
            </p:cNvCxnSpPr>
            <p:nvPr/>
          </p:nvCxnSpPr>
          <p:spPr>
            <a:xfrm>
              <a:off x="-5353225" y="2147058"/>
              <a:ext cx="2505456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6" name="Group 595">
            <a:extLst>
              <a:ext uri="{FF2B5EF4-FFF2-40B4-BE49-F238E27FC236}">
                <a16:creationId xmlns:a16="http://schemas.microsoft.com/office/drawing/2014/main" id="{AC1E57DA-138F-2B29-74C8-685AC7772BD4}"/>
              </a:ext>
            </a:extLst>
          </p:cNvPr>
          <p:cNvGrpSpPr/>
          <p:nvPr/>
        </p:nvGrpSpPr>
        <p:grpSpPr>
          <a:xfrm>
            <a:off x="1522452" y="-1314461"/>
            <a:ext cx="7787313" cy="3770314"/>
            <a:chOff x="1281050" y="-1308586"/>
            <a:chExt cx="7787313" cy="377031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106282-E93E-9272-5134-75B1C8EB4971}"/>
                </a:ext>
              </a:extLst>
            </p:cNvPr>
            <p:cNvSpPr/>
            <p:nvPr/>
          </p:nvSpPr>
          <p:spPr>
            <a:xfrm>
              <a:off x="2469696" y="-1214289"/>
              <a:ext cx="5387340" cy="356997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78D8141-CF93-8C6F-4B56-B0744CAB832C}"/>
                </a:ext>
              </a:extLst>
            </p:cNvPr>
            <p:cNvSpPr/>
            <p:nvPr/>
          </p:nvSpPr>
          <p:spPr>
            <a:xfrm>
              <a:off x="3122164" y="-625168"/>
              <a:ext cx="1401841" cy="239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0A6D085-3FD8-5D00-1D2C-15FDD7F4491B}"/>
                </a:ext>
              </a:extLst>
            </p:cNvPr>
            <p:cNvSpPr/>
            <p:nvPr/>
          </p:nvSpPr>
          <p:spPr>
            <a:xfrm>
              <a:off x="5684710" y="-625168"/>
              <a:ext cx="1491616" cy="2391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EE1E00B-0862-B937-30AA-7CAE9549E2BC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28208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8562028-D589-2845-D766-F5FD9FCCE370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21113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2A3CE3-23AD-D8EF-0A06-CCD102E6CA13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-42749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08F2FA8-6F52-FA48-2D27-8CAC3417C8EF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-356540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560C095-F5D6-4BF6-98B1-D1890034B728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-285581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B2C6D9-35BB-D293-6EFC-90A2B59294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-21462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2253177-3A9F-A65B-AD54-78231C4270E4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-14366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2F3AAF-6B3B-F3EB-755A-6E374A52EB4F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-7270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B79CEC-F14F-3533-BA44-357D886C2259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-1745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1BCCBF3-3BE8-13B7-6291-7FF9DE8DEC91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6921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878D3-17BF-C2B7-3479-5D1AEDB8E91C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60" y="14017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C3FEA0E-4081-2F2E-DB08-96BB1888C6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149721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B8D98E1-E33A-DDFB-94E3-7FD17DF79F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1426256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D6E0744-A8B2-0CBA-837C-077B5098C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787625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262B488-0BB0-DBD3-B4B7-908111D48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858584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B5C6640-DCDE-4292-3DAB-B47790E70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929543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82EC57A-5011-E6F9-93B7-C4161C5A0B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1000502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B05E81C-6445-ED54-E21B-12CF9AE3D9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1071461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875770F-21D5-06AC-EF8A-64875AD867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1142420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9ED316C-D386-6390-332C-FF1382EE1F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1213379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760EBF8-0CE6-6126-7A62-46F91A7864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1284338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833E4E8-780E-BCC3-70BF-A8F55ECF07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760" y="1355297"/>
              <a:ext cx="1221581" cy="1083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CC27DAB-8EA2-3BF7-F88D-971AEEBE0D88}"/>
                </a:ext>
              </a:extLst>
            </p:cNvPr>
            <p:cNvCxnSpPr>
              <a:cxnSpLocks/>
            </p:cNvCxnSpPr>
            <p:nvPr/>
          </p:nvCxnSpPr>
          <p:spPr>
            <a:xfrm>
              <a:off x="2362542" y="-439428"/>
              <a:ext cx="778669" cy="1971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8D64503-F699-B5A5-081C-F2FEF0A34DDB}"/>
                </a:ext>
              </a:extLst>
            </p:cNvPr>
            <p:cNvCxnSpPr>
              <a:cxnSpLocks/>
            </p:cNvCxnSpPr>
            <p:nvPr/>
          </p:nvCxnSpPr>
          <p:spPr>
            <a:xfrm>
              <a:off x="2429216" y="-22545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98A3001-1325-20F3-3675-D4601B7DAEBA}"/>
                </a:ext>
              </a:extLst>
            </p:cNvPr>
            <p:cNvCxnSpPr>
              <a:cxnSpLocks/>
            </p:cNvCxnSpPr>
            <p:nvPr/>
          </p:nvCxnSpPr>
          <p:spPr>
            <a:xfrm>
              <a:off x="2429216" y="-23956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48C017C-AF5B-BC2A-B6BC-56B69C008D66}"/>
                </a:ext>
              </a:extLst>
            </p:cNvPr>
            <p:cNvCxnSpPr>
              <a:cxnSpLocks/>
            </p:cNvCxnSpPr>
            <p:nvPr/>
          </p:nvCxnSpPr>
          <p:spPr>
            <a:xfrm>
              <a:off x="2429216" y="188919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0AAF70E-7DAA-2248-8B1A-41B694FC246A}"/>
                </a:ext>
              </a:extLst>
            </p:cNvPr>
            <p:cNvCxnSpPr>
              <a:cxnSpLocks/>
            </p:cNvCxnSpPr>
            <p:nvPr/>
          </p:nvCxnSpPr>
          <p:spPr>
            <a:xfrm>
              <a:off x="2429216" y="1011351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377BEA3-AFA0-9500-ED12-033E285A53A9}"/>
                </a:ext>
              </a:extLst>
            </p:cNvPr>
            <p:cNvCxnSpPr>
              <a:cxnSpLocks/>
            </p:cNvCxnSpPr>
            <p:nvPr/>
          </p:nvCxnSpPr>
          <p:spPr>
            <a:xfrm>
              <a:off x="2429216" y="1212848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641FDF2-BB64-75C2-E008-8C126F1F7AB3}"/>
                </a:ext>
              </a:extLst>
            </p:cNvPr>
            <p:cNvCxnSpPr>
              <a:cxnSpLocks/>
            </p:cNvCxnSpPr>
            <p:nvPr/>
          </p:nvCxnSpPr>
          <p:spPr>
            <a:xfrm>
              <a:off x="2429216" y="142572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B1CAE42-40F3-FF0A-6ED1-A86D7983F64B}"/>
                </a:ext>
              </a:extLst>
            </p:cNvPr>
            <p:cNvCxnSpPr>
              <a:cxnSpLocks/>
            </p:cNvCxnSpPr>
            <p:nvPr/>
          </p:nvCxnSpPr>
          <p:spPr>
            <a:xfrm>
              <a:off x="2429215" y="809854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ED1038B-9995-1975-3876-45B04174F49A}"/>
                </a:ext>
              </a:extLst>
            </p:cNvPr>
            <p:cNvCxnSpPr>
              <a:cxnSpLocks/>
              <a:stCxn id="135" idx="6"/>
            </p:cNvCxnSpPr>
            <p:nvPr/>
          </p:nvCxnSpPr>
          <p:spPr>
            <a:xfrm>
              <a:off x="1699659" y="806072"/>
              <a:ext cx="746705" cy="2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33595BF-3FEA-64EC-6A82-3BA0216DECD4}"/>
                </a:ext>
              </a:extLst>
            </p:cNvPr>
            <p:cNvCxnSpPr>
              <a:cxnSpLocks/>
              <a:endCxn id="136" idx="6"/>
            </p:cNvCxnSpPr>
            <p:nvPr/>
          </p:nvCxnSpPr>
          <p:spPr>
            <a:xfrm flipH="1" flipV="1">
              <a:off x="1699658" y="355689"/>
              <a:ext cx="746706" cy="14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607263D-E4B8-0649-3C59-4696AE28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4400" y="-427499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E366DB-A8F3-E2F3-4302-70603A5F5D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0830" y="390435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D8020C7-7D01-4EC7-8FE0-A611534E77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4400" y="791746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EDAADED-ED2F-DE19-F1FA-FB4A218A3C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0830" y="1608489"/>
              <a:ext cx="6231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D272731-2970-8876-5222-A98121BCE12A}"/>
                </a:ext>
              </a:extLst>
            </p:cNvPr>
            <p:cNvCxnSpPr>
              <a:cxnSpLocks/>
            </p:cNvCxnSpPr>
            <p:nvPr/>
          </p:nvCxnSpPr>
          <p:spPr>
            <a:xfrm>
              <a:off x="2349047" y="1624249"/>
              <a:ext cx="10098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2706362-28F1-F3BF-8CBE-0EE2B3A9D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1606" y="1641709"/>
              <a:ext cx="0" cy="8200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C592381-7F65-196C-D2F0-E0B5FBDBBE6A}"/>
                </a:ext>
              </a:extLst>
            </p:cNvPr>
            <p:cNvCxnSpPr>
              <a:cxnSpLocks/>
            </p:cNvCxnSpPr>
            <p:nvPr/>
          </p:nvCxnSpPr>
          <p:spPr>
            <a:xfrm>
              <a:off x="2362542" y="2445385"/>
              <a:ext cx="5572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D58B246-0A90-842C-CB09-CE04F1210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888" y="1570345"/>
              <a:ext cx="0" cy="8913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1BD12CA-1623-330A-3789-4363474520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9404" y="-1276445"/>
              <a:ext cx="0" cy="8370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4439FFB-62DE-C3ED-D7AD-0BCF4164C959}"/>
                </a:ext>
              </a:extLst>
            </p:cNvPr>
            <p:cNvCxnSpPr>
              <a:cxnSpLocks/>
            </p:cNvCxnSpPr>
            <p:nvPr/>
          </p:nvCxnSpPr>
          <p:spPr>
            <a:xfrm>
              <a:off x="2357959" y="-1289538"/>
              <a:ext cx="5572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D20B05B-5379-DF7C-4164-1C4D987FD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4067" y="-1308586"/>
              <a:ext cx="0" cy="852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CF059DB-AACD-BA17-A5CA-703DDA75497D}"/>
                </a:ext>
              </a:extLst>
            </p:cNvPr>
            <p:cNvCxnSpPr>
              <a:cxnSpLocks/>
            </p:cNvCxnSpPr>
            <p:nvPr/>
          </p:nvCxnSpPr>
          <p:spPr>
            <a:xfrm>
              <a:off x="7148216" y="165793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B29BBE07-5994-A222-A944-DC3FD2559238}"/>
                </a:ext>
              </a:extLst>
            </p:cNvPr>
            <p:cNvCxnSpPr>
              <a:cxnSpLocks/>
            </p:cNvCxnSpPr>
            <p:nvPr/>
          </p:nvCxnSpPr>
          <p:spPr>
            <a:xfrm>
              <a:off x="7145834" y="-454341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D0CB03E-638E-B5EC-F25A-8B21C5B4C4AC}"/>
                </a:ext>
              </a:extLst>
            </p:cNvPr>
            <p:cNvCxnSpPr>
              <a:cxnSpLocks/>
            </p:cNvCxnSpPr>
            <p:nvPr/>
          </p:nvCxnSpPr>
          <p:spPr>
            <a:xfrm>
              <a:off x="7145041" y="994960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EDB431F-C9A8-0DB0-AEFF-8E9232FED326}"/>
                </a:ext>
              </a:extLst>
            </p:cNvPr>
            <p:cNvCxnSpPr>
              <a:cxnSpLocks/>
            </p:cNvCxnSpPr>
            <p:nvPr/>
          </p:nvCxnSpPr>
          <p:spPr>
            <a:xfrm>
              <a:off x="7145040" y="1204153"/>
              <a:ext cx="711995" cy="1852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41524726-944D-5090-065B-DF4CE08CA6DE}"/>
                </a:ext>
              </a:extLst>
            </p:cNvPr>
            <p:cNvCxnSpPr>
              <a:cxnSpLocks/>
            </p:cNvCxnSpPr>
            <p:nvPr/>
          </p:nvCxnSpPr>
          <p:spPr>
            <a:xfrm>
              <a:off x="7133375" y="1412253"/>
              <a:ext cx="780513" cy="1811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ED74BDE-7C9F-081F-C790-2DA64442AE8E}"/>
                </a:ext>
              </a:extLst>
            </p:cNvPr>
            <p:cNvCxnSpPr>
              <a:cxnSpLocks/>
            </p:cNvCxnSpPr>
            <p:nvPr/>
          </p:nvCxnSpPr>
          <p:spPr>
            <a:xfrm>
              <a:off x="7145040" y="785767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A0BF119-A75F-D08B-236A-55C8033EC20C}"/>
                </a:ext>
              </a:extLst>
            </p:cNvPr>
            <p:cNvCxnSpPr>
              <a:cxnSpLocks/>
            </p:cNvCxnSpPr>
            <p:nvPr/>
          </p:nvCxnSpPr>
          <p:spPr>
            <a:xfrm>
              <a:off x="7146628" y="-243560"/>
              <a:ext cx="711995" cy="186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E55942FE-CC14-CE1B-82B8-207F601FF322}"/>
                </a:ext>
              </a:extLst>
            </p:cNvPr>
            <p:cNvCxnSpPr>
              <a:cxnSpLocks/>
            </p:cNvCxnSpPr>
            <p:nvPr/>
          </p:nvCxnSpPr>
          <p:spPr>
            <a:xfrm>
              <a:off x="7146627" y="-35955"/>
              <a:ext cx="711995" cy="1852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08D849D2-1136-9FDE-440C-0F5056A09B70}"/>
                </a:ext>
              </a:extLst>
            </p:cNvPr>
            <p:cNvCxnSpPr>
              <a:cxnSpLocks/>
            </p:cNvCxnSpPr>
            <p:nvPr/>
          </p:nvCxnSpPr>
          <p:spPr>
            <a:xfrm>
              <a:off x="7835844" y="-466562"/>
              <a:ext cx="9471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6CD36AF-B66E-19E6-A364-BF5B31738F65}"/>
                </a:ext>
              </a:extLst>
            </p:cNvPr>
            <p:cNvCxnSpPr>
              <a:cxnSpLocks/>
            </p:cNvCxnSpPr>
            <p:nvPr/>
          </p:nvCxnSpPr>
          <p:spPr>
            <a:xfrm>
              <a:off x="7835844" y="342398"/>
              <a:ext cx="7274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FF6FEB9B-B1F4-5ED7-DEBB-1E5B7B46A729}"/>
                </a:ext>
              </a:extLst>
            </p:cNvPr>
            <p:cNvCxnSpPr>
              <a:cxnSpLocks/>
            </p:cNvCxnSpPr>
            <p:nvPr/>
          </p:nvCxnSpPr>
          <p:spPr>
            <a:xfrm>
              <a:off x="7835844" y="806281"/>
              <a:ext cx="72747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5EB07C9-4F1A-F90F-168A-59825865A42C}"/>
                </a:ext>
              </a:extLst>
            </p:cNvPr>
            <p:cNvSpPr/>
            <p:nvPr/>
          </p:nvSpPr>
          <p:spPr>
            <a:xfrm>
              <a:off x="8580600" y="746451"/>
              <a:ext cx="117698" cy="1176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7E343971-70E3-640C-E2AE-353F8FC45B11}"/>
                </a:ext>
              </a:extLst>
            </p:cNvPr>
            <p:cNvSpPr/>
            <p:nvPr/>
          </p:nvSpPr>
          <p:spPr>
            <a:xfrm>
              <a:off x="8578636" y="292495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4B0D957-C2D4-9C5E-FDB4-8A7D2439D329}"/>
                </a:ext>
              </a:extLst>
            </p:cNvPr>
            <p:cNvSpPr/>
            <p:nvPr/>
          </p:nvSpPr>
          <p:spPr>
            <a:xfrm>
              <a:off x="1579997" y="746241"/>
              <a:ext cx="119662" cy="1196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46395EF3-3EFF-B1F9-E965-7769E4BD2A1C}"/>
                </a:ext>
              </a:extLst>
            </p:cNvPr>
            <p:cNvSpPr/>
            <p:nvPr/>
          </p:nvSpPr>
          <p:spPr>
            <a:xfrm>
              <a:off x="1579997" y="295858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D16E344-8684-951B-2C29-5E68E1B0A30A}"/>
                </a:ext>
              </a:extLst>
            </p:cNvPr>
            <p:cNvSpPr/>
            <p:nvPr/>
          </p:nvSpPr>
          <p:spPr>
            <a:xfrm>
              <a:off x="3768247" y="336262"/>
              <a:ext cx="119662" cy="1196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DED048F-9EED-F124-6020-E97B414361D1}"/>
                </a:ext>
              </a:extLst>
            </p:cNvPr>
            <p:cNvSpPr/>
            <p:nvPr/>
          </p:nvSpPr>
          <p:spPr>
            <a:xfrm>
              <a:off x="3768247" y="-489497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0916A53F-2B44-7025-6C68-F9D03F17272C}"/>
                </a:ext>
              </a:extLst>
            </p:cNvPr>
            <p:cNvSpPr/>
            <p:nvPr/>
          </p:nvSpPr>
          <p:spPr>
            <a:xfrm>
              <a:off x="3768247" y="733081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8C44FF2-7678-D281-1A97-C57C0FE95BD0}"/>
                </a:ext>
              </a:extLst>
            </p:cNvPr>
            <p:cNvSpPr/>
            <p:nvPr/>
          </p:nvSpPr>
          <p:spPr>
            <a:xfrm>
              <a:off x="3768247" y="1554216"/>
              <a:ext cx="119661" cy="11966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98B70A15-A5A3-3EE2-C36D-0F3FB62E9E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09944" y="233069"/>
              <a:ext cx="104775" cy="238125"/>
            </a:xfrm>
            <a:prstGeom prst="rect">
              <a:avLst/>
            </a:prstGeom>
          </p:spPr>
        </p:pic>
        <p:pic>
          <p:nvPicPr>
            <p:cNvPr id="146" name="Graphic 145">
              <a:extLst>
                <a:ext uri="{FF2B5EF4-FFF2-40B4-BE49-F238E27FC236}">
                  <a16:creationId xmlns:a16="http://schemas.microsoft.com/office/drawing/2014/main" id="{4B623842-D0F4-DF04-E9C0-8E19D15D92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03159" y="1501174"/>
              <a:ext cx="142875" cy="238125"/>
            </a:xfrm>
            <a:prstGeom prst="rect">
              <a:avLst/>
            </a:prstGeom>
          </p:spPr>
        </p:pic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6F8685A9-794D-AE47-BA75-EB188EB946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07250" y="658326"/>
              <a:ext cx="142875" cy="247650"/>
            </a:xfrm>
            <a:prstGeom prst="rect">
              <a:avLst/>
            </a:prstGeom>
          </p:spPr>
        </p:pic>
        <p:pic>
          <p:nvPicPr>
            <p:cNvPr id="151" name="Graphic 150">
              <a:extLst>
                <a:ext uri="{FF2B5EF4-FFF2-40B4-BE49-F238E27FC236}">
                  <a16:creationId xmlns:a16="http://schemas.microsoft.com/office/drawing/2014/main" id="{81C0EC3B-76FA-3AE6-F520-3C704645E3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07921" y="284525"/>
              <a:ext cx="133350" cy="238125"/>
            </a:xfrm>
            <a:prstGeom prst="rect">
              <a:avLst/>
            </a:prstGeom>
          </p:spPr>
        </p:pic>
        <p:pic>
          <p:nvPicPr>
            <p:cNvPr id="153" name="Graphic 152">
              <a:extLst>
                <a:ext uri="{FF2B5EF4-FFF2-40B4-BE49-F238E27FC236}">
                  <a16:creationId xmlns:a16="http://schemas.microsoft.com/office/drawing/2014/main" id="{E704B587-8387-A282-E8FD-8D354188D1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19178" y="-523669"/>
              <a:ext cx="133350" cy="238125"/>
            </a:xfrm>
            <a:prstGeom prst="rect">
              <a:avLst/>
            </a:prstGeom>
          </p:spPr>
        </p:pic>
        <p:pic>
          <p:nvPicPr>
            <p:cNvPr id="156" name="Graphic 155">
              <a:extLst>
                <a:ext uri="{FF2B5EF4-FFF2-40B4-BE49-F238E27FC236}">
                  <a16:creationId xmlns:a16="http://schemas.microsoft.com/office/drawing/2014/main" id="{977D74BD-9FF0-4E5A-5C77-278DE7FDA6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81050" y="686236"/>
              <a:ext cx="142875" cy="238125"/>
            </a:xfrm>
            <a:prstGeom prst="rect">
              <a:avLst/>
            </a:prstGeom>
          </p:spPr>
        </p:pic>
        <p:pic>
          <p:nvPicPr>
            <p:cNvPr id="157" name="Graphic 156">
              <a:extLst>
                <a:ext uri="{FF2B5EF4-FFF2-40B4-BE49-F238E27FC236}">
                  <a16:creationId xmlns:a16="http://schemas.microsoft.com/office/drawing/2014/main" id="{06622A1C-5491-9360-1265-478125352B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915962" y="221569"/>
              <a:ext cx="133350" cy="238125"/>
            </a:xfrm>
            <a:prstGeom prst="rect">
              <a:avLst/>
            </a:prstGeom>
          </p:spPr>
        </p:pic>
        <p:pic>
          <p:nvPicPr>
            <p:cNvPr id="159" name="Graphic 158">
              <a:extLst>
                <a:ext uri="{FF2B5EF4-FFF2-40B4-BE49-F238E27FC236}">
                  <a16:creationId xmlns:a16="http://schemas.microsoft.com/office/drawing/2014/main" id="{F860ED68-397E-9F6A-B2A7-18E01275E5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34227" y="-106276"/>
              <a:ext cx="381000" cy="371475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9C298F61-3F3D-EB62-03E9-9D30EA2F12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77192" y="-239200"/>
              <a:ext cx="390525" cy="371475"/>
            </a:xfrm>
            <a:prstGeom prst="rect">
              <a:avLst/>
            </a:prstGeom>
          </p:spPr>
        </p:pic>
        <p:pic>
          <p:nvPicPr>
            <p:cNvPr id="163" name="Graphic 162">
              <a:extLst>
                <a:ext uri="{FF2B5EF4-FFF2-40B4-BE49-F238E27FC236}">
                  <a16:creationId xmlns:a16="http://schemas.microsoft.com/office/drawing/2014/main" id="{A3F37352-640E-F563-7B2B-1424FB7290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977192" y="994960"/>
              <a:ext cx="457200" cy="371475"/>
            </a:xfrm>
            <a:prstGeom prst="rect">
              <a:avLst/>
            </a:prstGeom>
          </p:spPr>
        </p:pic>
        <p:pic>
          <p:nvPicPr>
            <p:cNvPr id="165" name="Graphic 164">
              <a:extLst>
                <a:ext uri="{FF2B5EF4-FFF2-40B4-BE49-F238E27FC236}">
                  <a16:creationId xmlns:a16="http://schemas.microsoft.com/office/drawing/2014/main" id="{04D9D531-C877-9F61-B196-EA3F6023E6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764854" y="1051357"/>
              <a:ext cx="447675" cy="371475"/>
            </a:xfrm>
            <a:prstGeom prst="rect">
              <a:avLst/>
            </a:prstGeom>
          </p:spPr>
        </p:pic>
        <p:sp>
          <p:nvSpPr>
            <p:cNvPr id="166" name="Isosceles Triangle 165">
              <a:extLst>
                <a:ext uri="{FF2B5EF4-FFF2-40B4-BE49-F238E27FC236}">
                  <a16:creationId xmlns:a16="http://schemas.microsoft.com/office/drawing/2014/main" id="{E5E0A47C-C41F-CF6E-D096-B62EB0D76AC0}"/>
                </a:ext>
              </a:extLst>
            </p:cNvPr>
            <p:cNvSpPr/>
            <p:nvPr/>
          </p:nvSpPr>
          <p:spPr>
            <a:xfrm rot="5400000">
              <a:off x="4099456" y="-518536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Isosceles Triangle 166">
              <a:extLst>
                <a:ext uri="{FF2B5EF4-FFF2-40B4-BE49-F238E27FC236}">
                  <a16:creationId xmlns:a16="http://schemas.microsoft.com/office/drawing/2014/main" id="{9E9D2322-0E6E-F0EC-7880-6538D091060A}"/>
                </a:ext>
              </a:extLst>
            </p:cNvPr>
            <p:cNvSpPr/>
            <p:nvPr/>
          </p:nvSpPr>
          <p:spPr>
            <a:xfrm rot="5400000">
              <a:off x="4099250" y="1516639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6E60105D-7AF7-CD0B-D323-D28C0A6DE85E}"/>
                </a:ext>
              </a:extLst>
            </p:cNvPr>
            <p:cNvSpPr/>
            <p:nvPr/>
          </p:nvSpPr>
          <p:spPr>
            <a:xfrm rot="5400000">
              <a:off x="2034706" y="264101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9F767543-0A3B-9392-6ADD-F4EF79C86EC7}"/>
                </a:ext>
              </a:extLst>
            </p:cNvPr>
            <p:cNvSpPr/>
            <p:nvPr/>
          </p:nvSpPr>
          <p:spPr>
            <a:xfrm rot="16200000" flipH="1">
              <a:off x="2013274" y="714155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Isosceles Triangle 172">
              <a:extLst>
                <a:ext uri="{FF2B5EF4-FFF2-40B4-BE49-F238E27FC236}">
                  <a16:creationId xmlns:a16="http://schemas.microsoft.com/office/drawing/2014/main" id="{E15AB0A1-9551-2A97-91AE-D95E380878C5}"/>
                </a:ext>
              </a:extLst>
            </p:cNvPr>
            <p:cNvSpPr/>
            <p:nvPr/>
          </p:nvSpPr>
          <p:spPr>
            <a:xfrm rot="16200000" flipH="1">
              <a:off x="4077160" y="699076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Isosceles Triangle 174">
              <a:extLst>
                <a:ext uri="{FF2B5EF4-FFF2-40B4-BE49-F238E27FC236}">
                  <a16:creationId xmlns:a16="http://schemas.microsoft.com/office/drawing/2014/main" id="{8C275F0A-3EE4-8EDF-3DC6-38F7B1BD009F}"/>
                </a:ext>
              </a:extLst>
            </p:cNvPr>
            <p:cNvSpPr/>
            <p:nvPr/>
          </p:nvSpPr>
          <p:spPr>
            <a:xfrm rot="16200000" flipH="1">
              <a:off x="4077161" y="297437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Isosceles Triangle 176">
              <a:extLst>
                <a:ext uri="{FF2B5EF4-FFF2-40B4-BE49-F238E27FC236}">
                  <a16:creationId xmlns:a16="http://schemas.microsoft.com/office/drawing/2014/main" id="{F79A321C-5AF3-501A-5901-428AC9BE8C3D}"/>
                </a:ext>
              </a:extLst>
            </p:cNvPr>
            <p:cNvSpPr/>
            <p:nvPr/>
          </p:nvSpPr>
          <p:spPr>
            <a:xfrm rot="16200000" flipH="1">
              <a:off x="8163864" y="715585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Isosceles Triangle 178">
              <a:extLst>
                <a:ext uri="{FF2B5EF4-FFF2-40B4-BE49-F238E27FC236}">
                  <a16:creationId xmlns:a16="http://schemas.microsoft.com/office/drawing/2014/main" id="{DBDAA1A8-26CF-D80D-E973-D0096B0AD61E}"/>
                </a:ext>
              </a:extLst>
            </p:cNvPr>
            <p:cNvSpPr/>
            <p:nvPr/>
          </p:nvSpPr>
          <p:spPr>
            <a:xfrm rot="5400000">
              <a:off x="8192826" y="260468"/>
              <a:ext cx="184549" cy="18097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9780E173-EBE6-FBF5-696C-8D55018CAC5C}"/>
                </a:ext>
              </a:extLst>
            </p:cNvPr>
            <p:cNvCxnSpPr>
              <a:cxnSpLocks/>
            </p:cNvCxnSpPr>
            <p:nvPr/>
          </p:nvCxnSpPr>
          <p:spPr>
            <a:xfrm>
              <a:off x="2954431" y="-820083"/>
              <a:ext cx="2195601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702B86E-D7C7-6C23-A006-416DC718F2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8766" y="-832180"/>
              <a:ext cx="0" cy="2778757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18B093B4-36A3-600F-AE00-903E831193E4}"/>
                </a:ext>
              </a:extLst>
            </p:cNvPr>
            <p:cNvCxnSpPr>
              <a:cxnSpLocks/>
            </p:cNvCxnSpPr>
            <p:nvPr/>
          </p:nvCxnSpPr>
          <p:spPr>
            <a:xfrm>
              <a:off x="2953363" y="1930737"/>
              <a:ext cx="2183969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2BD1FF91-FEBE-4C3A-09A2-00889641A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0032" y="-820083"/>
              <a:ext cx="2170632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BBA05F5E-C88C-1FBC-2287-7FEC9329DE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329" y="-832180"/>
              <a:ext cx="0" cy="2778757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568DB6D7-3B15-4532-E3CD-9C392A3B56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7332" y="1930737"/>
              <a:ext cx="2184400" cy="0"/>
            </a:xfrm>
            <a:prstGeom prst="straightConnector1">
              <a:avLst/>
            </a:prstGeom>
            <a:ln w="50800">
              <a:solidFill>
                <a:srgbClr val="0070C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0" name="Graphic 309">
              <a:extLst>
                <a:ext uri="{FF2B5EF4-FFF2-40B4-BE49-F238E27FC236}">
                  <a16:creationId xmlns:a16="http://schemas.microsoft.com/office/drawing/2014/main" id="{F6D867A3-3997-D91E-BAF9-7D3FCD39BF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915963" y="616422"/>
              <a:ext cx="152400" cy="238125"/>
            </a:xfrm>
            <a:prstGeom prst="rect">
              <a:avLst/>
            </a:prstGeom>
          </p:spPr>
        </p:pic>
      </p:grpSp>
      <p:pic>
        <p:nvPicPr>
          <p:cNvPr id="604" name="Graphic 603">
            <a:extLst>
              <a:ext uri="{FF2B5EF4-FFF2-40B4-BE49-F238E27FC236}">
                <a16:creationId xmlns:a16="http://schemas.microsoft.com/office/drawing/2014/main" id="{28B7C79D-4D05-0DF5-0D65-24AA47611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6120207" y="-2429793"/>
            <a:ext cx="3033703" cy="34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9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5619</TotalTime>
  <Words>18</Words>
  <Application>Microsoft Office PowerPoint</Application>
  <PresentationFormat>Widescreen</PresentationFormat>
  <Paragraphs>6</Paragraphs>
  <Slides>9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9</cp:revision>
  <dcterms:created xsi:type="dcterms:W3CDTF">2026-02-28T12:02:55Z</dcterms:created>
  <dcterms:modified xsi:type="dcterms:W3CDTF">2026-08-11T03:52:40Z</dcterms:modified>
</cp:coreProperties>
</file>