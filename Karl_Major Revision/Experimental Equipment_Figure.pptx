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1" r:id="rId3"/>
    <p:sldId id="257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7" autoAdjust="0"/>
    <p:restoredTop sz="94660"/>
  </p:normalViewPr>
  <p:slideViewPr>
    <p:cSldViewPr snapToGrid="0">
      <p:cViewPr varScale="1">
        <p:scale>
          <a:sx n="106" d="100"/>
          <a:sy n="106" d="100"/>
        </p:scale>
        <p:origin x="51" y="69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F1FEF9-A4CC-5089-D5E5-43E4557D251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10435C8-C5F9-E33F-C4B9-AC58BA44C93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124598-7304-E7B3-4CEA-427149C99C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3C5EC4-00C2-41CD-8C33-AABBCC31210E}" type="datetimeFigureOut">
              <a:rPr lang="en-US" smtClean="0"/>
              <a:t>8/6/2026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5B4ADF0-4040-8456-04E0-53DA488E7D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CBACC79-7D59-096F-0D9B-9455A167A2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8DAACE-C18B-45E2-B423-018B69D4CBB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025950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D4EC02-E140-E54D-3FAC-59F1F6062E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6B5EE6-C9B9-36E1-1449-FEDBD33D60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765025-5ABD-1F82-F286-F372317F40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3C5EC4-00C2-41CD-8C33-AABBCC31210E}" type="datetimeFigureOut">
              <a:rPr lang="en-US" smtClean="0"/>
              <a:t>8/6/2026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E404569-B43A-DED2-8CB7-611CD880BD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0134F1B-FD6B-124E-3E3B-A0850B341C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8DAACE-C18B-45E2-B423-018B69D4CBB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84606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9DDD60-F1EA-26BF-3BC3-4A4C26D5C1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F2256B9-541C-2BFF-43B9-0548F26C3E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1472D24-A5DA-AF58-511C-D3D8ABC8A5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3C5EC4-00C2-41CD-8C33-AABBCC31210E}" type="datetimeFigureOut">
              <a:rPr lang="en-US" smtClean="0"/>
              <a:t>8/6/2026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E0243E-5660-AB16-B1FB-0EE5C2FD0B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1B388D-DD4F-5852-D498-597F898254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8DAACE-C18B-45E2-B423-018B69D4CBB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82978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DD8274-9366-74BB-7F31-AEC998E42D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09D730-7729-CB01-E474-A56F606DD5B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6E08AC5-B1FB-196B-DC0C-5E8F5DC6EFD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7F6AFC4-9472-7658-9764-8114679989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3C5EC4-00C2-41CD-8C33-AABBCC31210E}" type="datetimeFigureOut">
              <a:rPr lang="en-US" smtClean="0"/>
              <a:t>8/6/2026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E0F280F-3D33-B702-0597-9017A5970C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631C006-2B86-FD12-6945-1A185AE15C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8DAACE-C18B-45E2-B423-018B69D4CBB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9921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DF318A-AC51-C4B8-69A8-608E055135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947CC05-992E-909C-FE77-65ED885562D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0C76F8F-9F38-23F7-8233-D191C7B64A7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F7719CF-0367-CE30-A11E-973A5475586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F272A74-3272-F605-1481-13798BD63BC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343816B-C42E-0639-DF0B-720A1DC315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3C5EC4-00C2-41CD-8C33-AABBCC31210E}" type="datetimeFigureOut">
              <a:rPr lang="en-US" smtClean="0"/>
              <a:t>8/6/2026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6CC5951-2469-D1CC-8E89-FB9315642D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6E70301-8616-EB88-777C-D3ABBB853D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8DAACE-C18B-45E2-B423-018B69D4CBB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82713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92BC87-4A0A-2B6A-0748-06222E1E24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5ED0DC6-A2B3-63A8-F077-9FC437C6AA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3C5EC4-00C2-41CD-8C33-AABBCC31210E}" type="datetimeFigureOut">
              <a:rPr lang="en-US" smtClean="0"/>
              <a:t>8/6/2026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BACEF12-0A8A-CA36-52DC-8C9CF7865C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C76A7EF-D519-2454-9F0D-0F5EAE3A98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8DAACE-C18B-45E2-B423-018B69D4CBB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106689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68D9117-6932-8CB9-78BC-500DC4352F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3C5EC4-00C2-41CD-8C33-AABBCC31210E}" type="datetimeFigureOut">
              <a:rPr lang="en-US" smtClean="0"/>
              <a:t>8/6/2026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D415D29-1E27-67A0-257D-CF170EC22D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3FD4A14-5760-DDA4-C81F-E81F8DDC46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8DAACE-C18B-45E2-B423-018B69D4CBB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410144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634CA3-78F7-A889-F62F-F52FD5D7C4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BA99DC-E21A-C68A-8864-66CA16A03D0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50BE9C6-7CA2-59DF-56FF-74BD2AEC3AE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38357AD-4598-49DB-B8BB-597BF5A957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3C5EC4-00C2-41CD-8C33-AABBCC31210E}" type="datetimeFigureOut">
              <a:rPr lang="en-US" smtClean="0"/>
              <a:t>8/6/2026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7B3259F-E9AF-D046-DD47-E17E46A2B5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D0904FD-6DB5-3A91-7344-9018E46BE6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8DAACE-C18B-45E2-B423-018B69D4CBB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42231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685801-D89D-B1BE-FE08-17FFA716A8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3FCC51C-6D0E-DC36-FD87-9C48EFA097A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A06ABF3-4527-80F1-2E84-4DAA141F01A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229AC6D-6A47-42A2-CB30-093CC5F4A0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3C5EC4-00C2-41CD-8C33-AABBCC31210E}" type="datetimeFigureOut">
              <a:rPr lang="en-US" smtClean="0"/>
              <a:t>8/6/2026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F5EF1FA-115E-A104-34B1-8647E1C702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7ECCD6F-2CDB-904F-8DF4-B1BACCA53E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8DAACE-C18B-45E2-B423-018B69D4CBB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323900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B657E9-5D3B-46C0-7642-878978D868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28E13A4-D29A-97A8-1E4E-A4822A92DDE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029A1DA-7A1E-5E13-3D6D-4A79003F72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3C5EC4-00C2-41CD-8C33-AABBCC31210E}" type="datetimeFigureOut">
              <a:rPr lang="en-US" smtClean="0"/>
              <a:t>8/6/2026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C938928-9746-7B19-5A86-F42B4BE800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2B9569-249F-BE91-5F9B-756DDD3A05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8DAACE-C18B-45E2-B423-018B69D4CBB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30043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EE8E826-A333-E4BF-FE11-CF3EB1E3744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BEB8298-623A-66F2-74C8-0B1ABD6B9DB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F3F9CC-9C0D-C8D5-B6FD-99A0C53A51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3C5EC4-00C2-41CD-8C33-AABBCC31210E}" type="datetimeFigureOut">
              <a:rPr lang="en-US" smtClean="0"/>
              <a:t>8/6/2026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7AE5D45-6863-E80F-DB7A-A155D7FB1D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1357F3-E110-EB8B-1872-68F272E8B9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8DAACE-C18B-45E2-B423-018B69D4CBB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428676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00B93C6-A09E-C8D6-27F9-DC704C6E81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71063F6-1D1B-8779-432F-139D41F1E9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16578F6-E189-D428-9DC3-5F81A5A86BE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33C5EC4-00C2-41CD-8C33-AABBCC31210E}" type="datetimeFigureOut">
              <a:rPr lang="en-US" smtClean="0"/>
              <a:t>8/6/2026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05646F1-2021-7A0F-AAE3-EF98D8B0263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2668CFC-AAAD-379D-DC32-544B8919D94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B8DAACE-C18B-45E2-B423-018B69D4CBB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21181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>
            <a:extLst>
              <a:ext uri="{FF2B5EF4-FFF2-40B4-BE49-F238E27FC236}">
                <a16:creationId xmlns:a16="http://schemas.microsoft.com/office/drawing/2014/main" id="{44728990-6926-F526-E348-43FFCE483CD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3364" t="35662" r="34029" b="35859"/>
          <a:stretch>
            <a:fillRect/>
          </a:stretch>
        </p:blipFill>
        <p:spPr>
          <a:xfrm rot="16200000">
            <a:off x="3010444" y="2014402"/>
            <a:ext cx="3816888" cy="2560315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7877A678-F3CD-3A46-869C-FF71D3928CA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0600" t="39658" r="40338" b="41197"/>
          <a:stretch>
            <a:fillRect/>
          </a:stretch>
        </p:blipFill>
        <p:spPr>
          <a:xfrm>
            <a:off x="6863812" y="3173858"/>
            <a:ext cx="2231410" cy="1721198"/>
          </a:xfrm>
          <a:prstGeom prst="rect">
            <a:avLst/>
          </a:prstGeom>
        </p:spPr>
      </p:pic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8B660E1B-3541-BA3D-3AF0-69D3F24CAE7B}"/>
              </a:ext>
            </a:extLst>
          </p:cNvPr>
          <p:cNvCxnSpPr>
            <a:cxnSpLocks/>
          </p:cNvCxnSpPr>
          <p:nvPr/>
        </p:nvCxnSpPr>
        <p:spPr>
          <a:xfrm flipV="1">
            <a:off x="9153534" y="3221718"/>
            <a:ext cx="0" cy="1609725"/>
          </a:xfrm>
          <a:prstGeom prst="straightConnector1">
            <a:avLst/>
          </a:prstGeom>
          <a:ln w="22225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74BFBED6-424D-ECB7-2B60-BB6570AAD9F6}"/>
              </a:ext>
            </a:extLst>
          </p:cNvPr>
          <p:cNvSpPr>
            <a:spLocks/>
          </p:cNvSpPr>
          <p:nvPr/>
        </p:nvSpPr>
        <p:spPr>
          <a:xfrm>
            <a:off x="3638729" y="5203004"/>
            <a:ext cx="2492844" cy="736055"/>
          </a:xfrm>
          <a:prstGeom prst="roundRect">
            <a:avLst>
              <a:gd name="adj" fmla="val 0"/>
            </a:avLst>
          </a:prstGeom>
          <a:noFill/>
          <a:ln w="5715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PH" sz="2400" kern="0" dirty="0">
                <a:solidFill>
                  <a:prstClr val="black"/>
                </a:solidFill>
                <a:latin typeface="Times New Roman" panose="02020603050405020304" pitchFamily="18" charset="0"/>
                <a:ea typeface="Malgun Gothic" panose="020B0503020000020004" pitchFamily="34" charset="-127"/>
                <a:cs typeface="Times New Roman" panose="02020603050405020304" pitchFamily="18" charset="0"/>
              </a:rPr>
              <a:t>Primary Side</a:t>
            </a:r>
            <a:endParaRPr kumimoji="0" lang="en-PH" sz="240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Malgun Gothic" panose="020B0503020000020004" pitchFamily="34" charset="-127"/>
              <a:cs typeface="Times New Roman" panose="02020603050405020304" pitchFamily="18" charset="0"/>
            </a:endParaRP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F1CD2B92-CEB1-369E-79AC-11AEF4D56435}"/>
              </a:ext>
            </a:extLst>
          </p:cNvPr>
          <p:cNvSpPr>
            <a:spLocks/>
          </p:cNvSpPr>
          <p:nvPr/>
        </p:nvSpPr>
        <p:spPr>
          <a:xfrm>
            <a:off x="6733094" y="5188021"/>
            <a:ext cx="2492845" cy="736055"/>
          </a:xfrm>
          <a:prstGeom prst="roundRect">
            <a:avLst>
              <a:gd name="adj" fmla="val 0"/>
            </a:avLst>
          </a:prstGeom>
          <a:noFill/>
          <a:ln w="5715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PH" sz="2400" kern="0" dirty="0">
                <a:solidFill>
                  <a:prstClr val="black"/>
                </a:solidFill>
                <a:latin typeface="Times New Roman" panose="02020603050405020304" pitchFamily="18" charset="0"/>
                <a:ea typeface="Malgun Gothic" panose="020B0503020000020004" pitchFamily="34" charset="-127"/>
                <a:cs typeface="Times New Roman" panose="02020603050405020304" pitchFamily="18" charset="0"/>
              </a:rPr>
              <a:t>Secondary Side</a:t>
            </a:r>
            <a:endParaRPr kumimoji="0" lang="en-PH" sz="240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Malgun Gothic" panose="020B0503020000020004" pitchFamily="34" charset="-127"/>
              <a:cs typeface="Times New Roman" panose="02020603050405020304" pitchFamily="18" charset="0"/>
            </a:endParaRPr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9FF514A3-5DAB-FD20-0AB8-C56243A9D694}"/>
              </a:ext>
            </a:extLst>
          </p:cNvPr>
          <p:cNvSpPr>
            <a:spLocks/>
          </p:cNvSpPr>
          <p:nvPr/>
        </p:nvSpPr>
        <p:spPr>
          <a:xfrm rot="5400000">
            <a:off x="8544481" y="3802311"/>
            <a:ext cx="1708802" cy="476694"/>
          </a:xfrm>
          <a:prstGeom prst="roundRect">
            <a:avLst>
              <a:gd name="adj" fmla="val 0"/>
            </a:avLst>
          </a:prstGeom>
          <a:noFill/>
          <a:ln w="5715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PH" sz="2400" kern="0" dirty="0">
                <a:solidFill>
                  <a:prstClr val="black"/>
                </a:solidFill>
                <a:latin typeface="Times New Roman" panose="02020603050405020304" pitchFamily="18" charset="0"/>
                <a:ea typeface="Malgun Gothic" panose="020B0503020000020004" pitchFamily="34" charset="-127"/>
                <a:cs typeface="Times New Roman" panose="02020603050405020304" pitchFamily="18" charset="0"/>
              </a:rPr>
              <a:t>43.00 mm</a:t>
            </a:r>
            <a:endParaRPr kumimoji="0" lang="en-PH" sz="240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Malgun Gothic" panose="020B0503020000020004" pitchFamily="34" charset="-127"/>
              <a:cs typeface="Times New Roman" panose="02020603050405020304" pitchFamily="18" charset="0"/>
            </a:endParaRP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D08835B1-8C9A-1E9A-F6E6-A946EFEE8617}"/>
              </a:ext>
            </a:extLst>
          </p:cNvPr>
          <p:cNvCxnSpPr>
            <a:cxnSpLocks/>
          </p:cNvCxnSpPr>
          <p:nvPr/>
        </p:nvCxnSpPr>
        <p:spPr>
          <a:xfrm flipH="1" flipV="1">
            <a:off x="6891341" y="3124880"/>
            <a:ext cx="2145165" cy="1"/>
          </a:xfrm>
          <a:prstGeom prst="straightConnector1">
            <a:avLst/>
          </a:prstGeom>
          <a:ln w="22225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4ACAD780-C89D-DEB4-C786-F8501DBFC4C0}"/>
              </a:ext>
            </a:extLst>
          </p:cNvPr>
          <p:cNvSpPr>
            <a:spLocks/>
          </p:cNvSpPr>
          <p:nvPr/>
        </p:nvSpPr>
        <p:spPr>
          <a:xfrm>
            <a:off x="7125115" y="2651507"/>
            <a:ext cx="1708802" cy="476694"/>
          </a:xfrm>
          <a:prstGeom prst="roundRect">
            <a:avLst>
              <a:gd name="adj" fmla="val 0"/>
            </a:avLst>
          </a:prstGeom>
          <a:noFill/>
          <a:ln w="5715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PH" sz="2400" kern="0" dirty="0">
                <a:solidFill>
                  <a:prstClr val="black"/>
                </a:solidFill>
                <a:latin typeface="Times New Roman" panose="02020603050405020304" pitchFamily="18" charset="0"/>
                <a:ea typeface="Malgun Gothic" panose="020B0503020000020004" pitchFamily="34" charset="-127"/>
                <a:cs typeface="Times New Roman" panose="02020603050405020304" pitchFamily="18" charset="0"/>
              </a:rPr>
              <a:t>58.00 mm</a:t>
            </a:r>
            <a:endParaRPr kumimoji="0" lang="en-PH" sz="240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Malgun Gothic" panose="020B0503020000020004" pitchFamily="34" charset="-127"/>
              <a:cs typeface="Times New Roman" panose="02020603050405020304" pitchFamily="18" charset="0"/>
            </a:endParaRP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A0FC9B05-CB3E-9419-40AF-9E7F7948286C}"/>
              </a:ext>
            </a:extLst>
          </p:cNvPr>
          <p:cNvCxnSpPr>
            <a:cxnSpLocks/>
          </p:cNvCxnSpPr>
          <p:nvPr/>
        </p:nvCxnSpPr>
        <p:spPr>
          <a:xfrm flipH="1">
            <a:off x="3692978" y="1303700"/>
            <a:ext cx="2438595" cy="0"/>
          </a:xfrm>
          <a:prstGeom prst="straightConnector1">
            <a:avLst/>
          </a:prstGeom>
          <a:ln w="22225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ectangle: Rounded Corners 36">
            <a:extLst>
              <a:ext uri="{FF2B5EF4-FFF2-40B4-BE49-F238E27FC236}">
                <a16:creationId xmlns:a16="http://schemas.microsoft.com/office/drawing/2014/main" id="{CB8AE03E-2B3E-FBE2-E3A8-DD1D55849112}"/>
              </a:ext>
            </a:extLst>
          </p:cNvPr>
          <p:cNvSpPr>
            <a:spLocks/>
          </p:cNvSpPr>
          <p:nvPr/>
        </p:nvSpPr>
        <p:spPr>
          <a:xfrm>
            <a:off x="3997105" y="829594"/>
            <a:ext cx="1708802" cy="476694"/>
          </a:xfrm>
          <a:prstGeom prst="roundRect">
            <a:avLst>
              <a:gd name="adj" fmla="val 0"/>
            </a:avLst>
          </a:prstGeom>
          <a:noFill/>
          <a:ln w="5715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PH" sz="2400" kern="0" dirty="0">
                <a:solidFill>
                  <a:prstClr val="black"/>
                </a:solidFill>
                <a:latin typeface="Times New Roman" panose="02020603050405020304" pitchFamily="18" charset="0"/>
                <a:ea typeface="Malgun Gothic" panose="020B0503020000020004" pitchFamily="34" charset="-127"/>
                <a:cs typeface="Times New Roman" panose="02020603050405020304" pitchFamily="18" charset="0"/>
              </a:rPr>
              <a:t>57.50 mm</a:t>
            </a:r>
            <a:endParaRPr kumimoji="0" lang="en-PH" sz="240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Malgun Gothic" panose="020B0503020000020004" pitchFamily="34" charset="-127"/>
              <a:cs typeface="Times New Roman" panose="02020603050405020304" pitchFamily="18" charset="0"/>
            </a:endParaRPr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2CC98476-0384-794D-1180-74EDDD26D187}"/>
              </a:ext>
            </a:extLst>
          </p:cNvPr>
          <p:cNvCxnSpPr>
            <a:cxnSpLocks/>
          </p:cNvCxnSpPr>
          <p:nvPr/>
        </p:nvCxnSpPr>
        <p:spPr>
          <a:xfrm>
            <a:off x="3477273" y="1418417"/>
            <a:ext cx="0" cy="3769604"/>
          </a:xfrm>
          <a:prstGeom prst="straightConnector1">
            <a:avLst/>
          </a:prstGeom>
          <a:ln w="22225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Rectangle: Rounded Corners 42">
            <a:extLst>
              <a:ext uri="{FF2B5EF4-FFF2-40B4-BE49-F238E27FC236}">
                <a16:creationId xmlns:a16="http://schemas.microsoft.com/office/drawing/2014/main" id="{9B826D91-81EE-A758-E603-ADC49DF3FE3E}"/>
              </a:ext>
            </a:extLst>
          </p:cNvPr>
          <p:cNvSpPr>
            <a:spLocks/>
          </p:cNvSpPr>
          <p:nvPr/>
        </p:nvSpPr>
        <p:spPr>
          <a:xfrm rot="5400000">
            <a:off x="2386302" y="3166601"/>
            <a:ext cx="1708802" cy="476694"/>
          </a:xfrm>
          <a:prstGeom prst="roundRect">
            <a:avLst>
              <a:gd name="adj" fmla="val 0"/>
            </a:avLst>
          </a:prstGeom>
          <a:noFill/>
          <a:ln w="5715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PH" sz="2400" kern="0" dirty="0">
                <a:solidFill>
                  <a:prstClr val="black"/>
                </a:solidFill>
                <a:latin typeface="Times New Roman" panose="02020603050405020304" pitchFamily="18" charset="0"/>
                <a:ea typeface="Malgun Gothic" panose="020B0503020000020004" pitchFamily="34" charset="-127"/>
                <a:cs typeface="Times New Roman" panose="02020603050405020304" pitchFamily="18" charset="0"/>
              </a:rPr>
              <a:t>87.75 mm</a:t>
            </a:r>
            <a:endParaRPr kumimoji="0" lang="en-PH" sz="240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Malgun Gothic" panose="020B0503020000020004" pitchFamily="34" charset="-127"/>
              <a:cs typeface="Times New Roman" panose="02020603050405020304" pitchFamily="18" charset="0"/>
            </a:endParaRP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FDB37946-C1F2-646D-F06D-2724FBAA3B89}"/>
              </a:ext>
            </a:extLst>
          </p:cNvPr>
          <p:cNvSpPr/>
          <p:nvPr/>
        </p:nvSpPr>
        <p:spPr>
          <a:xfrm>
            <a:off x="5626037" y="3256705"/>
            <a:ext cx="1499078" cy="1441419"/>
          </a:xfrm>
          <a:prstGeom prst="rect">
            <a:avLst/>
          </a:prstGeom>
          <a:noFill/>
          <a:ln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728302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7E8F90-01F7-C938-B277-D144896CD3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0053166-24D0-945D-9EA6-FF80616040A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9888" t="44707" r="37840" b="35665"/>
          <a:stretch>
            <a:fillRect/>
          </a:stretch>
        </p:blipFill>
        <p:spPr>
          <a:xfrm>
            <a:off x="4651991" y="2451632"/>
            <a:ext cx="2888016" cy="1954735"/>
          </a:xfrm>
          <a:prstGeom prst="rect">
            <a:avLst/>
          </a:prstGeom>
        </p:spPr>
      </p:pic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12A3CF54-7089-897D-7614-1C9093320E64}"/>
              </a:ext>
            </a:extLst>
          </p:cNvPr>
          <p:cNvCxnSpPr>
            <a:cxnSpLocks/>
          </p:cNvCxnSpPr>
          <p:nvPr/>
        </p:nvCxnSpPr>
        <p:spPr>
          <a:xfrm>
            <a:off x="5769684" y="3428999"/>
            <a:ext cx="0" cy="116814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  <a:effectLst>
            <a:glow rad="63500">
              <a:schemeClr val="bg1">
                <a:alpha val="40000"/>
              </a:schemeClr>
            </a:glow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31CF8CD9-7626-40DB-98D4-5B953E264746}"/>
              </a:ext>
            </a:extLst>
          </p:cNvPr>
          <p:cNvCxnSpPr>
            <a:cxnSpLocks/>
          </p:cNvCxnSpPr>
          <p:nvPr/>
        </p:nvCxnSpPr>
        <p:spPr>
          <a:xfrm flipH="1">
            <a:off x="4747456" y="2242683"/>
            <a:ext cx="2805710" cy="0"/>
          </a:xfrm>
          <a:prstGeom prst="straightConnector1">
            <a:avLst/>
          </a:prstGeom>
          <a:ln w="22225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90DF38C6-13DD-9F31-25B2-40B807B8333E}"/>
              </a:ext>
            </a:extLst>
          </p:cNvPr>
          <p:cNvSpPr>
            <a:spLocks/>
          </p:cNvSpPr>
          <p:nvPr/>
        </p:nvSpPr>
        <p:spPr>
          <a:xfrm>
            <a:off x="5534403" y="4472065"/>
            <a:ext cx="533599" cy="476694"/>
          </a:xfrm>
          <a:prstGeom prst="roundRect">
            <a:avLst>
              <a:gd name="adj" fmla="val 0"/>
            </a:avLst>
          </a:prstGeom>
          <a:noFill/>
          <a:ln w="5715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PH" sz="2000" i="1" kern="0" dirty="0">
                <a:solidFill>
                  <a:prstClr val="black"/>
                </a:solidFill>
                <a:latin typeface="Times New Roman" panose="02020603050405020304" pitchFamily="18" charset="0"/>
                <a:ea typeface="Malgun Gothic" panose="020B0503020000020004" pitchFamily="34" charset="-127"/>
                <a:cs typeface="Times New Roman" panose="02020603050405020304" pitchFamily="18" charset="0"/>
              </a:rPr>
              <a:t>N</a:t>
            </a:r>
            <a:r>
              <a:rPr lang="en-PH" sz="2000" kern="0" baseline="-25000" dirty="0">
                <a:solidFill>
                  <a:prstClr val="black"/>
                </a:solidFill>
                <a:latin typeface="Times New Roman" panose="02020603050405020304" pitchFamily="18" charset="0"/>
                <a:ea typeface="Malgun Gothic" panose="020B0503020000020004" pitchFamily="34" charset="-127"/>
                <a:cs typeface="Times New Roman" panose="02020603050405020304" pitchFamily="18" charset="0"/>
              </a:rPr>
              <a:t>56</a:t>
            </a:r>
            <a:endParaRPr kumimoji="0" lang="en-PH" sz="200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Malgun Gothic" panose="020B0503020000020004" pitchFamily="34" charset="-127"/>
              <a:cs typeface="Times New Roman" panose="02020603050405020304" pitchFamily="18" charset="0"/>
            </a:endParaRP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717B1AE3-75E9-49C4-607A-CAE0182D863B}"/>
              </a:ext>
            </a:extLst>
          </p:cNvPr>
          <p:cNvCxnSpPr>
            <a:cxnSpLocks/>
          </p:cNvCxnSpPr>
          <p:nvPr/>
        </p:nvCxnSpPr>
        <p:spPr>
          <a:xfrm>
            <a:off x="7295832" y="3909404"/>
            <a:ext cx="479456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  <a:effectLst>
            <a:glow rad="63500">
              <a:schemeClr val="bg1">
                <a:alpha val="40000"/>
              </a:schemeClr>
            </a:glow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2" name="Rectangle: Rounded Corners 11">
                <a:extLst>
                  <a:ext uri="{FF2B5EF4-FFF2-40B4-BE49-F238E27FC236}">
                    <a16:creationId xmlns:a16="http://schemas.microsoft.com/office/drawing/2014/main" id="{99AF1165-A5E6-3A79-CE9B-5E17D864B871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7775288" y="3671057"/>
                <a:ext cx="755001" cy="476694"/>
              </a:xfrm>
              <a:prstGeom prst="roundRect">
                <a:avLst>
                  <a:gd name="adj" fmla="val 0"/>
                </a:avLst>
              </a:prstGeom>
              <a:noFill/>
              <a:ln w="5715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 xmlns:m="http://schemas.openxmlformats.org/officeDocument/2006/math">
                    <m:f>
                      <m:fPr>
                        <m:ctrlPr>
                          <a:rPr lang="en-PH" sz="2000" i="1" kern="0" smtClean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Malgun Gothic" panose="020B0503020000020004" pitchFamily="34" charset="-127"/>
                            <a:cs typeface="Times New Roman" panose="02020603050405020304" pitchFamily="18" charset="0"/>
                          </a:rPr>
                        </m:ctrlPr>
                      </m:fPr>
                      <m:num>
                        <m:r>
                          <m:rPr>
                            <m:nor/>
                          </m:rPr>
                          <a:rPr lang="en-US" sz="2000" b="0" i="0" kern="0" smtClean="0">
                            <a:solidFill>
                              <a:prstClr val="black"/>
                            </a:solidFill>
                            <a:latin typeface="Times New Roman" panose="02020603050405020304" pitchFamily="18" charset="0"/>
                            <a:ea typeface="Malgun Gothic" panose="020B0503020000020004" pitchFamily="34" charset="-127"/>
                            <a:cs typeface="Times New Roman" panose="02020603050405020304" pitchFamily="18" charset="0"/>
                          </a:rPr>
                          <m:t>1</m:t>
                        </m:r>
                      </m:num>
                      <m:den>
                        <m:r>
                          <m:rPr>
                            <m:nor/>
                          </m:rPr>
                          <a:rPr lang="en-US" sz="2000" b="0" i="0" kern="0" smtClean="0">
                            <a:solidFill>
                              <a:prstClr val="black"/>
                            </a:solidFill>
                            <a:latin typeface="Times New Roman" panose="02020603050405020304" pitchFamily="18" charset="0"/>
                            <a:ea typeface="Malgun Gothic" panose="020B0503020000020004" pitchFamily="34" charset="-127"/>
                            <a:cs typeface="Times New Roman" panose="02020603050405020304" pitchFamily="18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en-PH" sz="200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Malgun Gothic" panose="020B0503020000020004" pitchFamily="34" charset="-127"/>
                    <a:cs typeface="Times New Roman" panose="02020603050405020304" pitchFamily="18" charset="0"/>
                  </a:rPr>
                  <a:t> </a:t>
                </a:r>
                <a:r>
                  <a:rPr lang="en-PH" sz="2000" i="1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Malgun Gothic" panose="020B0503020000020004" pitchFamily="34" charset="-127"/>
                    <a:cs typeface="Times New Roman" panose="02020603050405020304" pitchFamily="18" charset="0"/>
                  </a:rPr>
                  <a:t>N</a:t>
                </a:r>
                <a:r>
                  <a:rPr lang="en-PH" sz="2000" kern="0" baseline="-2500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Malgun Gothic" panose="020B0503020000020004" pitchFamily="34" charset="-127"/>
                    <a:cs typeface="Times New Roman" panose="02020603050405020304" pitchFamily="18" charset="0"/>
                  </a:rPr>
                  <a:t>34</a:t>
                </a:r>
                <a:endParaRPr kumimoji="0" lang="en-PH" sz="200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Times New Roman" panose="02020603050405020304" pitchFamily="18" charset="0"/>
                  <a:ea typeface="Malgun Gothic" panose="020B0503020000020004" pitchFamily="34" charset="-127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2" name="Rectangle: Rounded Corners 11">
                <a:extLst>
                  <a:ext uri="{FF2B5EF4-FFF2-40B4-BE49-F238E27FC236}">
                    <a16:creationId xmlns:a16="http://schemas.microsoft.com/office/drawing/2014/main" id="{99AF1165-A5E6-3A79-CE9B-5E17D864B87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75288" y="3671057"/>
                <a:ext cx="755001" cy="476694"/>
              </a:xfrm>
              <a:prstGeom prst="roundRect">
                <a:avLst>
                  <a:gd name="adj" fmla="val 0"/>
                </a:avLst>
              </a:prstGeom>
              <a:blipFill>
                <a:blip r:embed="rId3"/>
                <a:stretch>
                  <a:fillRect b="-20513"/>
                </a:stretch>
              </a:blipFill>
              <a:ln w="57150" cap="flat" cmpd="sng" algn="ctr">
                <a:noFill/>
                <a:prstDash val="solid"/>
                <a:miter lim="800000"/>
              </a:ln>
              <a:effectLst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D9774E48-1CAE-072C-5F6F-7F1211989475}"/>
              </a:ext>
            </a:extLst>
          </p:cNvPr>
          <p:cNvCxnSpPr>
            <a:cxnSpLocks/>
          </p:cNvCxnSpPr>
          <p:nvPr/>
        </p:nvCxnSpPr>
        <p:spPr>
          <a:xfrm>
            <a:off x="6415135" y="3860180"/>
            <a:ext cx="0" cy="73696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  <a:effectLst>
            <a:glow rad="63500">
              <a:schemeClr val="bg1">
                <a:alpha val="40000"/>
              </a:schemeClr>
            </a:glow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DB03700B-C5F8-A9C1-B88D-27B92105EB78}"/>
              </a:ext>
            </a:extLst>
          </p:cNvPr>
          <p:cNvSpPr>
            <a:spLocks/>
          </p:cNvSpPr>
          <p:nvPr/>
        </p:nvSpPr>
        <p:spPr>
          <a:xfrm>
            <a:off x="6254468" y="4472065"/>
            <a:ext cx="533599" cy="476694"/>
          </a:xfrm>
          <a:prstGeom prst="roundRect">
            <a:avLst>
              <a:gd name="adj" fmla="val 0"/>
            </a:avLst>
          </a:prstGeom>
          <a:noFill/>
          <a:ln w="5715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PH" sz="2000" i="1" kern="0" dirty="0">
                <a:solidFill>
                  <a:prstClr val="black"/>
                </a:solidFill>
                <a:latin typeface="Times New Roman" panose="02020603050405020304" pitchFamily="18" charset="0"/>
                <a:ea typeface="Malgun Gothic" panose="020B0503020000020004" pitchFamily="34" charset="-127"/>
                <a:cs typeface="Times New Roman" panose="02020603050405020304" pitchFamily="18" charset="0"/>
              </a:rPr>
              <a:t>N</a:t>
            </a:r>
            <a:r>
              <a:rPr lang="en-PH" sz="2000" kern="0" baseline="-25000" dirty="0">
                <a:solidFill>
                  <a:prstClr val="black"/>
                </a:solidFill>
                <a:latin typeface="Times New Roman" panose="02020603050405020304" pitchFamily="18" charset="0"/>
                <a:ea typeface="Malgun Gothic" panose="020B0503020000020004" pitchFamily="34" charset="-127"/>
                <a:cs typeface="Times New Roman" panose="02020603050405020304" pitchFamily="18" charset="0"/>
              </a:rPr>
              <a:t>78</a:t>
            </a:r>
            <a:endParaRPr kumimoji="0" lang="en-PH" sz="200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Malgun Gothic" panose="020B0503020000020004" pitchFamily="34" charset="-127"/>
              <a:cs typeface="Times New Roman" panose="02020603050405020304" pitchFamily="18" charset="0"/>
            </a:endParaRP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E362DD94-C95A-587C-490E-D6D008FC3D33}"/>
              </a:ext>
            </a:extLst>
          </p:cNvPr>
          <p:cNvCxnSpPr>
            <a:cxnSpLocks/>
          </p:cNvCxnSpPr>
          <p:nvPr/>
        </p:nvCxnSpPr>
        <p:spPr>
          <a:xfrm>
            <a:off x="7331044" y="3301313"/>
            <a:ext cx="44424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  <a:effectLst>
            <a:glow rad="63500">
              <a:schemeClr val="bg1">
                <a:alpha val="40000"/>
              </a:schemeClr>
            </a:glow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4" name="Rectangle: Rounded Corners 23">
                <a:extLst>
                  <a:ext uri="{FF2B5EF4-FFF2-40B4-BE49-F238E27FC236}">
                    <a16:creationId xmlns:a16="http://schemas.microsoft.com/office/drawing/2014/main" id="{C6FA90A9-C5BD-9FC8-AD3C-987648AE544F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7775287" y="3009492"/>
                <a:ext cx="755001" cy="476694"/>
              </a:xfrm>
              <a:prstGeom prst="roundRect">
                <a:avLst>
                  <a:gd name="adj" fmla="val 0"/>
                </a:avLst>
              </a:prstGeom>
              <a:noFill/>
              <a:ln w="5715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 xmlns:m="http://schemas.openxmlformats.org/officeDocument/2006/math">
                    <m:f>
                      <m:fPr>
                        <m:ctrlPr>
                          <a:rPr lang="en-PH" sz="2000" i="1" kern="0" smtClean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Malgun Gothic" panose="020B0503020000020004" pitchFamily="34" charset="-127"/>
                            <a:cs typeface="Times New Roman" panose="02020603050405020304" pitchFamily="18" charset="0"/>
                          </a:rPr>
                        </m:ctrlPr>
                      </m:fPr>
                      <m:num>
                        <m:r>
                          <m:rPr>
                            <m:nor/>
                          </m:rPr>
                          <a:rPr lang="en-US" sz="2000" b="0" i="0" kern="0" smtClean="0">
                            <a:solidFill>
                              <a:prstClr val="black"/>
                            </a:solidFill>
                            <a:latin typeface="Times New Roman" panose="02020603050405020304" pitchFamily="18" charset="0"/>
                            <a:ea typeface="Malgun Gothic" panose="020B0503020000020004" pitchFamily="34" charset="-127"/>
                            <a:cs typeface="Times New Roman" panose="02020603050405020304" pitchFamily="18" charset="0"/>
                          </a:rPr>
                          <m:t>1</m:t>
                        </m:r>
                      </m:num>
                      <m:den>
                        <m:r>
                          <m:rPr>
                            <m:nor/>
                          </m:rPr>
                          <a:rPr lang="en-US" sz="2000" b="0" i="0" kern="0" smtClean="0">
                            <a:solidFill>
                              <a:prstClr val="black"/>
                            </a:solidFill>
                            <a:latin typeface="Times New Roman" panose="02020603050405020304" pitchFamily="18" charset="0"/>
                            <a:ea typeface="Malgun Gothic" panose="020B0503020000020004" pitchFamily="34" charset="-127"/>
                            <a:cs typeface="Times New Roman" panose="02020603050405020304" pitchFamily="18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en-PH" sz="200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Malgun Gothic" panose="020B0503020000020004" pitchFamily="34" charset="-127"/>
                    <a:cs typeface="Times New Roman" panose="02020603050405020304" pitchFamily="18" charset="0"/>
                  </a:rPr>
                  <a:t> </a:t>
                </a:r>
                <a:r>
                  <a:rPr lang="en-PH" sz="2000" i="1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Malgun Gothic" panose="020B0503020000020004" pitchFamily="34" charset="-127"/>
                    <a:cs typeface="Times New Roman" panose="02020603050405020304" pitchFamily="18" charset="0"/>
                  </a:rPr>
                  <a:t>N</a:t>
                </a:r>
                <a:r>
                  <a:rPr lang="en-PH" sz="2000" kern="0" baseline="-2500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Malgun Gothic" panose="020B0503020000020004" pitchFamily="34" charset="-127"/>
                    <a:cs typeface="Times New Roman" panose="02020603050405020304" pitchFamily="18" charset="0"/>
                  </a:rPr>
                  <a:t>12</a:t>
                </a:r>
                <a:endParaRPr kumimoji="0" lang="en-PH" sz="200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Times New Roman" panose="02020603050405020304" pitchFamily="18" charset="0"/>
                  <a:ea typeface="Malgun Gothic" panose="020B0503020000020004" pitchFamily="34" charset="-127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24" name="Rectangle: Rounded Corners 23">
                <a:extLst>
                  <a:ext uri="{FF2B5EF4-FFF2-40B4-BE49-F238E27FC236}">
                    <a16:creationId xmlns:a16="http://schemas.microsoft.com/office/drawing/2014/main" id="{C6FA90A9-C5BD-9FC8-AD3C-987648AE544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75287" y="3009492"/>
                <a:ext cx="755001" cy="476694"/>
              </a:xfrm>
              <a:prstGeom prst="roundRect">
                <a:avLst>
                  <a:gd name="adj" fmla="val 0"/>
                </a:avLst>
              </a:prstGeom>
              <a:blipFill>
                <a:blip r:embed="rId4"/>
                <a:stretch>
                  <a:fillRect b="-19231"/>
                </a:stretch>
              </a:blipFill>
              <a:ln w="57150" cap="flat" cmpd="sng" algn="ctr">
                <a:noFill/>
                <a:prstDash val="solid"/>
                <a:miter lim="800000"/>
              </a:ln>
              <a:effectLst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4C38B960-785F-4E44-564C-72E528160129}"/>
              </a:ext>
            </a:extLst>
          </p:cNvPr>
          <p:cNvCxnSpPr>
            <a:cxnSpLocks/>
          </p:cNvCxnSpPr>
          <p:nvPr/>
        </p:nvCxnSpPr>
        <p:spPr>
          <a:xfrm flipV="1">
            <a:off x="4388339" y="2451632"/>
            <a:ext cx="0" cy="1960715"/>
          </a:xfrm>
          <a:prstGeom prst="straightConnector1">
            <a:avLst/>
          </a:prstGeom>
          <a:ln w="22225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ectangle: Rounded Corners 37">
            <a:extLst>
              <a:ext uri="{FF2B5EF4-FFF2-40B4-BE49-F238E27FC236}">
                <a16:creationId xmlns:a16="http://schemas.microsoft.com/office/drawing/2014/main" id="{4136AC51-53DD-311E-D9B6-53F04807A875}"/>
              </a:ext>
            </a:extLst>
          </p:cNvPr>
          <p:cNvSpPr>
            <a:spLocks/>
          </p:cNvSpPr>
          <p:nvPr/>
        </p:nvSpPr>
        <p:spPr>
          <a:xfrm>
            <a:off x="4747456" y="1790066"/>
            <a:ext cx="2805710" cy="476694"/>
          </a:xfrm>
          <a:prstGeom prst="roundRect">
            <a:avLst>
              <a:gd name="adj" fmla="val 0"/>
            </a:avLst>
          </a:prstGeom>
          <a:noFill/>
          <a:ln w="5715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PH" sz="200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Malgun Gothic" panose="020B0503020000020004" pitchFamily="34" charset="-127"/>
                <a:cs typeface="Times New Roman" panose="02020603050405020304" pitchFamily="18" charset="0"/>
              </a:rPr>
              <a:t>58.80 mm</a:t>
            </a:r>
          </a:p>
        </p:txBody>
      </p:sp>
      <p:sp>
        <p:nvSpPr>
          <p:cNvPr id="40" name="Rectangle: Rounded Corners 39">
            <a:extLst>
              <a:ext uri="{FF2B5EF4-FFF2-40B4-BE49-F238E27FC236}">
                <a16:creationId xmlns:a16="http://schemas.microsoft.com/office/drawing/2014/main" id="{6CFBA62C-0DE7-E4CB-22FA-5D03B975BC08}"/>
              </a:ext>
            </a:extLst>
          </p:cNvPr>
          <p:cNvSpPr>
            <a:spLocks/>
          </p:cNvSpPr>
          <p:nvPr/>
        </p:nvSpPr>
        <p:spPr>
          <a:xfrm rot="5400000">
            <a:off x="2747137" y="3194363"/>
            <a:ext cx="2805710" cy="476694"/>
          </a:xfrm>
          <a:prstGeom prst="roundRect">
            <a:avLst>
              <a:gd name="adj" fmla="val 0"/>
            </a:avLst>
          </a:prstGeom>
          <a:noFill/>
          <a:ln w="5715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PH" sz="200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Malgun Gothic" panose="020B0503020000020004" pitchFamily="34" charset="-127"/>
                <a:cs typeface="Times New Roman" panose="02020603050405020304" pitchFamily="18" charset="0"/>
              </a:rPr>
              <a:t>39.70 mm</a:t>
            </a:r>
          </a:p>
        </p:txBody>
      </p:sp>
    </p:spTree>
    <p:extLst>
      <p:ext uri="{BB962C8B-B14F-4D97-AF65-F5344CB8AC3E}">
        <p14:creationId xmlns:p14="http://schemas.microsoft.com/office/powerpoint/2010/main" val="349904112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85F78F-9014-ADBC-09D8-B5A527BCBD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Group 17">
            <a:extLst>
              <a:ext uri="{FF2B5EF4-FFF2-40B4-BE49-F238E27FC236}">
                <a16:creationId xmlns:a16="http://schemas.microsoft.com/office/drawing/2014/main" id="{50567EC3-B193-E533-E19F-E36FD95BE289}"/>
              </a:ext>
            </a:extLst>
          </p:cNvPr>
          <p:cNvGrpSpPr/>
          <p:nvPr/>
        </p:nvGrpSpPr>
        <p:grpSpPr>
          <a:xfrm>
            <a:off x="1611312" y="2047491"/>
            <a:ext cx="9201832" cy="3119593"/>
            <a:chOff x="101825" y="1043213"/>
            <a:chExt cx="12164145" cy="4123872"/>
          </a:xfrm>
        </p:grpSpPr>
        <p:pic>
          <p:nvPicPr>
            <p:cNvPr id="6" name="Graphic 5">
              <a:extLst>
                <a:ext uri="{FF2B5EF4-FFF2-40B4-BE49-F238E27FC236}">
                  <a16:creationId xmlns:a16="http://schemas.microsoft.com/office/drawing/2014/main" id="{A4E986DF-186A-B4AD-A53A-C8843FFC693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 l="14782" t="33587" r="50711" b="29121"/>
            <a:stretch>
              <a:fillRect/>
            </a:stretch>
          </p:blipFill>
          <p:spPr>
            <a:xfrm>
              <a:off x="101825" y="1043213"/>
              <a:ext cx="4968611" cy="4123872"/>
            </a:xfrm>
            <a:prstGeom prst="rect">
              <a:avLst/>
            </a:prstGeom>
          </p:spPr>
        </p:pic>
        <p:pic>
          <p:nvPicPr>
            <p:cNvPr id="10" name="Graphic 9">
              <a:extLst>
                <a:ext uri="{FF2B5EF4-FFF2-40B4-BE49-F238E27FC236}">
                  <a16:creationId xmlns:a16="http://schemas.microsoft.com/office/drawing/2014/main" id="{ADC592C3-3254-9981-1A66-EA5E5E67FC7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 l="59740" t="33843" r="28670" b="48469"/>
            <a:stretch>
              <a:fillRect/>
            </a:stretch>
          </p:blipFill>
          <p:spPr>
            <a:xfrm>
              <a:off x="8194902" y="1813604"/>
              <a:ext cx="2159001" cy="2530476"/>
            </a:xfrm>
            <a:prstGeom prst="rect">
              <a:avLst/>
            </a:prstGeom>
          </p:spPr>
        </p:pic>
        <p:pic>
          <p:nvPicPr>
            <p:cNvPr id="15" name="Graphic 14">
              <a:extLst>
                <a:ext uri="{FF2B5EF4-FFF2-40B4-BE49-F238E27FC236}">
                  <a16:creationId xmlns:a16="http://schemas.microsoft.com/office/drawing/2014/main" id="{21D590D7-99CD-8533-3A7B-94DA573CD68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 l="57443" t="53838" r="34243" b="28812"/>
            <a:stretch>
              <a:fillRect/>
            </a:stretch>
          </p:blipFill>
          <p:spPr>
            <a:xfrm>
              <a:off x="6277203" y="1837757"/>
              <a:ext cx="1548682" cy="2482171"/>
            </a:xfrm>
            <a:prstGeom prst="rect">
              <a:avLst/>
            </a:prstGeom>
          </p:spPr>
        </p:pic>
        <p:pic>
          <p:nvPicPr>
            <p:cNvPr id="17" name="Graphic 16">
              <a:extLst>
                <a:ext uri="{FF2B5EF4-FFF2-40B4-BE49-F238E27FC236}">
                  <a16:creationId xmlns:a16="http://schemas.microsoft.com/office/drawing/2014/main" id="{0E18C50A-6D4B-D84F-81EB-E3B734B4D4B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 l="65741" t="54503" r="25976" b="29074"/>
            <a:stretch>
              <a:fillRect/>
            </a:stretch>
          </p:blipFill>
          <p:spPr>
            <a:xfrm>
              <a:off x="10722920" y="1904092"/>
              <a:ext cx="1543050" cy="23495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26193157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504</TotalTime>
  <Words>22</Words>
  <Application>Microsoft Office PowerPoint</Application>
  <PresentationFormat>Widescreen</PresentationFormat>
  <Paragraphs>12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9" baseType="lpstr">
      <vt:lpstr>Aptos</vt:lpstr>
      <vt:lpstr>Aptos Display</vt:lpstr>
      <vt:lpstr>Arial</vt:lpstr>
      <vt:lpstr>Cambria Math</vt:lpstr>
      <vt:lpstr>Times New Roman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ROQUE Karl Raymond Dela Cruz</dc:creator>
  <cp:lastModifiedBy>ROQUE Karl Raymond Dela Cruz</cp:lastModifiedBy>
  <cp:revision>1</cp:revision>
  <dcterms:created xsi:type="dcterms:W3CDTF">2026-08-06T05:16:55Z</dcterms:created>
  <dcterms:modified xsi:type="dcterms:W3CDTF">2026-08-06T13:41:39Z</dcterms:modified>
</cp:coreProperties>
</file>