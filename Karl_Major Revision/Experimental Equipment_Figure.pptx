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66" d="100"/>
          <a:sy n="66" d="100"/>
        </p:scale>
        <p:origin x="97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FEF9-A4CC-5089-D5E5-43E4557D2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435C8-C5F9-E33F-C4B9-AC58BA44C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4598-7304-E7B3-4CEA-427149C9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4ADF0-4040-8456-04E0-53DA488E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ACC79-7D59-096F-0D9B-9455A167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25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EC02-E140-E54D-3FAC-59F1F606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B5EE6-C9B9-36E1-1449-FEDBD33D6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65025-5ABD-1F82-F286-F372317F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04569-B43A-DED2-8CB7-611CD880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34F1B-FD6B-124E-3E3B-A0850B34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46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DDD60-F1EA-26BF-3BC3-4A4C26D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256B9-541C-2BFF-43B9-0548F26C3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72D24-A5DA-AF58-511C-D3D8ABC8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0243E-5660-AB16-B1FB-0EE5C2FD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388D-DD4F-5852-D498-597F8982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9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D8274-9366-74BB-7F31-AEC998E4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9D730-7729-CB01-E474-A56F606DD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08AC5-B1FB-196B-DC0C-5E8F5DC6E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6AFC4-9472-7658-9764-811467998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F280F-3D33-B702-0597-9017A597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1C006-2B86-FD12-6945-1A185AE1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9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F318A-AC51-C4B8-69A8-608E05513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7CC05-992E-909C-FE77-65ED88556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76F8F-9F38-23F7-8233-D191C7B64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719CF-0367-CE30-A11E-973A54755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72A74-3272-F605-1481-13798BD63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3816B-C42E-0639-DF0B-720A1DC3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C5951-2469-D1CC-8E89-FB9315642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70301-8616-EB88-777C-D3ABBB85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7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BC87-4A0A-2B6A-0748-06222E1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D0DC6-A2B3-63A8-F077-9FC437C6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CEF12-0A8A-CA36-52DC-8C9CF7865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6A7EF-D519-2454-9F0D-0F5EAE3A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6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8D9117-6932-8CB9-78BC-500DC435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15D29-1E27-67A0-257D-CF170EC2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D4A14-5760-DDA4-C81F-E81F8DDC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0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4CA3-78F7-A889-F62F-F52FD5D7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99DC-E21A-C68A-8864-66CA16A03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BE9C6-7CA2-59DF-56FF-74BD2AEC3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357AD-4598-49DB-B8BB-597BF5A9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3259F-E9AF-D046-DD47-E17E46A2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904FD-6DB5-3A91-7344-9018E46B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5801-D89D-B1BE-FE08-17FFA716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CC51C-6D0E-DC36-FD87-9C48EFA09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6ABF3-4527-80F1-2E84-4DAA141F0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9AC6D-6A47-42A2-CB30-093CC5F4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EF1FA-115E-A104-34B1-8647E1C7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CCD6F-2CDB-904F-8DF4-B1BACCA5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39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57E9-5D3B-46C0-7642-878978D8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E13A4-D29A-97A8-1E4E-A4822A92D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A1DA-7A1E-5E13-3D6D-4A79003F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38928-9746-7B19-5A86-F42B4BE8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B9569-249F-BE91-5F9B-756DDD3A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0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8E826-A333-E4BF-FE11-CF3EB1E374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B8298-623A-66F2-74C8-0B1ABD6B9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3F9CC-9C0D-C8D5-B6FD-99A0C53A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E5D45-6863-E80F-DB7A-A155D7FB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57F3-E110-EB8B-1872-68F272E8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8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B93C6-A09E-C8D6-27F9-DC704C6E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063F6-1D1B-8779-432F-139D41F1E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78F6-E189-D428-9DC3-5F81A5A86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C5EC4-00C2-41CD-8C33-AABBCC31210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646F1-2021-7A0F-AAE3-EF98D8B02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68CFC-AAAD-379D-DC32-544B8919D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DAACE-C18B-45E2-B423-018B69D4C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1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4728990-6926-F526-E348-43FFCE483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4" t="35662" r="34029" b="35859"/>
          <a:stretch>
            <a:fillRect/>
          </a:stretch>
        </p:blipFill>
        <p:spPr>
          <a:xfrm rot="16200000">
            <a:off x="1979930" y="2014402"/>
            <a:ext cx="3816888" cy="2560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77A678-F3CD-3A46-869C-FF71D3928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00" t="39658" r="40338" b="41197"/>
          <a:stretch>
            <a:fillRect/>
          </a:stretch>
        </p:blipFill>
        <p:spPr>
          <a:xfrm>
            <a:off x="7155839" y="3173858"/>
            <a:ext cx="2231410" cy="172119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660E1B-3541-BA3D-3AF0-69D3F24CAE7B}"/>
              </a:ext>
            </a:extLst>
          </p:cNvPr>
          <p:cNvCxnSpPr>
            <a:cxnSpLocks/>
          </p:cNvCxnSpPr>
          <p:nvPr/>
        </p:nvCxnSpPr>
        <p:spPr>
          <a:xfrm flipV="1">
            <a:off x="9445561" y="3221718"/>
            <a:ext cx="0" cy="160972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4BFBED6-424D-ECB7-2B60-BB6570AAD9F6}"/>
              </a:ext>
            </a:extLst>
          </p:cNvPr>
          <p:cNvSpPr>
            <a:spLocks/>
          </p:cNvSpPr>
          <p:nvPr/>
        </p:nvSpPr>
        <p:spPr>
          <a:xfrm>
            <a:off x="2608215" y="5203004"/>
            <a:ext cx="2492844" cy="736055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Primary Side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CD2B92-CEB1-369E-79AC-11AEF4D56435}"/>
              </a:ext>
            </a:extLst>
          </p:cNvPr>
          <p:cNvSpPr>
            <a:spLocks/>
          </p:cNvSpPr>
          <p:nvPr/>
        </p:nvSpPr>
        <p:spPr>
          <a:xfrm>
            <a:off x="7025121" y="5188021"/>
            <a:ext cx="2492845" cy="736055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Secondary Side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F514A3-5DAB-FD20-0AB8-C56243A9D694}"/>
              </a:ext>
            </a:extLst>
          </p:cNvPr>
          <p:cNvSpPr>
            <a:spLocks/>
          </p:cNvSpPr>
          <p:nvPr/>
        </p:nvSpPr>
        <p:spPr>
          <a:xfrm rot="5400000">
            <a:off x="8836508" y="3802311"/>
            <a:ext cx="1708802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43.00 mm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8835B1-8C9A-1E9A-F6E6-A946EFEE8617}"/>
              </a:ext>
            </a:extLst>
          </p:cNvPr>
          <p:cNvCxnSpPr>
            <a:cxnSpLocks/>
          </p:cNvCxnSpPr>
          <p:nvPr/>
        </p:nvCxnSpPr>
        <p:spPr>
          <a:xfrm flipH="1" flipV="1">
            <a:off x="7183368" y="3124880"/>
            <a:ext cx="2145165" cy="1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CAD780-C89D-DEB4-C786-F8501DBFC4C0}"/>
              </a:ext>
            </a:extLst>
          </p:cNvPr>
          <p:cNvSpPr>
            <a:spLocks/>
          </p:cNvSpPr>
          <p:nvPr/>
        </p:nvSpPr>
        <p:spPr>
          <a:xfrm>
            <a:off x="7417142" y="2651507"/>
            <a:ext cx="1708802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58.00 mm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0FC9B05-CB3E-9419-40AF-9E7F7948286C}"/>
              </a:ext>
            </a:extLst>
          </p:cNvPr>
          <p:cNvCxnSpPr>
            <a:cxnSpLocks/>
          </p:cNvCxnSpPr>
          <p:nvPr/>
        </p:nvCxnSpPr>
        <p:spPr>
          <a:xfrm flipH="1">
            <a:off x="2662464" y="1303700"/>
            <a:ext cx="2438595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B8AE03E-2B3E-FBE2-E3A8-DD1D55849112}"/>
              </a:ext>
            </a:extLst>
          </p:cNvPr>
          <p:cNvSpPr>
            <a:spLocks/>
          </p:cNvSpPr>
          <p:nvPr/>
        </p:nvSpPr>
        <p:spPr>
          <a:xfrm>
            <a:off x="2966591" y="829594"/>
            <a:ext cx="1708802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57.50 mm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C98476-0384-794D-1180-74EDDD26D187}"/>
              </a:ext>
            </a:extLst>
          </p:cNvPr>
          <p:cNvCxnSpPr>
            <a:cxnSpLocks/>
          </p:cNvCxnSpPr>
          <p:nvPr/>
        </p:nvCxnSpPr>
        <p:spPr>
          <a:xfrm>
            <a:off x="2446759" y="1418417"/>
            <a:ext cx="0" cy="3769604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B826D91-81EE-A758-E603-ADC49DF3FE3E}"/>
              </a:ext>
            </a:extLst>
          </p:cNvPr>
          <p:cNvSpPr>
            <a:spLocks/>
          </p:cNvSpPr>
          <p:nvPr/>
        </p:nvSpPr>
        <p:spPr>
          <a:xfrm rot="5400000">
            <a:off x="1355788" y="3166601"/>
            <a:ext cx="1708802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87.75 mm</a:t>
            </a:r>
            <a:endParaRPr kumimoji="0" lang="en-PH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D41B60-C6B7-2947-E1BB-653E9A66D21F}"/>
              </a:ext>
            </a:extLst>
          </p:cNvPr>
          <p:cNvSpPr>
            <a:spLocks/>
          </p:cNvSpPr>
          <p:nvPr/>
        </p:nvSpPr>
        <p:spPr>
          <a:xfrm>
            <a:off x="4920797" y="2512865"/>
            <a:ext cx="2492845" cy="736055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Tr. Terminals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8FFE6C-2A3F-0ABD-F5A7-10F63F8B3917}"/>
              </a:ext>
            </a:extLst>
          </p:cNvPr>
          <p:cNvCxnSpPr>
            <a:cxnSpLocks/>
          </p:cNvCxnSpPr>
          <p:nvPr/>
        </p:nvCxnSpPr>
        <p:spPr>
          <a:xfrm flipV="1">
            <a:off x="5016260" y="3221718"/>
            <a:ext cx="564646" cy="6652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86E9539-8531-CCA2-6FE4-94DA5C9C71ED}"/>
              </a:ext>
            </a:extLst>
          </p:cNvPr>
          <p:cNvCxnSpPr>
            <a:cxnSpLocks/>
          </p:cNvCxnSpPr>
          <p:nvPr/>
        </p:nvCxnSpPr>
        <p:spPr>
          <a:xfrm flipH="1" flipV="1">
            <a:off x="6730790" y="3248920"/>
            <a:ext cx="493981" cy="490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D3560B7-F14E-AB26-E625-CCB1B95752A7}"/>
              </a:ext>
            </a:extLst>
          </p:cNvPr>
          <p:cNvSpPr/>
          <p:nvPr/>
        </p:nvSpPr>
        <p:spPr>
          <a:xfrm>
            <a:off x="3277961" y="2324100"/>
            <a:ext cx="1397432" cy="92482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ffectLst>
            <a:glow rad="381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1B4D29-EB2E-3DAA-FAAC-F5621CDA1447}"/>
              </a:ext>
            </a:extLst>
          </p:cNvPr>
          <p:cNvCxnSpPr>
            <a:cxnSpLocks/>
          </p:cNvCxnSpPr>
          <p:nvPr/>
        </p:nvCxnSpPr>
        <p:spPr>
          <a:xfrm flipV="1">
            <a:off x="4514850" y="1912065"/>
            <a:ext cx="896711" cy="4958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0140F4-A9DD-92AA-6330-745D3BC174FE}"/>
              </a:ext>
            </a:extLst>
          </p:cNvPr>
          <p:cNvSpPr>
            <a:spLocks/>
          </p:cNvSpPr>
          <p:nvPr/>
        </p:nvSpPr>
        <p:spPr>
          <a:xfrm>
            <a:off x="5298583" y="1544037"/>
            <a:ext cx="2492845" cy="736055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Gate Drive Stage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39E7E0-0047-A44A-5B91-6665B3FCABCF}"/>
              </a:ext>
            </a:extLst>
          </p:cNvPr>
          <p:cNvSpPr/>
          <p:nvPr/>
        </p:nvSpPr>
        <p:spPr>
          <a:xfrm>
            <a:off x="3398610" y="3328747"/>
            <a:ext cx="1456193" cy="132897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  <a:effectLst>
            <a:glow rad="381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0F7869-16F6-03A5-E48D-B3CE70EBB073}"/>
              </a:ext>
            </a:extLst>
          </p:cNvPr>
          <p:cNvCxnSpPr>
            <a:cxnSpLocks/>
          </p:cNvCxnSpPr>
          <p:nvPr/>
        </p:nvCxnSpPr>
        <p:spPr>
          <a:xfrm flipV="1">
            <a:off x="4743450" y="4450080"/>
            <a:ext cx="837456" cy="1257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EC4A768-C8FD-E849-4C60-72D47912376E}"/>
              </a:ext>
            </a:extLst>
          </p:cNvPr>
          <p:cNvSpPr>
            <a:spLocks/>
          </p:cNvSpPr>
          <p:nvPr/>
        </p:nvSpPr>
        <p:spPr>
          <a:xfrm>
            <a:off x="4861803" y="3886940"/>
            <a:ext cx="2492845" cy="736055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RCD Snubbers</a:t>
            </a:r>
          </a:p>
        </p:txBody>
      </p:sp>
    </p:spTree>
    <p:extLst>
      <p:ext uri="{BB962C8B-B14F-4D97-AF65-F5344CB8AC3E}">
        <p14:creationId xmlns:p14="http://schemas.microsoft.com/office/powerpoint/2010/main" val="4047283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8F90-01F7-C938-B277-D144896C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53166-24D0-945D-9EA6-FF8061604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88" t="44707" r="37840" b="35665"/>
          <a:stretch>
            <a:fillRect/>
          </a:stretch>
        </p:blipFill>
        <p:spPr>
          <a:xfrm>
            <a:off x="4651991" y="2451632"/>
            <a:ext cx="2888016" cy="195473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A3CF54-7089-897D-7614-1C9093320E64}"/>
              </a:ext>
            </a:extLst>
          </p:cNvPr>
          <p:cNvCxnSpPr>
            <a:cxnSpLocks/>
          </p:cNvCxnSpPr>
          <p:nvPr/>
        </p:nvCxnSpPr>
        <p:spPr>
          <a:xfrm>
            <a:off x="5769684" y="3428999"/>
            <a:ext cx="0" cy="11681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CF8CD9-7626-40DB-98D4-5B953E264746}"/>
              </a:ext>
            </a:extLst>
          </p:cNvPr>
          <p:cNvCxnSpPr>
            <a:cxnSpLocks/>
          </p:cNvCxnSpPr>
          <p:nvPr/>
        </p:nvCxnSpPr>
        <p:spPr>
          <a:xfrm flipH="1">
            <a:off x="4747456" y="2242683"/>
            <a:ext cx="2805710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DF38C6-13DD-9F31-25B2-40B807B8333E}"/>
              </a:ext>
            </a:extLst>
          </p:cNvPr>
          <p:cNvSpPr>
            <a:spLocks/>
          </p:cNvSpPr>
          <p:nvPr/>
        </p:nvSpPr>
        <p:spPr>
          <a:xfrm>
            <a:off x="5534403" y="4472065"/>
            <a:ext cx="533599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PH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56</a:t>
            </a:r>
            <a:endParaRPr kumimoji="0" lang="en-PH" sz="200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7B1AE3-75E9-49C4-607A-CAE0182D863B}"/>
              </a:ext>
            </a:extLst>
          </p:cNvPr>
          <p:cNvCxnSpPr>
            <a:cxnSpLocks/>
          </p:cNvCxnSpPr>
          <p:nvPr/>
        </p:nvCxnSpPr>
        <p:spPr>
          <a:xfrm>
            <a:off x="7295832" y="3909404"/>
            <a:ext cx="4794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9AF1165-A5E6-3A79-CE9B-5E17D864B8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75288" y="3671057"/>
                <a:ext cx="755001" cy="476694"/>
              </a:xfrm>
              <a:prstGeom prst="roundRect">
                <a:avLst>
                  <a:gd name="adj" fmla="val 0"/>
                </a:avLst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PH" sz="2000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en-PH" sz="2000" i="1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N</a:t>
                </a:r>
                <a:r>
                  <a:rPr lang="en-PH" sz="2000" kern="0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34</a:t>
                </a:r>
                <a:endParaRPr kumimoji="0" lang="en-PH" sz="200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9AF1165-A5E6-3A79-CE9B-5E17D864B8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288" y="3671057"/>
                <a:ext cx="755001" cy="476694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 b="-20513"/>
                </a:stretch>
              </a:blip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774E48-1CAE-072C-5F6F-7F1211989475}"/>
              </a:ext>
            </a:extLst>
          </p:cNvPr>
          <p:cNvCxnSpPr>
            <a:cxnSpLocks/>
          </p:cNvCxnSpPr>
          <p:nvPr/>
        </p:nvCxnSpPr>
        <p:spPr>
          <a:xfrm>
            <a:off x="6415135" y="3860180"/>
            <a:ext cx="0" cy="736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B03700B-C5F8-A9C1-B88D-27B92105EB78}"/>
              </a:ext>
            </a:extLst>
          </p:cNvPr>
          <p:cNvSpPr>
            <a:spLocks/>
          </p:cNvSpPr>
          <p:nvPr/>
        </p:nvSpPr>
        <p:spPr>
          <a:xfrm>
            <a:off x="6254468" y="4472065"/>
            <a:ext cx="533599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2000" i="1" kern="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r>
              <a:rPr lang="en-PH" sz="2000" kern="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78</a:t>
            </a:r>
            <a:endParaRPr kumimoji="0" lang="en-PH" sz="200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362DD94-C95A-587C-490E-D6D008FC3D33}"/>
              </a:ext>
            </a:extLst>
          </p:cNvPr>
          <p:cNvCxnSpPr>
            <a:cxnSpLocks/>
          </p:cNvCxnSpPr>
          <p:nvPr/>
        </p:nvCxnSpPr>
        <p:spPr>
          <a:xfrm>
            <a:off x="7331044" y="3301313"/>
            <a:ext cx="4442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6FA90A9-C5BD-9FC8-AD3C-987648AE54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75287" y="3009492"/>
                <a:ext cx="755001" cy="476694"/>
              </a:xfrm>
              <a:prstGeom prst="roundRect">
                <a:avLst>
                  <a:gd name="adj" fmla="val 0"/>
                </a:avLst>
              </a:prstGeom>
              <a:no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0" kern="0" smtClean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Malgun Gothic" panose="020B0503020000020004" pitchFamily="34" charset="-127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PH" sz="2000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:r>
                  <a:rPr lang="en-PH" sz="2000" i="1" kern="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N</a:t>
                </a:r>
                <a:r>
                  <a:rPr lang="en-PH" sz="2000" kern="0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12</a:t>
                </a:r>
                <a:endParaRPr kumimoji="0" lang="en-PH" sz="200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C6FA90A9-C5BD-9FC8-AD3C-987648AE5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287" y="3009492"/>
                <a:ext cx="755001" cy="476694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b="-19231"/>
                </a:stretch>
              </a:blip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C38B960-785F-4E44-564C-72E528160129}"/>
              </a:ext>
            </a:extLst>
          </p:cNvPr>
          <p:cNvCxnSpPr>
            <a:cxnSpLocks/>
          </p:cNvCxnSpPr>
          <p:nvPr/>
        </p:nvCxnSpPr>
        <p:spPr>
          <a:xfrm flipV="1">
            <a:off x="4388339" y="2451632"/>
            <a:ext cx="0" cy="1960715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136AC51-53DD-311E-D9B6-53F04807A875}"/>
              </a:ext>
            </a:extLst>
          </p:cNvPr>
          <p:cNvSpPr>
            <a:spLocks/>
          </p:cNvSpPr>
          <p:nvPr/>
        </p:nvSpPr>
        <p:spPr>
          <a:xfrm>
            <a:off x="4747456" y="1790066"/>
            <a:ext cx="2805710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58.80 mm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CFBA62C-0DE7-E4CB-22FA-5D03B975BC08}"/>
              </a:ext>
            </a:extLst>
          </p:cNvPr>
          <p:cNvSpPr>
            <a:spLocks/>
          </p:cNvSpPr>
          <p:nvPr/>
        </p:nvSpPr>
        <p:spPr>
          <a:xfrm rot="5400000">
            <a:off x="2747137" y="3194363"/>
            <a:ext cx="2805710" cy="476694"/>
          </a:xfrm>
          <a:prstGeom prst="roundRect">
            <a:avLst>
              <a:gd name="adj" fmla="val 0"/>
            </a:avLst>
          </a:prstGeom>
          <a:noFill/>
          <a:ln w="571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39.70 mm</a:t>
            </a:r>
          </a:p>
        </p:txBody>
      </p:sp>
    </p:spTree>
    <p:extLst>
      <p:ext uri="{BB962C8B-B14F-4D97-AF65-F5344CB8AC3E}">
        <p14:creationId xmlns:p14="http://schemas.microsoft.com/office/powerpoint/2010/main" val="349904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5F78F-9014-ADBC-09D8-B5A527BC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4E986DF-186A-B4AD-A53A-C8843FFC6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782" t="33587" r="50711" b="29121"/>
          <a:stretch>
            <a:fillRect/>
          </a:stretch>
        </p:blipFill>
        <p:spPr>
          <a:xfrm>
            <a:off x="1611312" y="683148"/>
            <a:ext cx="3758614" cy="311959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DC592C3-3254-9981-1A66-EA5E5E67FC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9740" t="33843" r="28670" b="48469"/>
          <a:stretch>
            <a:fillRect/>
          </a:stretch>
        </p:blipFill>
        <p:spPr>
          <a:xfrm>
            <a:off x="7733496" y="1265927"/>
            <a:ext cx="1633223" cy="191423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1D590D7-99CD-8533-3A7B-94DA573CD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443" t="53838" r="34243" b="28812"/>
          <a:stretch>
            <a:fillRect/>
          </a:stretch>
        </p:blipFill>
        <p:spPr>
          <a:xfrm>
            <a:off x="6282811" y="1284198"/>
            <a:ext cx="1171534" cy="187769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E18C50A-6D4B-D84F-81EB-E3B734B4D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5741" t="54503" r="25976" b="29074"/>
          <a:stretch>
            <a:fillRect/>
          </a:stretch>
        </p:blipFill>
        <p:spPr>
          <a:xfrm>
            <a:off x="9645870" y="1334379"/>
            <a:ext cx="1167274" cy="177733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8F0A1B3-AB6D-83B0-F873-4059CC22F808}"/>
              </a:ext>
            </a:extLst>
          </p:cNvPr>
          <p:cNvGrpSpPr/>
          <p:nvPr/>
        </p:nvGrpSpPr>
        <p:grpSpPr>
          <a:xfrm>
            <a:off x="1681895" y="5167084"/>
            <a:ext cx="9201832" cy="3119593"/>
            <a:chOff x="101825" y="1043213"/>
            <a:chExt cx="12164145" cy="4123872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6835FAC-05D6-2304-23D6-CC5B78CA2E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4782" t="33587" r="50711" b="29121"/>
            <a:stretch>
              <a:fillRect/>
            </a:stretch>
          </p:blipFill>
          <p:spPr>
            <a:xfrm>
              <a:off x="101825" y="1043213"/>
              <a:ext cx="4968611" cy="4123872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2178A160-5D94-B8D6-AADB-B504D802CF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59740" t="33843" r="28670" b="48469"/>
            <a:stretch>
              <a:fillRect/>
            </a:stretch>
          </p:blipFill>
          <p:spPr>
            <a:xfrm>
              <a:off x="8194902" y="1813604"/>
              <a:ext cx="2159001" cy="2530476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FFA6CF3-398A-9C80-712B-3669145D7B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57443" t="53838" r="34243" b="28812"/>
            <a:stretch>
              <a:fillRect/>
            </a:stretch>
          </p:blipFill>
          <p:spPr>
            <a:xfrm>
              <a:off x="6277203" y="1837757"/>
              <a:ext cx="1548682" cy="2482171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2E20F0A-5A05-4F32-3CB6-7DA9B4BC42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65741" t="54503" r="25976" b="29074"/>
            <a:stretch>
              <a:fillRect/>
            </a:stretch>
          </p:blipFill>
          <p:spPr>
            <a:xfrm>
              <a:off x="10722920" y="1904092"/>
              <a:ext cx="1543050" cy="2349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193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2605</TotalTime>
  <Words>30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3</cp:revision>
  <dcterms:created xsi:type="dcterms:W3CDTF">2026-08-06T05:16:55Z</dcterms:created>
  <dcterms:modified xsi:type="dcterms:W3CDTF">2026-08-11T02:29:57Z</dcterms:modified>
</cp:coreProperties>
</file>