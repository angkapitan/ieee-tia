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9933"/>
    <a:srgbClr val="00B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94" d="100"/>
          <a:sy n="94" d="100"/>
        </p:scale>
        <p:origin x="-290" y="-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QUE Karl Raymond Dela Cruz" userId="3ef34158-41fc-4e4b-94a6-f7088aac19cc" providerId="ADAL" clId="{4C8DCC2A-8B1B-4414-B405-6FC26C0D17AC}"/>
    <pc:docChg chg="undo custSel modSld">
      <pc:chgData name="ROQUE Karl Raymond Dela Cruz" userId="3ef34158-41fc-4e4b-94a6-f7088aac19cc" providerId="ADAL" clId="{4C8DCC2A-8B1B-4414-B405-6FC26C0D17AC}" dt="2026-02-28T14:00:55.453" v="62" actId="1035"/>
      <pc:docMkLst>
        <pc:docMk/>
      </pc:docMkLst>
      <pc:sldChg chg="modSp mod">
        <pc:chgData name="ROQUE Karl Raymond Dela Cruz" userId="3ef34158-41fc-4e4b-94a6-f7088aac19cc" providerId="ADAL" clId="{4C8DCC2A-8B1B-4414-B405-6FC26C0D17AC}" dt="2026-02-28T14:00:55.453" v="62" actId="1035"/>
        <pc:sldMkLst>
          <pc:docMk/>
          <pc:sldMk cId="883551506" sldId="257"/>
        </pc:sldMkLst>
        <pc:spChg chg="mod">
          <ac:chgData name="ROQUE Karl Raymond Dela Cruz" userId="3ef34158-41fc-4e4b-94a6-f7088aac19cc" providerId="ADAL" clId="{4C8DCC2A-8B1B-4414-B405-6FC26C0D17AC}" dt="2026-02-28T14:00:49.584" v="45" actId="1036"/>
          <ac:spMkLst>
            <pc:docMk/>
            <pc:sldMk cId="883551506" sldId="257"/>
            <ac:spMk id="10" creationId="{D03C3C90-F79D-854B-7CD8-C8FA37D02B9C}"/>
          </ac:spMkLst>
        </pc:spChg>
        <pc:picChg chg="mod">
          <ac:chgData name="ROQUE Karl Raymond Dela Cruz" userId="3ef34158-41fc-4e4b-94a6-f7088aac19cc" providerId="ADAL" clId="{4C8DCC2A-8B1B-4414-B405-6FC26C0D17AC}" dt="2026-02-28T14:00:46.781" v="27" actId="1037"/>
          <ac:picMkLst>
            <pc:docMk/>
            <pc:sldMk cId="883551506" sldId="257"/>
            <ac:picMk id="35" creationId="{406CA8FC-72C5-5D0E-7272-5D07EE2E5278}"/>
          </ac:picMkLst>
        </pc:picChg>
        <pc:picChg chg="mod">
          <ac:chgData name="ROQUE Karl Raymond Dela Cruz" userId="3ef34158-41fc-4e4b-94a6-f7088aac19cc" providerId="ADAL" clId="{4C8DCC2A-8B1B-4414-B405-6FC26C0D17AC}" dt="2026-02-28T14:00:38.305" v="5" actId="1038"/>
          <ac:picMkLst>
            <pc:docMk/>
            <pc:sldMk cId="883551506" sldId="257"/>
            <ac:picMk id="37" creationId="{B2D9D69C-E3C9-CA20-E406-F809CD728FDE}"/>
          </ac:picMkLst>
        </pc:picChg>
        <pc:picChg chg="mod">
          <ac:chgData name="ROQUE Karl Raymond Dela Cruz" userId="3ef34158-41fc-4e4b-94a6-f7088aac19cc" providerId="ADAL" clId="{4C8DCC2A-8B1B-4414-B405-6FC26C0D17AC}" dt="2026-02-28T14:00:55.453" v="62" actId="1035"/>
          <ac:picMkLst>
            <pc:docMk/>
            <pc:sldMk cId="883551506" sldId="257"/>
            <ac:picMk id="41" creationId="{A7C42125-FA7E-9FD9-3F32-FF8DDA07FC6D}"/>
          </ac:picMkLst>
        </pc:picChg>
        <pc:picChg chg="mod">
          <ac:chgData name="ROQUE Karl Raymond Dela Cruz" userId="3ef34158-41fc-4e4b-94a6-f7088aac19cc" providerId="ADAL" clId="{4C8DCC2A-8B1B-4414-B405-6FC26C0D17AC}" dt="2026-02-28T14:00:43.563" v="15" actId="1036"/>
          <ac:picMkLst>
            <pc:docMk/>
            <pc:sldMk cId="883551506" sldId="257"/>
            <ac:picMk id="43" creationId="{17289C81-17C2-44D0-081D-001DD5A10FA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381A7-2008-59A6-42E3-4859DF203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560AC-3831-1BAD-1B76-6D7C3F34E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D3E61-FDE2-2DBE-5273-A084227DE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14F63-B778-CE10-6573-134A41983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5F4CD-48F1-4DAC-964C-D8230614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5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0DAEE-1465-C602-62C3-EC3A9478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AF255-393E-8F30-F0E8-BABB62BC8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43E2A-E7C5-EAA3-327D-5F8910CC9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8C284-C936-F0CA-504D-93662A34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D5F81-2A39-A22F-E338-FA56EECF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84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3429-FBCD-4556-1970-F86385392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8A355-C017-6CA1-941B-5730DB420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7349B0-4BCB-0DDF-57AC-64CF18422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80EE5-1986-0D04-CF55-6A9F5AF64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2403A-4E90-BEB5-F767-2529767D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0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AD048-4690-AF28-2F9D-3EDEF1975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BEA8F-F187-F73F-1B8E-D4ACC71BA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97446-ED3C-3052-1EF6-156A6FCB7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DEE91-4CD0-A4A7-3A1F-D36600635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87E94D-E0D8-7833-0EB6-24AEA790F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CD47E-D655-9B17-A63F-7D1512B9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3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398F-6D90-A4CB-F0D0-99A15DB08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36DBC-F40A-CB71-D6BA-54E88875C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822A0-7B2B-124B-A6E0-3CE0E7B04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6EAB8C-E929-FB2C-7FE3-DD1915990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B7EB52-2CF6-ED8F-79CA-735D97663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D83B9B-EAF9-28BE-C617-A489C1125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D6E18F-C72B-726F-A9A4-CC565E7E1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F59626-5C6E-F12A-8367-B64C054F2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7A71B-3C1D-B1FC-D66A-8376B828F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8F716D-FB98-DACF-1804-3015E17ED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09B51-3597-3795-B8EC-5794C4456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05BF8-0B3D-39D8-4DCF-3FE986B8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13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56E360-6683-928C-2680-FAB5025A1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8B0482-E802-E26F-9498-6A2D0AEF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85687-FE70-E61D-9A0D-A47D2CFFC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7FEE-9A23-6FFF-DE61-58676B150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4F131-C6EC-A730-805A-82780520E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F8F95-40FB-B0BF-46FA-39180B6E3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4DD01A-58B4-7F87-5ABE-678AE749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81D47-7262-B981-E8B4-31483A353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D9F328-CBE6-C815-7267-7B19D2A6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81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FCEE-AA86-3421-64C2-05266114F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4C6FCE-76DC-CEC9-C0AA-A1F4B3744A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E91AD6-05E8-8478-E82F-870CCDDFB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AC7F4-9BDB-9628-79CB-91A6D99DD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E052F-55E9-CD52-F76F-69181685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25085-42F6-A29B-AB7C-A85A5B9D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5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E480-F420-DDDB-401A-D2F7D49CE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E613F-5B6B-0B2C-B97F-D24F16C0B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E7F50-DEB4-D8F5-797E-5B51FB0FB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8D402-5219-D219-0EFA-30EB2463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DAC31-A107-B447-6EAD-0EF478822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30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FF8F6A-1C53-E988-E5F7-DAFA42BA6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A4E92E-0569-6983-F710-A58BB596E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3686C-3DDC-C5C1-0DB4-D9626673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FD033-9734-4099-AB24-E002C0C94B9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1A38C-3EDD-E56F-EC75-BAE5AEB90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937C5-3E0C-6F61-E001-C093820C8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97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940175-5452-7F50-4DDE-725CE472F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BFEC2-7A2D-E184-9F9E-D2011B9BC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DBE1F-D31C-8671-AB6E-3DB4E01A0D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FD033-9734-4099-AB24-E002C0C94B9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67BAB-0677-608C-D8C2-E28E36D35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A7539-BB2C-4F7F-8319-0D7175E99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C7FE10-01CE-449E-81A6-B8DC8E7A94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12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tiff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B3DE519-1AA5-28FB-C8BC-807C1BA099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5" t="16366" r="20147" b="9260"/>
          <a:stretch>
            <a:fillRect/>
          </a:stretch>
        </p:blipFill>
        <p:spPr>
          <a:xfrm>
            <a:off x="7326776" y="1122363"/>
            <a:ext cx="5712106" cy="51006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BEB24A-4CDA-36AE-DB6D-D981C5BBD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80" t="20153" r="20368" b="6736"/>
          <a:stretch>
            <a:fillRect/>
          </a:stretch>
        </p:blipFill>
        <p:spPr>
          <a:xfrm>
            <a:off x="202064" y="1239296"/>
            <a:ext cx="5648958" cy="501396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B85F8-AF3B-826F-8283-612E7CD5AD77}"/>
              </a:ext>
            </a:extLst>
          </p:cNvPr>
          <p:cNvCxnSpPr>
            <a:cxnSpLocks/>
          </p:cNvCxnSpPr>
          <p:nvPr/>
        </p:nvCxnSpPr>
        <p:spPr>
          <a:xfrm>
            <a:off x="525780" y="2099310"/>
            <a:ext cx="0" cy="1410653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1500A3-1462-6105-421B-E15682FC559B}"/>
              </a:ext>
            </a:extLst>
          </p:cNvPr>
          <p:cNvCxnSpPr>
            <a:cxnSpLocks/>
          </p:cNvCxnSpPr>
          <p:nvPr/>
        </p:nvCxnSpPr>
        <p:spPr>
          <a:xfrm>
            <a:off x="525780" y="2109470"/>
            <a:ext cx="1969770" cy="27234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937F74A-5730-2DBA-DDF0-AA99A958AF3A}"/>
              </a:ext>
            </a:extLst>
          </p:cNvPr>
          <p:cNvCxnSpPr>
            <a:cxnSpLocks/>
          </p:cNvCxnSpPr>
          <p:nvPr/>
        </p:nvCxnSpPr>
        <p:spPr>
          <a:xfrm>
            <a:off x="4568190" y="2667862"/>
            <a:ext cx="0" cy="1366928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6E3984D-3FE6-4CF2-FD78-5951FA2D36F1}"/>
              </a:ext>
            </a:extLst>
          </p:cNvPr>
          <p:cNvCxnSpPr>
            <a:cxnSpLocks/>
          </p:cNvCxnSpPr>
          <p:nvPr/>
        </p:nvCxnSpPr>
        <p:spPr>
          <a:xfrm>
            <a:off x="2495550" y="2433320"/>
            <a:ext cx="0" cy="1123317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7DE453F-6697-A3F7-9D77-9FA530F335FF}"/>
              </a:ext>
            </a:extLst>
          </p:cNvPr>
          <p:cNvCxnSpPr>
            <a:cxnSpLocks/>
          </p:cNvCxnSpPr>
          <p:nvPr/>
        </p:nvCxnSpPr>
        <p:spPr>
          <a:xfrm flipH="1" flipV="1">
            <a:off x="2499361" y="2381818"/>
            <a:ext cx="2078409" cy="286044"/>
          </a:xfrm>
          <a:prstGeom prst="line">
            <a:avLst/>
          </a:prstGeom>
          <a:ln w="38100">
            <a:solidFill>
              <a:srgbClr val="FF0000"/>
            </a:solidFill>
            <a:headEnd type="non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9E9BA2A-BCED-A466-32C3-2DA2DEBD74EF}"/>
              </a:ext>
            </a:extLst>
          </p:cNvPr>
          <p:cNvGrpSpPr/>
          <p:nvPr/>
        </p:nvGrpSpPr>
        <p:grpSpPr>
          <a:xfrm rot="10800000">
            <a:off x="516634" y="3929890"/>
            <a:ext cx="4023795" cy="1935480"/>
            <a:chOff x="678180" y="2251710"/>
            <a:chExt cx="4051991" cy="1935480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4C800BA7-3748-D01A-94C0-06E6013A9A0D}"/>
                </a:ext>
              </a:extLst>
            </p:cNvPr>
            <p:cNvCxnSpPr>
              <a:cxnSpLocks/>
            </p:cNvCxnSpPr>
            <p:nvPr/>
          </p:nvCxnSpPr>
          <p:spPr>
            <a:xfrm>
              <a:off x="678180" y="2251710"/>
              <a:ext cx="0" cy="1410653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BDC4847-1EB6-1E41-9C07-DDFAEC975E2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2041069" cy="28229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FF69217-98D5-76EC-6E77-57BADD9A3E00}"/>
                </a:ext>
              </a:extLst>
            </p:cNvPr>
            <p:cNvCxnSpPr>
              <a:cxnSpLocks/>
            </p:cNvCxnSpPr>
            <p:nvPr/>
          </p:nvCxnSpPr>
          <p:spPr>
            <a:xfrm>
              <a:off x="4720590" y="2820262"/>
              <a:ext cx="0" cy="1366928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478462B1-81F0-14F3-16FD-B2B3186B29F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44536" y="2585720"/>
              <a:ext cx="0" cy="1167640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B7E9228-0C51-8B3E-B128-ECB64173147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Graphic 77">
            <a:extLst>
              <a:ext uri="{FF2B5EF4-FFF2-40B4-BE49-F238E27FC236}">
                <a16:creationId xmlns:a16="http://schemas.microsoft.com/office/drawing/2014/main" id="{9D72AECC-E9D8-56ED-BB48-CAB239BD7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9365" y="3627628"/>
            <a:ext cx="695325" cy="36195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5A1BFBB4-B29D-8C48-3389-D1CB44F62A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543973" y="3400871"/>
            <a:ext cx="704850" cy="361950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7CD74D68-6A9E-BCC8-6E84-21DB3B6397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51470" y="2015105"/>
            <a:ext cx="476250" cy="733425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ED506339-5F00-3F5F-85C9-F3DEF7C1CE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9539" y="6043545"/>
            <a:ext cx="2781300" cy="742950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C3FC5E5D-3755-6B1A-3D4A-7B1D781AFE5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64758" y="1855272"/>
            <a:ext cx="457200" cy="733425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B694EC83-AD8C-B4D3-00F8-EE78DD699F6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61814" y="6043545"/>
            <a:ext cx="2800350" cy="742950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34F14BCD-912E-C38C-305E-F37EF64F54F3}"/>
              </a:ext>
            </a:extLst>
          </p:cNvPr>
          <p:cNvGrpSpPr/>
          <p:nvPr/>
        </p:nvGrpSpPr>
        <p:grpSpPr>
          <a:xfrm rot="10800000">
            <a:off x="7666643" y="4093463"/>
            <a:ext cx="4027394" cy="1730099"/>
            <a:chOff x="678180" y="2251709"/>
            <a:chExt cx="4051991" cy="1730099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C4B35628-13DD-901B-E88C-0856E03B0D1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48D50E8-E7FE-13AA-7E44-695919716093}"/>
                </a:ext>
              </a:extLst>
            </p:cNvPr>
            <p:cNvCxnSpPr>
              <a:cxnSpLocks/>
            </p:cNvCxnSpPr>
            <p:nvPr/>
          </p:nvCxnSpPr>
          <p:spPr>
            <a:xfrm rot="10800000" flipH="1" flipV="1">
              <a:off x="678180" y="2261870"/>
              <a:ext cx="1988198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326C6351-67D3-9B8B-4534-56E9D9A6D23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0AF72B0D-3046-069C-4EEC-29370312189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14737" y="2571939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D78B1A4-7E5C-049D-F0C2-EB0FFA93E52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80607" y="2551951"/>
              <a:ext cx="1949564" cy="268311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3656AEA-421F-CF65-BF4C-FAFB0F42EA14}"/>
              </a:ext>
            </a:extLst>
          </p:cNvPr>
          <p:cNvGrpSpPr/>
          <p:nvPr/>
        </p:nvGrpSpPr>
        <p:grpSpPr>
          <a:xfrm>
            <a:off x="7676224" y="2016178"/>
            <a:ext cx="4027336" cy="1730099"/>
            <a:chOff x="678179" y="2251709"/>
            <a:chExt cx="4051992" cy="1730099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6A63C11-718A-6276-02BA-B082C8359F4A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78180" y="2251709"/>
              <a:ext cx="0" cy="1210209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EC59783-C9A7-8F2E-9750-B3AF8DE0DC3C}"/>
                </a:ext>
              </a:extLst>
            </p:cNvPr>
            <p:cNvCxnSpPr>
              <a:cxnSpLocks/>
            </p:cNvCxnSpPr>
            <p:nvPr/>
          </p:nvCxnSpPr>
          <p:spPr>
            <a:xfrm>
              <a:off x="678179" y="2261869"/>
              <a:ext cx="2005826" cy="28229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CD63F16-80F4-38B7-2647-74144BE1F36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720590" y="2820262"/>
              <a:ext cx="0" cy="116154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9B9475ED-F9BF-0AF0-19D8-CEB5ACE77395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693700" y="2566670"/>
              <a:ext cx="0" cy="1396088"/>
            </a:xfrm>
            <a:prstGeom prst="line">
              <a:avLst/>
            </a:prstGeom>
            <a:ln w="38100">
              <a:solidFill>
                <a:srgbClr val="FF0000"/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DD27AEC-18D5-06BC-C776-6A9DBF8B46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32363" y="2544161"/>
              <a:ext cx="1997808" cy="276102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6C5DAD5-3490-9775-3CAF-78DE3FF10402}"/>
              </a:ext>
            </a:extLst>
          </p:cNvPr>
          <p:cNvCxnSpPr>
            <a:cxnSpLocks/>
          </p:cNvCxnSpPr>
          <p:nvPr/>
        </p:nvCxnSpPr>
        <p:spPr>
          <a:xfrm>
            <a:off x="2491740" y="3601497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812C1FBE-1456-4FFC-1AFD-7A56B789478A}"/>
              </a:ext>
            </a:extLst>
          </p:cNvPr>
          <p:cNvCxnSpPr>
            <a:cxnSpLocks/>
          </p:cNvCxnSpPr>
          <p:nvPr/>
        </p:nvCxnSpPr>
        <p:spPr>
          <a:xfrm>
            <a:off x="516636" y="3556637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93DA0E4C-83CB-FDE8-8156-02B13F5AA4B7}"/>
              </a:ext>
            </a:extLst>
          </p:cNvPr>
          <p:cNvCxnSpPr>
            <a:cxnSpLocks/>
          </p:cNvCxnSpPr>
          <p:nvPr/>
        </p:nvCxnSpPr>
        <p:spPr>
          <a:xfrm>
            <a:off x="4558466" y="4105720"/>
            <a:ext cx="0" cy="296035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064FD132-EF81-C5C8-AAC6-6B0108776C0D}"/>
              </a:ext>
            </a:extLst>
          </p:cNvPr>
          <p:cNvCxnSpPr>
            <a:cxnSpLocks/>
          </p:cNvCxnSpPr>
          <p:nvPr/>
        </p:nvCxnSpPr>
        <p:spPr>
          <a:xfrm flipH="1">
            <a:off x="1590189" y="4931364"/>
            <a:ext cx="898263" cy="109600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7B23431-4147-9799-BA6D-44287749FFFC}"/>
              </a:ext>
            </a:extLst>
          </p:cNvPr>
          <p:cNvCxnSpPr>
            <a:cxnSpLocks/>
          </p:cNvCxnSpPr>
          <p:nvPr/>
        </p:nvCxnSpPr>
        <p:spPr>
          <a:xfrm>
            <a:off x="11696356" y="3826985"/>
            <a:ext cx="0" cy="668751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EE9A6A5E-5B48-F6A0-1390-8FE0DA4997A6}"/>
              </a:ext>
            </a:extLst>
          </p:cNvPr>
          <p:cNvCxnSpPr>
            <a:cxnSpLocks/>
          </p:cNvCxnSpPr>
          <p:nvPr/>
        </p:nvCxnSpPr>
        <p:spPr>
          <a:xfrm>
            <a:off x="7676804" y="3295334"/>
            <a:ext cx="0" cy="688784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A4A5E9D-944C-8802-176D-31EFAA4F9EDA}"/>
              </a:ext>
            </a:extLst>
          </p:cNvPr>
          <p:cNvCxnSpPr>
            <a:cxnSpLocks/>
          </p:cNvCxnSpPr>
          <p:nvPr/>
        </p:nvCxnSpPr>
        <p:spPr>
          <a:xfrm>
            <a:off x="9669843" y="3727227"/>
            <a:ext cx="0" cy="307563"/>
          </a:xfrm>
          <a:prstGeom prst="line">
            <a:avLst/>
          </a:prstGeom>
          <a:ln w="38100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7" name="Graphic 136">
            <a:extLst>
              <a:ext uri="{FF2B5EF4-FFF2-40B4-BE49-F238E27FC236}">
                <a16:creationId xmlns:a16="http://schemas.microsoft.com/office/drawing/2014/main" id="{3C96B46B-DBE0-6375-7D53-990C0DA866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61814" y="3321605"/>
            <a:ext cx="704850" cy="361950"/>
          </a:xfrm>
          <a:prstGeom prst="rect">
            <a:avLst/>
          </a:prstGeom>
        </p:spPr>
      </p:pic>
      <p:pic>
        <p:nvPicPr>
          <p:cNvPr id="138" name="Graphic 137">
            <a:extLst>
              <a:ext uri="{FF2B5EF4-FFF2-40B4-BE49-F238E27FC236}">
                <a16:creationId xmlns:a16="http://schemas.microsoft.com/office/drawing/2014/main" id="{3E33A614-0A47-E729-87F4-4DE5C45448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4013" y="3132773"/>
            <a:ext cx="695325" cy="361950"/>
          </a:xfrm>
          <a:prstGeom prst="rect">
            <a:avLst/>
          </a:prstGeom>
        </p:spPr>
      </p:pic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75FA4462-41ED-DCDF-13B7-DC7AA9EBF079}"/>
              </a:ext>
            </a:extLst>
          </p:cNvPr>
          <p:cNvCxnSpPr>
            <a:cxnSpLocks/>
          </p:cNvCxnSpPr>
          <p:nvPr/>
        </p:nvCxnSpPr>
        <p:spPr>
          <a:xfrm flipH="1" flipV="1">
            <a:off x="8479971" y="3509963"/>
            <a:ext cx="1119967" cy="38851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3E6ED642-AC0E-4275-44A5-6C2F622B2353}"/>
              </a:ext>
            </a:extLst>
          </p:cNvPr>
          <p:cNvCxnSpPr>
            <a:cxnSpLocks/>
          </p:cNvCxnSpPr>
          <p:nvPr/>
        </p:nvCxnSpPr>
        <p:spPr>
          <a:xfrm flipH="1" flipV="1">
            <a:off x="7466664" y="2295029"/>
            <a:ext cx="2173046" cy="74271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586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BC048-7EC1-C95E-71EB-862A7C2E9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E85454F-42D9-0385-8C4C-ED152DCD7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534" t="4642" r="8570" b="6179"/>
          <a:stretch>
            <a:fillRect/>
          </a:stretch>
        </p:blipFill>
        <p:spPr>
          <a:xfrm>
            <a:off x="3226817" y="1495551"/>
            <a:ext cx="6786880" cy="260096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653A387-9357-F135-1882-8182443BAB63}"/>
              </a:ext>
            </a:extLst>
          </p:cNvPr>
          <p:cNvSpPr/>
          <p:nvPr/>
        </p:nvSpPr>
        <p:spPr>
          <a:xfrm>
            <a:off x="4149344" y="4214368"/>
            <a:ext cx="1804416" cy="231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118A73-778E-FE66-7013-3128145E65F3}"/>
              </a:ext>
            </a:extLst>
          </p:cNvPr>
          <p:cNvSpPr/>
          <p:nvPr/>
        </p:nvSpPr>
        <p:spPr>
          <a:xfrm>
            <a:off x="8056880" y="4214368"/>
            <a:ext cx="1804416" cy="2316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3131378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034EE8-5C3A-1D36-6B50-CA25E4EE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3BA984C-1906-1124-5CEB-052C6CEAC9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88" t="45333" r="45085" b="5185"/>
          <a:stretch>
            <a:fillRect/>
          </a:stretch>
        </p:blipFill>
        <p:spPr>
          <a:xfrm>
            <a:off x="2339937" y="487679"/>
            <a:ext cx="6879349" cy="5666345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2699BC9-925A-2679-FAA2-0A6083FF25BE}"/>
              </a:ext>
            </a:extLst>
          </p:cNvPr>
          <p:cNvSpPr/>
          <p:nvPr/>
        </p:nvSpPr>
        <p:spPr>
          <a:xfrm>
            <a:off x="7421880" y="3254014"/>
            <a:ext cx="1711136" cy="649732"/>
          </a:xfrm>
          <a:custGeom>
            <a:avLst/>
            <a:gdLst>
              <a:gd name="csX0" fmla="*/ 0 w 1652270"/>
              <a:gd name="csY0" fmla="*/ 552450 h 627380"/>
              <a:gd name="csX1" fmla="*/ 932180 w 1652270"/>
              <a:gd name="csY1" fmla="*/ 0 h 627380"/>
              <a:gd name="csX2" fmla="*/ 1652270 w 1652270"/>
              <a:gd name="csY2" fmla="*/ 78740 h 627380"/>
              <a:gd name="csX3" fmla="*/ 723900 w 1652270"/>
              <a:gd name="csY3" fmla="*/ 627380 h 627380"/>
              <a:gd name="csX4" fmla="*/ 0 w 1652270"/>
              <a:gd name="csY4" fmla="*/ 552450 h 627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52270" h="627380">
                <a:moveTo>
                  <a:pt x="0" y="552450"/>
                </a:moveTo>
                <a:lnTo>
                  <a:pt x="932180" y="0"/>
                </a:lnTo>
                <a:lnTo>
                  <a:pt x="1652270" y="78740"/>
                </a:lnTo>
                <a:lnTo>
                  <a:pt x="723900" y="627380"/>
                </a:lnTo>
                <a:lnTo>
                  <a:pt x="0" y="552450"/>
                </a:lnTo>
                <a:close/>
              </a:path>
            </a:pathLst>
          </a:custGeom>
          <a:solidFill>
            <a:srgbClr val="00B6FD"/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03C3C90-F79D-854B-7CD8-C8FA37D02B9C}"/>
              </a:ext>
            </a:extLst>
          </p:cNvPr>
          <p:cNvSpPr/>
          <p:nvPr/>
        </p:nvSpPr>
        <p:spPr>
          <a:xfrm>
            <a:off x="4583049" y="2952751"/>
            <a:ext cx="2441859" cy="729234"/>
          </a:xfrm>
          <a:custGeom>
            <a:avLst/>
            <a:gdLst>
              <a:gd name="csX0" fmla="*/ 0 w 2379345"/>
              <a:gd name="csY0" fmla="*/ 546735 h 710565"/>
              <a:gd name="csX1" fmla="*/ 1461135 w 2379345"/>
              <a:gd name="csY1" fmla="*/ 710565 h 710565"/>
              <a:gd name="csX2" fmla="*/ 2379345 w 2379345"/>
              <a:gd name="csY2" fmla="*/ 160020 h 710565"/>
              <a:gd name="csX3" fmla="*/ 916305 w 2379345"/>
              <a:gd name="csY3" fmla="*/ 0 h 710565"/>
              <a:gd name="csX4" fmla="*/ 0 w 2379345"/>
              <a:gd name="csY4" fmla="*/ 546735 h 7105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79345" h="710565">
                <a:moveTo>
                  <a:pt x="0" y="546735"/>
                </a:moveTo>
                <a:lnTo>
                  <a:pt x="1461135" y="710565"/>
                </a:lnTo>
                <a:lnTo>
                  <a:pt x="2379345" y="160020"/>
                </a:lnTo>
                <a:lnTo>
                  <a:pt x="916305" y="0"/>
                </a:lnTo>
                <a:lnTo>
                  <a:pt x="0" y="546735"/>
                </a:lnTo>
                <a:close/>
              </a:path>
            </a:pathLst>
          </a:custGeom>
          <a:solidFill>
            <a:srgbClr val="FC9933"/>
          </a:solidFill>
          <a:ln w="1905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3F26C2-04ED-BCEC-855E-9B6B29776CBD}"/>
              </a:ext>
            </a:extLst>
          </p:cNvPr>
          <p:cNvCxnSpPr>
            <a:cxnSpLocks/>
          </p:cNvCxnSpPr>
          <p:nvPr/>
        </p:nvCxnSpPr>
        <p:spPr>
          <a:xfrm>
            <a:off x="2811780" y="1524000"/>
            <a:ext cx="0" cy="3608070"/>
          </a:xfrm>
          <a:prstGeom prst="line">
            <a:avLst/>
          </a:prstGeom>
          <a:ln w="63500">
            <a:solidFill>
              <a:srgbClr val="FF0000"/>
            </a:solidFill>
            <a:headEnd type="none" w="sm" len="sm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7F7298-C1D2-2944-80CF-54CC5BD2DD15}"/>
              </a:ext>
            </a:extLst>
          </p:cNvPr>
          <p:cNvCxnSpPr>
            <a:cxnSpLocks/>
          </p:cNvCxnSpPr>
          <p:nvPr/>
        </p:nvCxnSpPr>
        <p:spPr>
          <a:xfrm>
            <a:off x="5231130" y="1812330"/>
            <a:ext cx="0" cy="3533100"/>
          </a:xfrm>
          <a:prstGeom prst="line">
            <a:avLst/>
          </a:prstGeom>
          <a:ln w="635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29EC59-8FC9-F557-2258-88CC7DBC6DC8}"/>
              </a:ext>
            </a:extLst>
          </p:cNvPr>
          <p:cNvCxnSpPr>
            <a:cxnSpLocks/>
          </p:cNvCxnSpPr>
          <p:nvPr/>
        </p:nvCxnSpPr>
        <p:spPr>
          <a:xfrm>
            <a:off x="2811780" y="1546860"/>
            <a:ext cx="2419350" cy="265470"/>
          </a:xfrm>
          <a:prstGeom prst="line">
            <a:avLst/>
          </a:prstGeom>
          <a:ln w="6350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2665232-3FCD-6FD5-B9B4-70A7E808FDDA}"/>
              </a:ext>
            </a:extLst>
          </p:cNvPr>
          <p:cNvCxnSpPr>
            <a:cxnSpLocks/>
          </p:cNvCxnSpPr>
          <p:nvPr/>
        </p:nvCxnSpPr>
        <p:spPr>
          <a:xfrm>
            <a:off x="2811780" y="5109210"/>
            <a:ext cx="2419350" cy="265470"/>
          </a:xfrm>
          <a:prstGeom prst="line">
            <a:avLst/>
          </a:prstGeom>
          <a:ln w="63500">
            <a:solidFill>
              <a:srgbClr val="FF0000"/>
            </a:solidFill>
            <a:headEnd type="none" w="sm" len="sm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Graphic 34">
            <a:extLst>
              <a:ext uri="{FF2B5EF4-FFF2-40B4-BE49-F238E27FC236}">
                <a16:creationId xmlns:a16="http://schemas.microsoft.com/office/drawing/2014/main" id="{406CA8FC-72C5-5D0E-7272-5D07EE2E5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8418" y="3707772"/>
            <a:ext cx="642590" cy="437508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B2D9D69C-E3C9-CA20-E406-F809CD728F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75764" y="3134983"/>
            <a:ext cx="875016" cy="45118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A7C42125-FA7E-9FD9-3F32-FF8DDA07FC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78401" y="3067068"/>
            <a:ext cx="847672" cy="45118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17289C81-17C2-44D0-081D-001DD5A10F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43537" y="5855868"/>
            <a:ext cx="615246" cy="437508"/>
          </a:xfrm>
          <a:prstGeom prst="rect">
            <a:avLst/>
          </a:prstGeom>
        </p:spPr>
      </p:pic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99C05CA-1277-7E49-C0E1-C9DCC5187C9E}"/>
              </a:ext>
            </a:extLst>
          </p:cNvPr>
          <p:cNvCxnSpPr>
            <a:cxnSpLocks/>
          </p:cNvCxnSpPr>
          <p:nvPr/>
        </p:nvCxnSpPr>
        <p:spPr>
          <a:xfrm flipH="1" flipV="1">
            <a:off x="5248834" y="4931549"/>
            <a:ext cx="409015" cy="965587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551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6</Words>
  <Application>Microsoft Office PowerPoint</Application>
  <PresentationFormat>Widescreen</PresentationFormat>
  <Paragraphs>2</Paragraphs>
  <Slides>3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ROQUE Karl Raymond Dela Cruz</dc:creator>
  <cp:lastModifiedBy>ROQUE Karl Raymond Dela Cruz</cp:lastModifiedBy>
  <cp:revision>2</cp:revision>
  <dcterms:created xsi:type="dcterms:W3CDTF">2026-02-28T12:02:55Z</dcterms:created>
  <dcterms:modified xsi:type="dcterms:W3CDTF">2026-03-01T01:06:10Z</dcterms:modified>
</cp:coreProperties>
</file>