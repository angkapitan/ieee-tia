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56" r:id="rId4"/>
    <p:sldId id="257" r:id="rId5"/>
  </p:sldIdLst>
  <p:sldSz cx="12192000" cy="8783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212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37508"/>
            <a:ext cx="10363200" cy="3058007"/>
          </a:xfrm>
        </p:spPr>
        <p:txBody>
          <a:bodyPr anchor="b"/>
          <a:lstStyle>
            <a:lvl1pPr algn="ctr">
              <a:defRPr sz="768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613444"/>
            <a:ext cx="9144000" cy="2120679"/>
          </a:xfrm>
        </p:spPr>
        <p:txBody>
          <a:bodyPr/>
          <a:lstStyle>
            <a:lvl1pPr marL="0" indent="0" algn="ctr">
              <a:buNone/>
              <a:defRPr sz="3074"/>
            </a:lvl1pPr>
            <a:lvl2pPr marL="585582" indent="0" algn="ctr">
              <a:buNone/>
              <a:defRPr sz="2562"/>
            </a:lvl2pPr>
            <a:lvl3pPr marL="1171164" indent="0" algn="ctr">
              <a:buNone/>
              <a:defRPr sz="2305"/>
            </a:lvl3pPr>
            <a:lvl4pPr marL="1756745" indent="0" algn="ctr">
              <a:buNone/>
              <a:defRPr sz="2049"/>
            </a:lvl4pPr>
            <a:lvl5pPr marL="2342327" indent="0" algn="ctr">
              <a:buNone/>
              <a:defRPr sz="2049"/>
            </a:lvl5pPr>
            <a:lvl6pPr marL="2927909" indent="0" algn="ctr">
              <a:buNone/>
              <a:defRPr sz="2049"/>
            </a:lvl6pPr>
            <a:lvl7pPr marL="3513491" indent="0" algn="ctr">
              <a:buNone/>
              <a:defRPr sz="2049"/>
            </a:lvl7pPr>
            <a:lvl8pPr marL="4099072" indent="0" algn="ctr">
              <a:buNone/>
              <a:defRPr sz="2049"/>
            </a:lvl8pPr>
            <a:lvl9pPr marL="4684654" indent="0" algn="ctr">
              <a:buNone/>
              <a:defRPr sz="204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86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08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189812"/>
            <a:ext cx="10515600" cy="3653749"/>
          </a:xfrm>
        </p:spPr>
        <p:txBody>
          <a:bodyPr anchor="b"/>
          <a:lstStyle>
            <a:lvl1pPr>
              <a:defRPr sz="768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5878127"/>
            <a:ext cx="10515600" cy="1921420"/>
          </a:xfrm>
        </p:spPr>
        <p:txBody>
          <a:bodyPr/>
          <a:lstStyle>
            <a:lvl1pPr marL="0" indent="0">
              <a:buNone/>
              <a:defRPr sz="3074">
                <a:solidFill>
                  <a:schemeClr val="tx1">
                    <a:tint val="82000"/>
                  </a:schemeClr>
                </a:solidFill>
              </a:defRPr>
            </a:lvl1pPr>
            <a:lvl2pPr marL="585582" indent="0">
              <a:buNone/>
              <a:defRPr sz="2562">
                <a:solidFill>
                  <a:schemeClr val="tx1">
                    <a:tint val="82000"/>
                  </a:schemeClr>
                </a:solidFill>
              </a:defRPr>
            </a:lvl2pPr>
            <a:lvl3pPr marL="1171164" indent="0">
              <a:buNone/>
              <a:defRPr sz="2305">
                <a:solidFill>
                  <a:schemeClr val="tx1">
                    <a:tint val="82000"/>
                  </a:schemeClr>
                </a:solidFill>
              </a:defRPr>
            </a:lvl3pPr>
            <a:lvl4pPr marL="1756745" indent="0">
              <a:buNone/>
              <a:defRPr sz="2049">
                <a:solidFill>
                  <a:schemeClr val="tx1">
                    <a:tint val="82000"/>
                  </a:schemeClr>
                </a:solidFill>
              </a:defRPr>
            </a:lvl4pPr>
            <a:lvl5pPr marL="2342327" indent="0">
              <a:buNone/>
              <a:defRPr sz="2049">
                <a:solidFill>
                  <a:schemeClr val="tx1">
                    <a:tint val="82000"/>
                  </a:schemeClr>
                </a:solidFill>
              </a:defRPr>
            </a:lvl5pPr>
            <a:lvl6pPr marL="2927909" indent="0">
              <a:buNone/>
              <a:defRPr sz="2049">
                <a:solidFill>
                  <a:schemeClr val="tx1">
                    <a:tint val="82000"/>
                  </a:schemeClr>
                </a:solidFill>
              </a:defRPr>
            </a:lvl6pPr>
            <a:lvl7pPr marL="3513491" indent="0">
              <a:buNone/>
              <a:defRPr sz="2049">
                <a:solidFill>
                  <a:schemeClr val="tx1">
                    <a:tint val="82000"/>
                  </a:schemeClr>
                </a:solidFill>
              </a:defRPr>
            </a:lvl7pPr>
            <a:lvl8pPr marL="4099072" indent="0">
              <a:buNone/>
              <a:defRPr sz="2049">
                <a:solidFill>
                  <a:schemeClr val="tx1">
                    <a:tint val="82000"/>
                  </a:schemeClr>
                </a:solidFill>
              </a:defRPr>
            </a:lvl8pPr>
            <a:lvl9pPr marL="4684654" indent="0">
              <a:buNone/>
              <a:defRPr sz="204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86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38237"/>
            <a:ext cx="5181600" cy="5573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38237"/>
            <a:ext cx="5181600" cy="5573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9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67649"/>
            <a:ext cx="10515600" cy="16977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153212"/>
            <a:ext cx="5157787" cy="1055256"/>
          </a:xfrm>
        </p:spPr>
        <p:txBody>
          <a:bodyPr anchor="b"/>
          <a:lstStyle>
            <a:lvl1pPr marL="0" indent="0">
              <a:buNone/>
              <a:defRPr sz="3074" b="1"/>
            </a:lvl1pPr>
            <a:lvl2pPr marL="585582" indent="0">
              <a:buNone/>
              <a:defRPr sz="2562" b="1"/>
            </a:lvl2pPr>
            <a:lvl3pPr marL="1171164" indent="0">
              <a:buNone/>
              <a:defRPr sz="2305" b="1"/>
            </a:lvl3pPr>
            <a:lvl4pPr marL="1756745" indent="0">
              <a:buNone/>
              <a:defRPr sz="2049" b="1"/>
            </a:lvl4pPr>
            <a:lvl5pPr marL="2342327" indent="0">
              <a:buNone/>
              <a:defRPr sz="2049" b="1"/>
            </a:lvl5pPr>
            <a:lvl6pPr marL="2927909" indent="0">
              <a:buNone/>
              <a:defRPr sz="2049" b="1"/>
            </a:lvl6pPr>
            <a:lvl7pPr marL="3513491" indent="0">
              <a:buNone/>
              <a:defRPr sz="2049" b="1"/>
            </a:lvl7pPr>
            <a:lvl8pPr marL="4099072" indent="0">
              <a:buNone/>
              <a:defRPr sz="2049" b="1"/>
            </a:lvl8pPr>
            <a:lvl9pPr marL="4684654" indent="0">
              <a:buNone/>
              <a:defRPr sz="2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208468"/>
            <a:ext cx="5157787" cy="47191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153212"/>
            <a:ext cx="5183188" cy="1055256"/>
          </a:xfrm>
        </p:spPr>
        <p:txBody>
          <a:bodyPr anchor="b"/>
          <a:lstStyle>
            <a:lvl1pPr marL="0" indent="0">
              <a:buNone/>
              <a:defRPr sz="3074" b="1"/>
            </a:lvl1pPr>
            <a:lvl2pPr marL="585582" indent="0">
              <a:buNone/>
              <a:defRPr sz="2562" b="1"/>
            </a:lvl2pPr>
            <a:lvl3pPr marL="1171164" indent="0">
              <a:buNone/>
              <a:defRPr sz="2305" b="1"/>
            </a:lvl3pPr>
            <a:lvl4pPr marL="1756745" indent="0">
              <a:buNone/>
              <a:defRPr sz="2049" b="1"/>
            </a:lvl4pPr>
            <a:lvl5pPr marL="2342327" indent="0">
              <a:buNone/>
              <a:defRPr sz="2049" b="1"/>
            </a:lvl5pPr>
            <a:lvl6pPr marL="2927909" indent="0">
              <a:buNone/>
              <a:defRPr sz="2049" b="1"/>
            </a:lvl6pPr>
            <a:lvl7pPr marL="3513491" indent="0">
              <a:buNone/>
              <a:defRPr sz="2049" b="1"/>
            </a:lvl7pPr>
            <a:lvl8pPr marL="4099072" indent="0">
              <a:buNone/>
              <a:defRPr sz="2049" b="1"/>
            </a:lvl8pPr>
            <a:lvl9pPr marL="4684654" indent="0">
              <a:buNone/>
              <a:defRPr sz="2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208468"/>
            <a:ext cx="5183188" cy="47191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775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94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403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85576"/>
            <a:ext cx="3932237" cy="2049516"/>
          </a:xfrm>
        </p:spPr>
        <p:txBody>
          <a:bodyPr anchor="b"/>
          <a:lstStyle>
            <a:lvl1pPr>
              <a:defRPr sz="40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64683"/>
            <a:ext cx="6172200" cy="6242076"/>
          </a:xfrm>
        </p:spPr>
        <p:txBody>
          <a:bodyPr/>
          <a:lstStyle>
            <a:lvl1pPr>
              <a:defRPr sz="4099"/>
            </a:lvl1pPr>
            <a:lvl2pPr>
              <a:defRPr sz="3586"/>
            </a:lvl2pPr>
            <a:lvl3pPr>
              <a:defRPr sz="3074"/>
            </a:lvl3pPr>
            <a:lvl4pPr>
              <a:defRPr sz="2562"/>
            </a:lvl4pPr>
            <a:lvl5pPr>
              <a:defRPr sz="2562"/>
            </a:lvl5pPr>
            <a:lvl6pPr>
              <a:defRPr sz="2562"/>
            </a:lvl6pPr>
            <a:lvl7pPr>
              <a:defRPr sz="2562"/>
            </a:lvl7pPr>
            <a:lvl8pPr>
              <a:defRPr sz="2562"/>
            </a:lvl8pPr>
            <a:lvl9pPr>
              <a:defRPr sz="256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35091"/>
            <a:ext cx="3932237" cy="4881833"/>
          </a:xfrm>
        </p:spPr>
        <p:txBody>
          <a:bodyPr/>
          <a:lstStyle>
            <a:lvl1pPr marL="0" indent="0">
              <a:buNone/>
              <a:defRPr sz="2049"/>
            </a:lvl1pPr>
            <a:lvl2pPr marL="585582" indent="0">
              <a:buNone/>
              <a:defRPr sz="1793"/>
            </a:lvl2pPr>
            <a:lvl3pPr marL="1171164" indent="0">
              <a:buNone/>
              <a:defRPr sz="1537"/>
            </a:lvl3pPr>
            <a:lvl4pPr marL="1756745" indent="0">
              <a:buNone/>
              <a:defRPr sz="1281"/>
            </a:lvl4pPr>
            <a:lvl5pPr marL="2342327" indent="0">
              <a:buNone/>
              <a:defRPr sz="1281"/>
            </a:lvl5pPr>
            <a:lvl6pPr marL="2927909" indent="0">
              <a:buNone/>
              <a:defRPr sz="1281"/>
            </a:lvl6pPr>
            <a:lvl7pPr marL="3513491" indent="0">
              <a:buNone/>
              <a:defRPr sz="1281"/>
            </a:lvl7pPr>
            <a:lvl8pPr marL="4099072" indent="0">
              <a:buNone/>
              <a:defRPr sz="1281"/>
            </a:lvl8pPr>
            <a:lvl9pPr marL="4684654" indent="0">
              <a:buNone/>
              <a:defRPr sz="12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31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85576"/>
            <a:ext cx="3932237" cy="2049516"/>
          </a:xfrm>
        </p:spPr>
        <p:txBody>
          <a:bodyPr anchor="b"/>
          <a:lstStyle>
            <a:lvl1pPr>
              <a:defRPr sz="40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64683"/>
            <a:ext cx="6172200" cy="6242076"/>
          </a:xfrm>
        </p:spPr>
        <p:txBody>
          <a:bodyPr anchor="t"/>
          <a:lstStyle>
            <a:lvl1pPr marL="0" indent="0">
              <a:buNone/>
              <a:defRPr sz="4099"/>
            </a:lvl1pPr>
            <a:lvl2pPr marL="585582" indent="0">
              <a:buNone/>
              <a:defRPr sz="3586"/>
            </a:lvl2pPr>
            <a:lvl3pPr marL="1171164" indent="0">
              <a:buNone/>
              <a:defRPr sz="3074"/>
            </a:lvl3pPr>
            <a:lvl4pPr marL="1756745" indent="0">
              <a:buNone/>
              <a:defRPr sz="2562"/>
            </a:lvl4pPr>
            <a:lvl5pPr marL="2342327" indent="0">
              <a:buNone/>
              <a:defRPr sz="2562"/>
            </a:lvl5pPr>
            <a:lvl6pPr marL="2927909" indent="0">
              <a:buNone/>
              <a:defRPr sz="2562"/>
            </a:lvl6pPr>
            <a:lvl7pPr marL="3513491" indent="0">
              <a:buNone/>
              <a:defRPr sz="2562"/>
            </a:lvl7pPr>
            <a:lvl8pPr marL="4099072" indent="0">
              <a:buNone/>
              <a:defRPr sz="2562"/>
            </a:lvl8pPr>
            <a:lvl9pPr marL="4684654" indent="0">
              <a:buNone/>
              <a:defRPr sz="256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35091"/>
            <a:ext cx="3932237" cy="4881833"/>
          </a:xfrm>
        </p:spPr>
        <p:txBody>
          <a:bodyPr/>
          <a:lstStyle>
            <a:lvl1pPr marL="0" indent="0">
              <a:buNone/>
              <a:defRPr sz="2049"/>
            </a:lvl1pPr>
            <a:lvl2pPr marL="585582" indent="0">
              <a:buNone/>
              <a:defRPr sz="1793"/>
            </a:lvl2pPr>
            <a:lvl3pPr marL="1171164" indent="0">
              <a:buNone/>
              <a:defRPr sz="1537"/>
            </a:lvl3pPr>
            <a:lvl4pPr marL="1756745" indent="0">
              <a:buNone/>
              <a:defRPr sz="1281"/>
            </a:lvl4pPr>
            <a:lvl5pPr marL="2342327" indent="0">
              <a:buNone/>
              <a:defRPr sz="1281"/>
            </a:lvl5pPr>
            <a:lvl6pPr marL="2927909" indent="0">
              <a:buNone/>
              <a:defRPr sz="1281"/>
            </a:lvl6pPr>
            <a:lvl7pPr marL="3513491" indent="0">
              <a:buNone/>
              <a:defRPr sz="1281"/>
            </a:lvl7pPr>
            <a:lvl8pPr marL="4099072" indent="0">
              <a:buNone/>
              <a:defRPr sz="1281"/>
            </a:lvl8pPr>
            <a:lvl9pPr marL="4684654" indent="0">
              <a:buNone/>
              <a:defRPr sz="12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955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74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67647"/>
            <a:ext cx="2628900" cy="74437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67647"/>
            <a:ext cx="7734300" cy="74437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80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67649"/>
            <a:ext cx="10515600" cy="16977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38237"/>
            <a:ext cx="10515600" cy="5573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141133"/>
            <a:ext cx="2743200" cy="467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141133"/>
            <a:ext cx="4114800" cy="467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141133"/>
            <a:ext cx="2743200" cy="467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9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71164" rtl="0" eaLnBrk="1" latinLnBrk="0" hangingPunct="1">
        <a:lnSpc>
          <a:spcPct val="90000"/>
        </a:lnSpc>
        <a:spcBef>
          <a:spcPct val="0"/>
        </a:spcBef>
        <a:buNone/>
        <a:defRPr sz="563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2791" indent="-292791" algn="l" defTabSz="1171164" rtl="0" eaLnBrk="1" latinLnBrk="0" hangingPunct="1">
        <a:lnSpc>
          <a:spcPct val="90000"/>
        </a:lnSpc>
        <a:spcBef>
          <a:spcPts val="1281"/>
        </a:spcBef>
        <a:buFont typeface="Arial" panose="020B0604020202020204" pitchFamily="34" charset="0"/>
        <a:buChar char="•"/>
        <a:defRPr sz="3586" kern="1200">
          <a:solidFill>
            <a:schemeClr val="tx1"/>
          </a:solidFill>
          <a:latin typeface="+mn-lt"/>
          <a:ea typeface="+mn-ea"/>
          <a:cs typeface="+mn-cs"/>
        </a:defRPr>
      </a:lvl1pPr>
      <a:lvl2pPr marL="878373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3074" kern="1200">
          <a:solidFill>
            <a:schemeClr val="tx1"/>
          </a:solidFill>
          <a:latin typeface="+mn-lt"/>
          <a:ea typeface="+mn-ea"/>
          <a:cs typeface="+mn-cs"/>
        </a:defRPr>
      </a:lvl2pPr>
      <a:lvl3pPr marL="1463954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562" kern="1200">
          <a:solidFill>
            <a:schemeClr val="tx1"/>
          </a:solidFill>
          <a:latin typeface="+mn-lt"/>
          <a:ea typeface="+mn-ea"/>
          <a:cs typeface="+mn-cs"/>
        </a:defRPr>
      </a:lvl3pPr>
      <a:lvl4pPr marL="2049536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4pPr>
      <a:lvl5pPr marL="2635118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5pPr>
      <a:lvl6pPr marL="3220700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6pPr>
      <a:lvl7pPr marL="3806281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7pPr>
      <a:lvl8pPr marL="4391863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8pPr>
      <a:lvl9pPr marL="4977445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1pPr>
      <a:lvl2pPr marL="585582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2pPr>
      <a:lvl3pPr marL="1171164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3pPr>
      <a:lvl4pPr marL="1756745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4pPr>
      <a:lvl5pPr marL="2342327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5pPr>
      <a:lvl6pPr marL="2927909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6pPr>
      <a:lvl7pPr marL="3513491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7pPr>
      <a:lvl8pPr marL="4099072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8pPr>
      <a:lvl9pPr marL="4684654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74A87-F431-3C2D-3383-90DC9F72F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21023-98D7-0B6C-0B36-C452E1DF9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B6FABD11-CFB0-673E-42EF-4DD267B876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2" r="945" b="7765"/>
          <a:stretch>
            <a:fillRect/>
          </a:stretch>
        </p:blipFill>
        <p:spPr>
          <a:xfrm>
            <a:off x="0" y="1104899"/>
            <a:ext cx="12168577" cy="6806475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9E35CBE9-558E-FFF2-7906-A0FFD88E89B7}"/>
              </a:ext>
            </a:extLst>
          </p:cNvPr>
          <p:cNvSpPr txBox="1">
            <a:spLocks/>
          </p:cNvSpPr>
          <p:nvPr/>
        </p:nvSpPr>
        <p:spPr>
          <a:xfrm>
            <a:off x="350158" y="2242210"/>
            <a:ext cx="6736442" cy="4964949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PH" altLang="ja-JP" b="1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D2127E-4F53-2F4B-A63A-F4A81D4B09B1}"/>
              </a:ext>
            </a:extLst>
          </p:cNvPr>
          <p:cNvCxnSpPr/>
          <p:nvPr/>
        </p:nvCxnSpPr>
        <p:spPr>
          <a:xfrm>
            <a:off x="1194689" y="2014849"/>
            <a:ext cx="122691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58010A1-6BAC-89DE-73A6-2F3ADCC188F7}"/>
              </a:ext>
            </a:extLst>
          </p:cNvPr>
          <p:cNvSpPr txBox="1"/>
          <p:nvPr/>
        </p:nvSpPr>
        <p:spPr>
          <a:xfrm>
            <a:off x="768399" y="1546318"/>
            <a:ext cx="2079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b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4 </a:t>
            </a:r>
            <a:r>
              <a:rPr lang="en-PH" sz="2400" b="1" dirty="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ms</a:t>
            </a:r>
            <a:r>
              <a:rPr lang="en-PH" sz="2400" b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/div.</a:t>
            </a:r>
            <a:endParaRPr lang="en-PH" sz="2400" b="1" baseline="-25000" dirty="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B6A07F4A-B177-6830-D641-0B6F16E05C17}"/>
              </a:ext>
            </a:extLst>
          </p:cNvPr>
          <p:cNvSpPr txBox="1"/>
          <p:nvPr/>
        </p:nvSpPr>
        <p:spPr>
          <a:xfrm>
            <a:off x="9109278" y="1368518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732FE768-EEDD-2C37-D346-B7E049415190}"/>
              </a:ext>
            </a:extLst>
          </p:cNvPr>
          <p:cNvSpPr txBox="1"/>
          <p:nvPr/>
        </p:nvSpPr>
        <p:spPr>
          <a:xfrm>
            <a:off x="9109278" y="2763412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85452659-3169-AAAD-4EF2-3DEF997AF0DF}"/>
              </a:ext>
            </a:extLst>
          </p:cNvPr>
          <p:cNvSpPr txBox="1"/>
          <p:nvPr/>
        </p:nvSpPr>
        <p:spPr>
          <a:xfrm>
            <a:off x="9247498" y="3424324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24810D09-3156-DE88-7D28-3E88FCD95255}"/>
              </a:ext>
            </a:extLst>
          </p:cNvPr>
          <p:cNvSpPr txBox="1"/>
          <p:nvPr/>
        </p:nvSpPr>
        <p:spPr>
          <a:xfrm>
            <a:off x="9369479" y="4767130"/>
            <a:ext cx="2542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DA0EF53D-6F55-05D9-AFAE-FF173B860242}"/>
              </a:ext>
            </a:extLst>
          </p:cNvPr>
          <p:cNvSpPr txBox="1"/>
          <p:nvPr/>
        </p:nvSpPr>
        <p:spPr>
          <a:xfrm>
            <a:off x="9391917" y="6469754"/>
            <a:ext cx="2496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935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117C5-02BF-E64D-A36E-B4497523E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07D1-BC2B-9A68-6774-C20594992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370C6BB5-0E91-9FF4-6D59-3A4D5A281C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5" r="875" b="7461"/>
          <a:stretch>
            <a:fillRect/>
          </a:stretch>
        </p:blipFill>
        <p:spPr>
          <a:xfrm>
            <a:off x="0" y="1104899"/>
            <a:ext cx="12085320" cy="6806475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278DC370-7402-8ACF-0566-70D143B83C59}"/>
              </a:ext>
            </a:extLst>
          </p:cNvPr>
          <p:cNvSpPr txBox="1">
            <a:spLocks/>
          </p:cNvSpPr>
          <p:nvPr/>
        </p:nvSpPr>
        <p:spPr>
          <a:xfrm>
            <a:off x="350158" y="2242209"/>
            <a:ext cx="6736442" cy="4964949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PH" altLang="ja-JP" b="1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5A0C58D-ACB8-CFAD-401E-6E4EB0FC80F3}"/>
              </a:ext>
            </a:extLst>
          </p:cNvPr>
          <p:cNvCxnSpPr>
            <a:cxnSpLocks/>
          </p:cNvCxnSpPr>
          <p:nvPr/>
        </p:nvCxnSpPr>
        <p:spPr>
          <a:xfrm>
            <a:off x="747132" y="2071946"/>
            <a:ext cx="1267528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0B5370-0FDA-8104-DBB2-345028546AF2}"/>
                  </a:ext>
                </a:extLst>
              </p:cNvPr>
              <p:cNvSpPr txBox="1"/>
              <p:nvPr/>
            </p:nvSpPr>
            <p:spPr>
              <a:xfrm>
                <a:off x="442190" y="1368517"/>
                <a:ext cx="20794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2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s/div.</a:t>
                </a:r>
                <a:endParaRPr lang="en-PH" sz="2400" b="1" baseline="-25000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0B5370-0FDA-8104-DBB2-345028546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90" y="1368517"/>
                <a:ext cx="2079498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5E32E0D-8838-9439-7C52-55277FB9629F}"/>
              </a:ext>
            </a:extLst>
          </p:cNvPr>
          <p:cNvCxnSpPr>
            <a:cxnSpLocks/>
          </p:cNvCxnSpPr>
          <p:nvPr/>
        </p:nvCxnSpPr>
        <p:spPr>
          <a:xfrm>
            <a:off x="797934" y="3455889"/>
            <a:ext cx="293996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03AEF7-9AC5-8263-851D-35024048C01F}"/>
                  </a:ext>
                </a:extLst>
              </p:cNvPr>
              <p:cNvSpPr txBox="1"/>
              <p:nvPr/>
            </p:nvSpPr>
            <p:spPr>
              <a:xfrm>
                <a:off x="833880" y="2695877"/>
                <a:ext cx="29040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½ </a:t>
                </a:r>
                <a:r>
                  <a:rPr lang="en-US" sz="2400" b="1" i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T</a:t>
                </a:r>
                <a:r>
                  <a:rPr lang="en-US" sz="2400" b="1" baseline="-25000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s</a:t>
                </a:r>
                <a:r>
                  <a:rPr lang="en-US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(5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s)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03AEF7-9AC5-8263-851D-35024048C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880" y="2695877"/>
                <a:ext cx="2904019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E5C391-612A-4B20-FDE8-CAE5F17697DE}"/>
              </a:ext>
            </a:extLst>
          </p:cNvPr>
          <p:cNvCxnSpPr>
            <a:cxnSpLocks/>
          </p:cNvCxnSpPr>
          <p:nvPr/>
        </p:nvCxnSpPr>
        <p:spPr>
          <a:xfrm>
            <a:off x="738504" y="6522369"/>
            <a:ext cx="0" cy="1358139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10C5305-29DA-CFA8-EF1C-42B1EC92900C}"/>
              </a:ext>
            </a:extLst>
          </p:cNvPr>
          <p:cNvCxnSpPr>
            <a:cxnSpLocks/>
          </p:cNvCxnSpPr>
          <p:nvPr/>
        </p:nvCxnSpPr>
        <p:spPr>
          <a:xfrm flipH="1">
            <a:off x="3739305" y="6522369"/>
            <a:ext cx="4" cy="138900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DB566C-38AC-B932-15EB-2562D39C0EA3}"/>
              </a:ext>
            </a:extLst>
          </p:cNvPr>
          <p:cNvGrpSpPr/>
          <p:nvPr/>
        </p:nvGrpSpPr>
        <p:grpSpPr>
          <a:xfrm>
            <a:off x="2413837" y="7694441"/>
            <a:ext cx="2782648" cy="363485"/>
            <a:chOff x="3750989" y="6265974"/>
            <a:chExt cx="1441109" cy="363485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3529536-0C54-D0D3-2868-82E24E4613C2}"/>
                </a:ext>
              </a:extLst>
            </p:cNvPr>
            <p:cNvSpPr/>
            <p:nvPr/>
          </p:nvSpPr>
          <p:spPr>
            <a:xfrm>
              <a:off x="3872530" y="6265974"/>
              <a:ext cx="537087" cy="363485"/>
            </a:xfrm>
            <a:prstGeom prst="roundRect">
              <a:avLst/>
            </a:prstGeom>
            <a:solidFill>
              <a:srgbClr val="01D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sz="2000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2</a:t>
              </a:r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DE19BB0-0D29-0B83-1077-27D5F4A17559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3750989" y="6447717"/>
              <a:ext cx="121541" cy="0"/>
            </a:xfrm>
            <a:prstGeom prst="straightConnector1">
              <a:avLst/>
            </a:prstGeom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1D226CE-BFEE-B956-E1A2-5C0E1262C907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4409617" y="6447717"/>
              <a:ext cx="782481" cy="0"/>
            </a:xfrm>
            <a:prstGeom prst="straightConnector1">
              <a:avLst/>
            </a:prstGeom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7FB1238-DACB-90B9-5F49-64D9A31D4508}"/>
              </a:ext>
            </a:extLst>
          </p:cNvPr>
          <p:cNvCxnSpPr>
            <a:cxnSpLocks/>
          </p:cNvCxnSpPr>
          <p:nvPr/>
        </p:nvCxnSpPr>
        <p:spPr>
          <a:xfrm>
            <a:off x="6767556" y="6530504"/>
            <a:ext cx="0" cy="138087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A146D6D-4385-12A0-6ED3-0B9891177077}"/>
              </a:ext>
            </a:extLst>
          </p:cNvPr>
          <p:cNvCxnSpPr>
            <a:cxnSpLocks/>
          </p:cNvCxnSpPr>
          <p:nvPr/>
        </p:nvCxnSpPr>
        <p:spPr>
          <a:xfrm>
            <a:off x="755335" y="3455889"/>
            <a:ext cx="0" cy="2644534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DEBC6B5-882B-6D91-9AED-17D71B6D3746}"/>
              </a:ext>
            </a:extLst>
          </p:cNvPr>
          <p:cNvCxnSpPr>
            <a:cxnSpLocks/>
          </p:cNvCxnSpPr>
          <p:nvPr/>
        </p:nvCxnSpPr>
        <p:spPr>
          <a:xfrm>
            <a:off x="3827405" y="5169816"/>
            <a:ext cx="0" cy="961473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06291FA-4B85-524B-8AFB-91813997A467}"/>
              </a:ext>
            </a:extLst>
          </p:cNvPr>
          <p:cNvGrpSpPr/>
          <p:nvPr/>
        </p:nvGrpSpPr>
        <p:grpSpPr>
          <a:xfrm>
            <a:off x="747132" y="4984761"/>
            <a:ext cx="4178725" cy="363485"/>
            <a:chOff x="4028441" y="5945152"/>
            <a:chExt cx="1441109" cy="363485"/>
          </a:xfrm>
          <a:solidFill>
            <a:srgbClr val="2424B7"/>
          </a:solidFill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16FC2E6-474D-86FC-064B-8D2C2FAAC354}"/>
                </a:ext>
              </a:extLst>
            </p:cNvPr>
            <p:cNvSpPr/>
            <p:nvPr/>
          </p:nvSpPr>
          <p:spPr>
            <a:xfrm>
              <a:off x="4434955" y="5945152"/>
              <a:ext cx="367609" cy="36348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sz="2000" b="1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S</a:t>
              </a:r>
              <a:r>
                <a:rPr lang="en-US" sz="2000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2</a:t>
              </a:r>
              <a:r>
                <a:rPr lang="en-US" sz="20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3429BC7-F261-B079-3B2A-0C7F33D677A1}"/>
                </a:ext>
              </a:extLst>
            </p:cNvPr>
            <p:cNvCxnSpPr>
              <a:cxnSpLocks/>
              <a:stCxn id="20" idx="1"/>
            </p:cNvCxnSpPr>
            <p:nvPr/>
          </p:nvCxnSpPr>
          <p:spPr>
            <a:xfrm flipH="1">
              <a:off x="4028441" y="6126895"/>
              <a:ext cx="406514" cy="0"/>
            </a:xfrm>
            <a:prstGeom prst="straightConnector1">
              <a:avLst/>
            </a:prstGeom>
            <a:grpFill/>
            <a:ln w="38100">
              <a:solidFill>
                <a:srgbClr val="2424B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04223D6-7899-D9A1-3FC1-09DD53A93F3C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>
              <a:off x="4802564" y="6126895"/>
              <a:ext cx="666986" cy="0"/>
            </a:xfrm>
            <a:prstGeom prst="straightConnector1">
              <a:avLst/>
            </a:prstGeom>
            <a:grpFill/>
            <a:ln w="38100">
              <a:solidFill>
                <a:srgbClr val="2424B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3B70ECE-196A-9A45-23B0-6283E2BA5B8E}"/>
              </a:ext>
            </a:extLst>
          </p:cNvPr>
          <p:cNvCxnSpPr>
            <a:cxnSpLocks/>
          </p:cNvCxnSpPr>
          <p:nvPr/>
        </p:nvCxnSpPr>
        <p:spPr>
          <a:xfrm>
            <a:off x="3827405" y="3342208"/>
            <a:ext cx="0" cy="2766584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0F95BF7-AE37-BAA2-0A51-3B414A15BA48}"/>
              </a:ext>
            </a:extLst>
          </p:cNvPr>
          <p:cNvCxnSpPr>
            <a:cxnSpLocks/>
          </p:cNvCxnSpPr>
          <p:nvPr/>
        </p:nvCxnSpPr>
        <p:spPr>
          <a:xfrm>
            <a:off x="8011913" y="3813507"/>
            <a:ext cx="0" cy="2304703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F335BB7-6336-0FE8-6072-470EF1966802}"/>
              </a:ext>
            </a:extLst>
          </p:cNvPr>
          <p:cNvGrpSpPr/>
          <p:nvPr/>
        </p:nvGrpSpPr>
        <p:grpSpPr>
          <a:xfrm>
            <a:off x="3839574" y="5215314"/>
            <a:ext cx="4107226" cy="363485"/>
            <a:chOff x="3126376" y="6824808"/>
            <a:chExt cx="1441110" cy="363485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3CEB61B-CF59-096F-F250-359B547EB970}"/>
                </a:ext>
              </a:extLst>
            </p:cNvPr>
            <p:cNvSpPr/>
            <p:nvPr/>
          </p:nvSpPr>
          <p:spPr>
            <a:xfrm>
              <a:off x="3551394" y="6824808"/>
              <a:ext cx="402331" cy="363485"/>
            </a:xfrm>
            <a:prstGeom prst="roundRect">
              <a:avLst/>
            </a:prstGeom>
            <a:solidFill>
              <a:srgbClr val="FD9116"/>
            </a:solidFill>
            <a:ln>
              <a:solidFill>
                <a:srgbClr val="FD911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sz="2000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S</a:t>
              </a:r>
              <a:r>
                <a:rPr lang="en-US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1</a:t>
              </a:r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B5858F8-6FD8-4219-A936-EB92CC0341A7}"/>
                </a:ext>
              </a:extLst>
            </p:cNvPr>
            <p:cNvCxnSpPr>
              <a:cxnSpLocks/>
              <a:stCxn id="26" idx="1"/>
            </p:cNvCxnSpPr>
            <p:nvPr/>
          </p:nvCxnSpPr>
          <p:spPr>
            <a:xfrm flipH="1">
              <a:off x="3126376" y="7006551"/>
              <a:ext cx="425018" cy="0"/>
            </a:xfrm>
            <a:prstGeom prst="straightConnector1">
              <a:avLst/>
            </a:prstGeom>
            <a:solidFill>
              <a:srgbClr val="FD9116"/>
            </a:solidFill>
            <a:ln w="38100">
              <a:solidFill>
                <a:srgbClr val="FD911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EB88A7A-E938-4F2A-FCA0-57695F88AEB9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>
              <a:off x="3953725" y="7006551"/>
              <a:ext cx="613761" cy="0"/>
            </a:xfrm>
            <a:prstGeom prst="straightConnector1">
              <a:avLst/>
            </a:prstGeom>
            <a:solidFill>
              <a:srgbClr val="FD9116"/>
            </a:solidFill>
            <a:ln w="38100">
              <a:solidFill>
                <a:srgbClr val="FD911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801A3D-83E7-8EF6-03D8-788EAC45F382}"/>
              </a:ext>
            </a:extLst>
          </p:cNvPr>
          <p:cNvCxnSpPr>
            <a:cxnSpLocks/>
          </p:cNvCxnSpPr>
          <p:nvPr/>
        </p:nvCxnSpPr>
        <p:spPr>
          <a:xfrm>
            <a:off x="4997954" y="5173270"/>
            <a:ext cx="0" cy="961473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8A054AD-A0E4-52D4-D6CF-302DE2BAA90D}"/>
              </a:ext>
            </a:extLst>
          </p:cNvPr>
          <p:cNvCxnSpPr>
            <a:cxnSpLocks/>
          </p:cNvCxnSpPr>
          <p:nvPr/>
        </p:nvCxnSpPr>
        <p:spPr>
          <a:xfrm>
            <a:off x="4997954" y="3813507"/>
            <a:ext cx="0" cy="2277291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93C0F17-961F-3C30-024E-A3A7B7F9DEAC}"/>
              </a:ext>
            </a:extLst>
          </p:cNvPr>
          <p:cNvSpPr txBox="1"/>
          <p:nvPr/>
        </p:nvSpPr>
        <p:spPr>
          <a:xfrm>
            <a:off x="4504782" y="3189453"/>
            <a:ext cx="2904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US" sz="24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 </a:t>
            </a:r>
            <a:r>
              <a:rPr lang="en-US" sz="24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OFF</a:t>
            </a:r>
            <a:endParaRPr lang="en-PH" sz="2400" b="1" dirty="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2B3133-B672-AD2A-860A-13C7EF17A949}"/>
              </a:ext>
            </a:extLst>
          </p:cNvPr>
          <p:cNvCxnSpPr/>
          <p:nvPr/>
        </p:nvCxnSpPr>
        <p:spPr>
          <a:xfrm flipH="1">
            <a:off x="3869265" y="3437387"/>
            <a:ext cx="13292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EEA6665-9CDE-F78F-6201-AC0346F0ABBB}"/>
              </a:ext>
            </a:extLst>
          </p:cNvPr>
          <p:cNvSpPr txBox="1"/>
          <p:nvPr/>
        </p:nvSpPr>
        <p:spPr>
          <a:xfrm>
            <a:off x="1457256" y="3807281"/>
            <a:ext cx="2904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US" sz="24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 </a:t>
            </a:r>
            <a:r>
              <a:rPr lang="en-US" sz="24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OFF</a:t>
            </a:r>
            <a:endParaRPr lang="en-PH" sz="2400" b="1" dirty="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058328-7BC8-3767-5178-81186F23A29D}"/>
              </a:ext>
            </a:extLst>
          </p:cNvPr>
          <p:cNvCxnSpPr>
            <a:cxnSpLocks/>
          </p:cNvCxnSpPr>
          <p:nvPr/>
        </p:nvCxnSpPr>
        <p:spPr>
          <a:xfrm>
            <a:off x="6663273" y="3437387"/>
            <a:ext cx="13292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BFDB940-BFE2-2957-9317-60340663E267}"/>
              </a:ext>
            </a:extLst>
          </p:cNvPr>
          <p:cNvCxnSpPr/>
          <p:nvPr/>
        </p:nvCxnSpPr>
        <p:spPr>
          <a:xfrm flipH="1">
            <a:off x="821739" y="4061002"/>
            <a:ext cx="13292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9754BA0-0D53-9531-50E5-B080C0EFE4BE}"/>
              </a:ext>
            </a:extLst>
          </p:cNvPr>
          <p:cNvCxnSpPr>
            <a:cxnSpLocks/>
          </p:cNvCxnSpPr>
          <p:nvPr/>
        </p:nvCxnSpPr>
        <p:spPr>
          <a:xfrm>
            <a:off x="3615747" y="4061002"/>
            <a:ext cx="13292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A031666-50E9-A3B5-EAA6-27997F314EBE}"/>
              </a:ext>
            </a:extLst>
          </p:cNvPr>
          <p:cNvGrpSpPr/>
          <p:nvPr/>
        </p:nvGrpSpPr>
        <p:grpSpPr>
          <a:xfrm>
            <a:off x="755335" y="6325444"/>
            <a:ext cx="2982563" cy="363485"/>
            <a:chOff x="3750989" y="5274254"/>
            <a:chExt cx="1441109" cy="363485"/>
          </a:xfrm>
          <a:solidFill>
            <a:srgbClr val="D8469D"/>
          </a:solidFill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DA8159B4-E05A-70C2-F700-C631F3FAEB20}"/>
                </a:ext>
              </a:extLst>
            </p:cNvPr>
            <p:cNvSpPr/>
            <p:nvPr/>
          </p:nvSpPr>
          <p:spPr>
            <a:xfrm>
              <a:off x="4225107" y="5274254"/>
              <a:ext cx="501087" cy="36348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sz="2000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1</a:t>
              </a:r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701217E-85BB-126E-BD88-30772E82351E}"/>
                </a:ext>
              </a:extLst>
            </p:cNvPr>
            <p:cNvCxnSpPr>
              <a:cxnSpLocks/>
              <a:stCxn id="38" idx="1"/>
            </p:cNvCxnSpPr>
            <p:nvPr/>
          </p:nvCxnSpPr>
          <p:spPr>
            <a:xfrm flipH="1">
              <a:off x="3750989" y="5455997"/>
              <a:ext cx="474118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411532C-E053-0A38-33DE-6DDBF49E053B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>
              <a:off x="4726194" y="5455997"/>
              <a:ext cx="465904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AED0151-BC72-669F-9001-1BA22273960A}"/>
              </a:ext>
            </a:extLst>
          </p:cNvPr>
          <p:cNvCxnSpPr>
            <a:cxnSpLocks/>
          </p:cNvCxnSpPr>
          <p:nvPr/>
        </p:nvCxnSpPr>
        <p:spPr>
          <a:xfrm>
            <a:off x="2389570" y="7569921"/>
            <a:ext cx="0" cy="310587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D966CEB-82AA-A340-6BBD-2FAB06812B82}"/>
              </a:ext>
            </a:extLst>
          </p:cNvPr>
          <p:cNvCxnSpPr>
            <a:cxnSpLocks/>
          </p:cNvCxnSpPr>
          <p:nvPr/>
        </p:nvCxnSpPr>
        <p:spPr>
          <a:xfrm>
            <a:off x="5213771" y="7569921"/>
            <a:ext cx="0" cy="310587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D64A627-A2D5-70C4-39F8-E4861D673236}"/>
              </a:ext>
            </a:extLst>
          </p:cNvPr>
          <p:cNvCxnSpPr>
            <a:cxnSpLocks/>
          </p:cNvCxnSpPr>
          <p:nvPr/>
        </p:nvCxnSpPr>
        <p:spPr>
          <a:xfrm>
            <a:off x="8452271" y="7569921"/>
            <a:ext cx="0" cy="310587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9154E47-E6F8-A314-CFDA-6EBDD2350BCB}"/>
              </a:ext>
            </a:extLst>
          </p:cNvPr>
          <p:cNvGrpSpPr/>
          <p:nvPr/>
        </p:nvGrpSpPr>
        <p:grpSpPr>
          <a:xfrm>
            <a:off x="5234886" y="7713906"/>
            <a:ext cx="3201447" cy="363485"/>
            <a:chOff x="3750989" y="6265974"/>
            <a:chExt cx="1441109" cy="363485"/>
          </a:xfrm>
          <a:solidFill>
            <a:srgbClr val="D8469D"/>
          </a:solidFill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5C4A1CAC-3699-D361-0D6D-A96A94676255}"/>
                </a:ext>
              </a:extLst>
            </p:cNvPr>
            <p:cNvSpPr/>
            <p:nvPr/>
          </p:nvSpPr>
          <p:spPr>
            <a:xfrm>
              <a:off x="3864206" y="6265974"/>
              <a:ext cx="507650" cy="36348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sz="2000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1</a:t>
              </a:r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E49B24E-902D-7567-A96A-0AEFD4991110}"/>
                </a:ext>
              </a:extLst>
            </p:cNvPr>
            <p:cNvCxnSpPr>
              <a:cxnSpLocks/>
              <a:stCxn id="45" idx="1"/>
            </p:cNvCxnSpPr>
            <p:nvPr/>
          </p:nvCxnSpPr>
          <p:spPr>
            <a:xfrm flipH="1">
              <a:off x="3750989" y="6447717"/>
              <a:ext cx="113217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FFA1632-8166-1700-B566-9AD084B3A9B6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>
              <a:off x="4371856" y="6447717"/>
              <a:ext cx="820242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0E7A2A8-309A-47BD-327F-A8A783B15871}"/>
              </a:ext>
            </a:extLst>
          </p:cNvPr>
          <p:cNvGrpSpPr/>
          <p:nvPr/>
        </p:nvGrpSpPr>
        <p:grpSpPr>
          <a:xfrm>
            <a:off x="3762151" y="6325444"/>
            <a:ext cx="2982563" cy="363485"/>
            <a:chOff x="3750989" y="5274254"/>
            <a:chExt cx="1441109" cy="363485"/>
          </a:xfrm>
          <a:solidFill>
            <a:srgbClr val="D8469D"/>
          </a:solidFill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619705B6-0269-448A-2376-3838FBBBA95D}"/>
                </a:ext>
              </a:extLst>
            </p:cNvPr>
            <p:cNvSpPr/>
            <p:nvPr/>
          </p:nvSpPr>
          <p:spPr>
            <a:xfrm>
              <a:off x="4225107" y="5274254"/>
              <a:ext cx="501087" cy="363485"/>
            </a:xfrm>
            <a:prstGeom prst="roundRect">
              <a:avLst/>
            </a:prstGeom>
            <a:solidFill>
              <a:srgbClr val="01D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sz="2000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2</a:t>
              </a:r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A29F8130-7B99-1EE8-01FE-C5FE4B123CE5}"/>
                </a:ext>
              </a:extLst>
            </p:cNvPr>
            <p:cNvCxnSpPr>
              <a:cxnSpLocks/>
              <a:stCxn id="49" idx="1"/>
            </p:cNvCxnSpPr>
            <p:nvPr/>
          </p:nvCxnSpPr>
          <p:spPr>
            <a:xfrm flipH="1">
              <a:off x="3750989" y="5455997"/>
              <a:ext cx="474118" cy="0"/>
            </a:xfrm>
            <a:prstGeom prst="straightConnector1">
              <a:avLst/>
            </a:prstGeom>
            <a:grpFill/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989A0CB-6FD5-CB96-A49F-3C11EAD558B6}"/>
                </a:ext>
              </a:extLst>
            </p:cNvPr>
            <p:cNvCxnSpPr>
              <a:cxnSpLocks/>
              <a:stCxn id="49" idx="3"/>
            </p:cNvCxnSpPr>
            <p:nvPr/>
          </p:nvCxnSpPr>
          <p:spPr>
            <a:xfrm>
              <a:off x="4726194" y="5455997"/>
              <a:ext cx="465904" cy="0"/>
            </a:xfrm>
            <a:prstGeom prst="straightConnector1">
              <a:avLst/>
            </a:prstGeom>
            <a:grpFill/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6">
            <a:extLst>
              <a:ext uri="{FF2B5EF4-FFF2-40B4-BE49-F238E27FC236}">
                <a16:creationId xmlns:a16="http://schemas.microsoft.com/office/drawing/2014/main" id="{ABC4CB49-5FF5-6610-3A78-75F8B0A2680E}"/>
              </a:ext>
            </a:extLst>
          </p:cNvPr>
          <p:cNvSpPr txBox="1"/>
          <p:nvPr/>
        </p:nvSpPr>
        <p:spPr>
          <a:xfrm>
            <a:off x="9109278" y="1368517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</a:t>
            </a:r>
          </a:p>
        </p:txBody>
      </p:sp>
      <p:sp>
        <p:nvSpPr>
          <p:cNvPr id="53" name="TextBox 7">
            <a:extLst>
              <a:ext uri="{FF2B5EF4-FFF2-40B4-BE49-F238E27FC236}">
                <a16:creationId xmlns:a16="http://schemas.microsoft.com/office/drawing/2014/main" id="{3BDB0BB1-BE3E-5E58-1B15-F7B4C0907F8B}"/>
              </a:ext>
            </a:extLst>
          </p:cNvPr>
          <p:cNvSpPr txBox="1"/>
          <p:nvPr/>
        </p:nvSpPr>
        <p:spPr>
          <a:xfrm>
            <a:off x="9109278" y="2763411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54" name="TextBox 8">
            <a:extLst>
              <a:ext uri="{FF2B5EF4-FFF2-40B4-BE49-F238E27FC236}">
                <a16:creationId xmlns:a16="http://schemas.microsoft.com/office/drawing/2014/main" id="{21531A9D-EFAD-854F-C113-286A55DF09C3}"/>
              </a:ext>
            </a:extLst>
          </p:cNvPr>
          <p:cNvSpPr txBox="1"/>
          <p:nvPr/>
        </p:nvSpPr>
        <p:spPr>
          <a:xfrm>
            <a:off x="9247498" y="3724123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5" name="TextBox 9">
            <a:extLst>
              <a:ext uri="{FF2B5EF4-FFF2-40B4-BE49-F238E27FC236}">
                <a16:creationId xmlns:a16="http://schemas.microsoft.com/office/drawing/2014/main" id="{49F835FF-C746-3C17-D54D-23AA613A077A}"/>
              </a:ext>
            </a:extLst>
          </p:cNvPr>
          <p:cNvSpPr txBox="1"/>
          <p:nvPr/>
        </p:nvSpPr>
        <p:spPr>
          <a:xfrm>
            <a:off x="9369479" y="5066929"/>
            <a:ext cx="2542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6" name="TextBox 10">
            <a:extLst>
              <a:ext uri="{FF2B5EF4-FFF2-40B4-BE49-F238E27FC236}">
                <a16:creationId xmlns:a16="http://schemas.microsoft.com/office/drawing/2014/main" id="{D1274190-828B-BFA7-B57A-55801D18CF1D}"/>
              </a:ext>
            </a:extLst>
          </p:cNvPr>
          <p:cNvSpPr txBox="1"/>
          <p:nvPr/>
        </p:nvSpPr>
        <p:spPr>
          <a:xfrm>
            <a:off x="9391917" y="6469753"/>
            <a:ext cx="2496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38377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93A1F-5DF1-AC01-C96E-CD47413372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3887D-31C5-05A7-CFE6-6B02E26273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D25D68-8F8E-674A-3449-630D4A9839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766" r="945" b="7928"/>
          <a:stretch/>
        </p:blipFill>
        <p:spPr>
          <a:xfrm>
            <a:off x="1" y="962819"/>
            <a:ext cx="12168577" cy="68580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13B6EDB-17A2-C4C0-C088-7796A8EE5038}"/>
              </a:ext>
            </a:extLst>
          </p:cNvPr>
          <p:cNvSpPr txBox="1">
            <a:spLocks/>
          </p:cNvSpPr>
          <p:nvPr/>
        </p:nvSpPr>
        <p:spPr>
          <a:xfrm>
            <a:off x="350158" y="2151655"/>
            <a:ext cx="6736442" cy="4964949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PH" altLang="ja-JP" b="1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8481993-3ED0-8DCD-C306-4CDF803E49AA}"/>
              </a:ext>
            </a:extLst>
          </p:cNvPr>
          <p:cNvCxnSpPr>
            <a:cxnSpLocks/>
          </p:cNvCxnSpPr>
          <p:nvPr/>
        </p:nvCxnSpPr>
        <p:spPr>
          <a:xfrm>
            <a:off x="2567292" y="1981391"/>
            <a:ext cx="122691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CA20E8-0A21-646C-405A-245DA0401039}"/>
                  </a:ext>
                </a:extLst>
              </p:cNvPr>
              <p:cNvSpPr txBox="1"/>
              <p:nvPr/>
            </p:nvSpPr>
            <p:spPr>
              <a:xfrm>
                <a:off x="2326390" y="1432135"/>
                <a:ext cx="20794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2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s/div.</a:t>
                </a:r>
                <a:endParaRPr lang="en-PH" sz="2400" b="1" baseline="-25000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CA20E8-0A21-646C-405A-245DA0401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390" y="1432135"/>
                <a:ext cx="2079498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3925886-7240-9611-819D-6BF64B49FC29}"/>
              </a:ext>
            </a:extLst>
          </p:cNvPr>
          <p:cNvCxnSpPr>
            <a:cxnSpLocks/>
          </p:cNvCxnSpPr>
          <p:nvPr/>
        </p:nvCxnSpPr>
        <p:spPr>
          <a:xfrm>
            <a:off x="770512" y="3365334"/>
            <a:ext cx="293996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8C1D1A-7868-95FD-FCD9-3FA24010AE08}"/>
                  </a:ext>
                </a:extLst>
              </p:cNvPr>
              <p:cNvSpPr txBox="1"/>
              <p:nvPr/>
            </p:nvSpPr>
            <p:spPr>
              <a:xfrm>
                <a:off x="806458" y="2605323"/>
                <a:ext cx="29040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½ </a:t>
                </a:r>
                <a:r>
                  <a:rPr lang="en-US" sz="2400" b="1" i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T</a:t>
                </a:r>
                <a:r>
                  <a:rPr lang="en-US" sz="2400" b="1" baseline="-25000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s</a:t>
                </a:r>
                <a:r>
                  <a:rPr lang="en-US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(5</a:t>
                </a:r>
                <a14:m>
                  <m:oMath xmlns:m="http://schemas.openxmlformats.org/officeDocument/2006/math">
                    <m:r>
                      <a:rPr lang="en-PH" sz="2400" b="1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s)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8C1D1A-7868-95FD-FCD9-3FA24010A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58" y="2605323"/>
                <a:ext cx="2904019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3F38BC-20B7-9D37-03D4-8A885F5491FC}"/>
              </a:ext>
            </a:extLst>
          </p:cNvPr>
          <p:cNvCxnSpPr>
            <a:cxnSpLocks/>
          </p:cNvCxnSpPr>
          <p:nvPr/>
        </p:nvCxnSpPr>
        <p:spPr>
          <a:xfrm>
            <a:off x="721974" y="6431815"/>
            <a:ext cx="0" cy="1358139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A998C1D-0EF4-00E7-32DB-3C1985976B15}"/>
              </a:ext>
            </a:extLst>
          </p:cNvPr>
          <p:cNvCxnSpPr>
            <a:cxnSpLocks/>
          </p:cNvCxnSpPr>
          <p:nvPr/>
        </p:nvCxnSpPr>
        <p:spPr>
          <a:xfrm flipH="1">
            <a:off x="3759944" y="6431815"/>
            <a:ext cx="4" cy="138900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55BD66-9E3D-0C66-6D8D-43A0A650A03A}"/>
              </a:ext>
            </a:extLst>
          </p:cNvPr>
          <p:cNvGrpSpPr/>
          <p:nvPr/>
        </p:nvGrpSpPr>
        <p:grpSpPr>
          <a:xfrm>
            <a:off x="3312025" y="7637033"/>
            <a:ext cx="3464967" cy="363485"/>
            <a:chOff x="3191887" y="6265974"/>
            <a:chExt cx="2009917" cy="363485"/>
          </a:xfrm>
          <a:solidFill>
            <a:srgbClr val="D8469D"/>
          </a:solidFill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692F725-9A06-84EE-BE24-45E9DA1ECDD3}"/>
                </a:ext>
              </a:extLst>
            </p:cNvPr>
            <p:cNvSpPr/>
            <p:nvPr/>
          </p:nvSpPr>
          <p:spPr>
            <a:xfrm>
              <a:off x="3872530" y="6265974"/>
              <a:ext cx="710152" cy="363485"/>
            </a:xfrm>
            <a:prstGeom prst="roundRect">
              <a:avLst/>
            </a:prstGeom>
            <a:grpFill/>
            <a:ln>
              <a:solidFill>
                <a:srgbClr val="D846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1</a:t>
              </a:r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23A9875-3BE3-965E-FE1A-70DB992075BE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3191887" y="6447717"/>
              <a:ext cx="680643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96C7071-F97E-3D3C-DA74-B6D72BD8728F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4582682" y="6447717"/>
              <a:ext cx="619122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D978B5E-E08C-58DC-B564-5E1BA00E02F0}"/>
              </a:ext>
            </a:extLst>
          </p:cNvPr>
          <p:cNvCxnSpPr>
            <a:cxnSpLocks/>
          </p:cNvCxnSpPr>
          <p:nvPr/>
        </p:nvCxnSpPr>
        <p:spPr>
          <a:xfrm>
            <a:off x="6798264" y="6439949"/>
            <a:ext cx="0" cy="138087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F80DB71-AF8D-989E-E8F7-D12CD8AD0B3F}"/>
              </a:ext>
            </a:extLst>
          </p:cNvPr>
          <p:cNvCxnSpPr>
            <a:cxnSpLocks/>
          </p:cNvCxnSpPr>
          <p:nvPr/>
        </p:nvCxnSpPr>
        <p:spPr>
          <a:xfrm>
            <a:off x="721974" y="3365334"/>
            <a:ext cx="0" cy="267540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03A9DB-7992-B7B3-611F-F12C0AEE24DB}"/>
              </a:ext>
            </a:extLst>
          </p:cNvPr>
          <p:cNvCxnSpPr>
            <a:cxnSpLocks/>
          </p:cNvCxnSpPr>
          <p:nvPr/>
        </p:nvCxnSpPr>
        <p:spPr>
          <a:xfrm>
            <a:off x="3761276" y="3365334"/>
            <a:ext cx="0" cy="267540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FA4C6EF-39B8-9EB0-9949-0AA8F9AE46FC}"/>
              </a:ext>
            </a:extLst>
          </p:cNvPr>
          <p:cNvGrpSpPr/>
          <p:nvPr/>
        </p:nvGrpSpPr>
        <p:grpSpPr>
          <a:xfrm>
            <a:off x="752456" y="4894207"/>
            <a:ext cx="2966765" cy="363485"/>
            <a:chOff x="4028441" y="5945152"/>
            <a:chExt cx="1441109" cy="363485"/>
          </a:xfrm>
          <a:solidFill>
            <a:srgbClr val="2424B7"/>
          </a:solidFill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958EFF3-E4C3-C0E5-20EF-61EBFB37E95E}"/>
                </a:ext>
              </a:extLst>
            </p:cNvPr>
            <p:cNvSpPr/>
            <p:nvPr/>
          </p:nvSpPr>
          <p:spPr>
            <a:xfrm>
              <a:off x="4458794" y="5945152"/>
              <a:ext cx="565923" cy="363485"/>
            </a:xfrm>
            <a:prstGeom prst="roundRect">
              <a:avLst/>
            </a:prstGeom>
            <a:solidFill>
              <a:srgbClr val="FD91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S</a:t>
              </a:r>
              <a:r>
                <a:rPr lang="en-US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1</a:t>
              </a:r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22381BC-2F9F-6804-7445-AC3C940EB32A}"/>
                </a:ext>
              </a:extLst>
            </p:cNvPr>
            <p:cNvCxnSpPr>
              <a:cxnSpLocks/>
              <a:stCxn id="20" idx="1"/>
            </p:cNvCxnSpPr>
            <p:nvPr/>
          </p:nvCxnSpPr>
          <p:spPr>
            <a:xfrm flipH="1">
              <a:off x="4028441" y="6126895"/>
              <a:ext cx="430353" cy="0"/>
            </a:xfrm>
            <a:prstGeom prst="straightConnector1">
              <a:avLst/>
            </a:prstGeom>
            <a:solidFill>
              <a:srgbClr val="FD9116"/>
            </a:solidFill>
            <a:ln w="38100">
              <a:solidFill>
                <a:srgbClr val="FD911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A6B0324-12E0-EDBE-087C-4416BE8BAAF6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>
              <a:off x="5024717" y="6126895"/>
              <a:ext cx="444833" cy="0"/>
            </a:xfrm>
            <a:prstGeom prst="straightConnector1">
              <a:avLst/>
            </a:prstGeom>
            <a:solidFill>
              <a:srgbClr val="FD9116"/>
            </a:solidFill>
            <a:ln w="38100">
              <a:solidFill>
                <a:srgbClr val="FD911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1561F8A-D94B-5032-C314-E624C762E224}"/>
              </a:ext>
            </a:extLst>
          </p:cNvPr>
          <p:cNvCxnSpPr>
            <a:cxnSpLocks/>
          </p:cNvCxnSpPr>
          <p:nvPr/>
        </p:nvCxnSpPr>
        <p:spPr>
          <a:xfrm>
            <a:off x="7063450" y="3363555"/>
            <a:ext cx="0" cy="266410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A84A924-8B49-27E1-3F5B-2747C49F2998}"/>
              </a:ext>
            </a:extLst>
          </p:cNvPr>
          <p:cNvGrpSpPr/>
          <p:nvPr/>
        </p:nvGrpSpPr>
        <p:grpSpPr>
          <a:xfrm>
            <a:off x="790575" y="3647283"/>
            <a:ext cx="3239161" cy="461665"/>
            <a:chOff x="3114890" y="2684463"/>
            <a:chExt cx="4123274" cy="46166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ECDB682-0D60-C642-FAA3-CC9BFACE2D15}"/>
                </a:ext>
              </a:extLst>
            </p:cNvPr>
            <p:cNvSpPr txBox="1"/>
            <p:nvPr/>
          </p:nvSpPr>
          <p:spPr>
            <a:xfrm>
              <a:off x="3750407" y="2684463"/>
              <a:ext cx="29040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i="1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S</a:t>
              </a:r>
              <a:r>
                <a:rPr lang="en-US" sz="2400" b="1" baseline="-25000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1 </a:t>
              </a:r>
              <a:r>
                <a:rPr lang="en-US" sz="2400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OFF</a:t>
              </a:r>
              <a:endParaRPr lang="en-PH" sz="2400" b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D70061E-DF4E-1F90-489A-419CC0BBA6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14890" y="3007628"/>
              <a:ext cx="107924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B8AF508-D145-C05F-D6DD-D8F65E686BEE}"/>
                </a:ext>
              </a:extLst>
            </p:cNvPr>
            <p:cNvCxnSpPr>
              <a:cxnSpLocks/>
            </p:cNvCxnSpPr>
            <p:nvPr/>
          </p:nvCxnSpPr>
          <p:spPr>
            <a:xfrm>
              <a:off x="6175100" y="3007628"/>
              <a:ext cx="106306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9DB06E8-B08F-761B-3CEA-18FC01863E15}"/>
              </a:ext>
            </a:extLst>
          </p:cNvPr>
          <p:cNvCxnSpPr>
            <a:cxnSpLocks/>
          </p:cNvCxnSpPr>
          <p:nvPr/>
        </p:nvCxnSpPr>
        <p:spPr>
          <a:xfrm>
            <a:off x="4078779" y="3722953"/>
            <a:ext cx="0" cy="2304703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BFD6F1A-9527-37EE-070E-014C720C4E34}"/>
              </a:ext>
            </a:extLst>
          </p:cNvPr>
          <p:cNvGrpSpPr/>
          <p:nvPr/>
        </p:nvGrpSpPr>
        <p:grpSpPr>
          <a:xfrm>
            <a:off x="3794166" y="3040391"/>
            <a:ext cx="3242386" cy="461665"/>
            <a:chOff x="6162416" y="2431239"/>
            <a:chExt cx="4123274" cy="46166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5BADE7F-0E7D-C6AD-A3F6-9EF8F5ED272A}"/>
                </a:ext>
              </a:extLst>
            </p:cNvPr>
            <p:cNvSpPr txBox="1"/>
            <p:nvPr/>
          </p:nvSpPr>
          <p:spPr>
            <a:xfrm>
              <a:off x="6797932" y="2431239"/>
              <a:ext cx="29040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i="1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S</a:t>
              </a:r>
              <a:r>
                <a:rPr lang="en-US" sz="2400" b="1" baseline="-25000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2 </a:t>
              </a:r>
              <a:r>
                <a:rPr lang="en-US" sz="2400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OFF</a:t>
              </a:r>
              <a:endParaRPr lang="en-PH" sz="2400" b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830937C-52CE-4116-F108-CC5AEF6491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62416" y="2754404"/>
              <a:ext cx="118050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86EF215-F908-9047-22F8-8D1BB6A94214}"/>
                </a:ext>
              </a:extLst>
            </p:cNvPr>
            <p:cNvCxnSpPr>
              <a:cxnSpLocks/>
            </p:cNvCxnSpPr>
            <p:nvPr/>
          </p:nvCxnSpPr>
          <p:spPr>
            <a:xfrm>
              <a:off x="9241709" y="2754404"/>
              <a:ext cx="104398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6091E4-6F00-417A-440D-8080BBE5EB55}"/>
              </a:ext>
            </a:extLst>
          </p:cNvPr>
          <p:cNvGrpSpPr/>
          <p:nvPr/>
        </p:nvGrpSpPr>
        <p:grpSpPr>
          <a:xfrm>
            <a:off x="782242" y="6234890"/>
            <a:ext cx="2936974" cy="363485"/>
            <a:chOff x="3750989" y="5274254"/>
            <a:chExt cx="1441109" cy="363485"/>
          </a:xfrm>
          <a:solidFill>
            <a:srgbClr val="01D995"/>
          </a:solidFill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D6955C06-2293-424B-67A6-00E7511F0396}"/>
                </a:ext>
              </a:extLst>
            </p:cNvPr>
            <p:cNvSpPr/>
            <p:nvPr/>
          </p:nvSpPr>
          <p:spPr>
            <a:xfrm>
              <a:off x="4216262" y="5274254"/>
              <a:ext cx="508863" cy="363485"/>
            </a:xfrm>
            <a:prstGeom prst="roundRect">
              <a:avLst/>
            </a:prstGeom>
            <a:grpFill/>
            <a:ln>
              <a:solidFill>
                <a:srgbClr val="01D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2</a:t>
              </a:r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13FF3C1-5297-5510-250A-064AD32BE601}"/>
                </a:ext>
              </a:extLst>
            </p:cNvPr>
            <p:cNvCxnSpPr>
              <a:cxnSpLocks/>
              <a:stCxn id="34" idx="1"/>
            </p:cNvCxnSpPr>
            <p:nvPr/>
          </p:nvCxnSpPr>
          <p:spPr>
            <a:xfrm flipH="1">
              <a:off x="3750989" y="5455997"/>
              <a:ext cx="465273" cy="0"/>
            </a:xfrm>
            <a:prstGeom prst="straightConnector1">
              <a:avLst/>
            </a:prstGeom>
            <a:grpFill/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B55997D-3AE5-431C-5B9B-CC16BCAC157D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4725125" y="5455997"/>
              <a:ext cx="466973" cy="0"/>
            </a:xfrm>
            <a:prstGeom prst="straightConnector1">
              <a:avLst/>
            </a:prstGeom>
            <a:grpFill/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86990B1-1106-8664-1656-DAAAA3980DF1}"/>
              </a:ext>
            </a:extLst>
          </p:cNvPr>
          <p:cNvCxnSpPr>
            <a:cxnSpLocks/>
          </p:cNvCxnSpPr>
          <p:nvPr/>
        </p:nvCxnSpPr>
        <p:spPr>
          <a:xfrm>
            <a:off x="3273021" y="7180147"/>
            <a:ext cx="0" cy="609806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5762627-49AF-674C-65D2-65B44DF6C40E}"/>
              </a:ext>
            </a:extLst>
          </p:cNvPr>
          <p:cNvCxnSpPr>
            <a:cxnSpLocks/>
          </p:cNvCxnSpPr>
          <p:nvPr/>
        </p:nvCxnSpPr>
        <p:spPr>
          <a:xfrm>
            <a:off x="9420892" y="7180147"/>
            <a:ext cx="0" cy="609806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7D4C676-4B95-A2E2-3CCC-313BBBF41940}"/>
              </a:ext>
            </a:extLst>
          </p:cNvPr>
          <p:cNvGrpSpPr/>
          <p:nvPr/>
        </p:nvGrpSpPr>
        <p:grpSpPr>
          <a:xfrm>
            <a:off x="6807745" y="7648975"/>
            <a:ext cx="2613148" cy="363485"/>
            <a:chOff x="3404202" y="6265974"/>
            <a:chExt cx="1787896" cy="363485"/>
          </a:xfrm>
          <a:solidFill>
            <a:srgbClr val="01D995"/>
          </a:solidFill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40AC0DB7-D6D3-1AB6-E4F8-A7255EA04973}"/>
                </a:ext>
              </a:extLst>
            </p:cNvPr>
            <p:cNvSpPr/>
            <p:nvPr/>
          </p:nvSpPr>
          <p:spPr>
            <a:xfrm>
              <a:off x="3781483" y="6265974"/>
              <a:ext cx="760721" cy="363485"/>
            </a:xfrm>
            <a:prstGeom prst="roundRect">
              <a:avLst/>
            </a:prstGeom>
            <a:grpFill/>
            <a:ln>
              <a:solidFill>
                <a:srgbClr val="01D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2</a:t>
              </a:r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F951C93-4340-874B-E5A9-552B326B4F3A}"/>
                </a:ext>
              </a:extLst>
            </p:cNvPr>
            <p:cNvCxnSpPr>
              <a:cxnSpLocks/>
              <a:stCxn id="40" idx="1"/>
            </p:cNvCxnSpPr>
            <p:nvPr/>
          </p:nvCxnSpPr>
          <p:spPr>
            <a:xfrm flipH="1">
              <a:off x="3404202" y="6447717"/>
              <a:ext cx="377281" cy="0"/>
            </a:xfrm>
            <a:prstGeom prst="straightConnector1">
              <a:avLst/>
            </a:prstGeom>
            <a:grpFill/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2539805-9E58-F959-F71B-D3F1CB301A57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>
              <a:off x="4542203" y="6447717"/>
              <a:ext cx="649895" cy="0"/>
            </a:xfrm>
            <a:prstGeom prst="straightConnector1">
              <a:avLst/>
            </a:prstGeom>
            <a:grpFill/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0B5CBF5-FA95-984F-26BB-BB20BEFCF830}"/>
              </a:ext>
            </a:extLst>
          </p:cNvPr>
          <p:cNvGrpSpPr/>
          <p:nvPr/>
        </p:nvGrpSpPr>
        <p:grpSpPr>
          <a:xfrm>
            <a:off x="3759837" y="6234890"/>
            <a:ext cx="2982563" cy="363485"/>
            <a:chOff x="3750989" y="5274254"/>
            <a:chExt cx="1441109" cy="363485"/>
          </a:xfrm>
          <a:solidFill>
            <a:srgbClr val="D8469D"/>
          </a:solidFill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E7AA8946-68B5-1CB4-825B-E167C034587F}"/>
                </a:ext>
              </a:extLst>
            </p:cNvPr>
            <p:cNvSpPr/>
            <p:nvPr/>
          </p:nvSpPr>
          <p:spPr>
            <a:xfrm>
              <a:off x="4225107" y="5274254"/>
              <a:ext cx="501087" cy="363485"/>
            </a:xfrm>
            <a:prstGeom prst="roundRect">
              <a:avLst/>
            </a:prstGeom>
            <a:grpFill/>
            <a:ln>
              <a:solidFill>
                <a:srgbClr val="D846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1</a:t>
              </a:r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891BFD08-1187-DCC4-F2B8-24B20D3C883E}"/>
                </a:ext>
              </a:extLst>
            </p:cNvPr>
            <p:cNvCxnSpPr>
              <a:cxnSpLocks/>
              <a:stCxn id="44" idx="1"/>
            </p:cNvCxnSpPr>
            <p:nvPr/>
          </p:nvCxnSpPr>
          <p:spPr>
            <a:xfrm flipH="1">
              <a:off x="3750989" y="5455997"/>
              <a:ext cx="474118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0D90B3B3-6005-4687-E81B-82B87E6150D2}"/>
                </a:ext>
              </a:extLst>
            </p:cNvPr>
            <p:cNvCxnSpPr>
              <a:cxnSpLocks/>
              <a:stCxn id="44" idx="3"/>
            </p:cNvCxnSpPr>
            <p:nvPr/>
          </p:nvCxnSpPr>
          <p:spPr>
            <a:xfrm>
              <a:off x="4726194" y="5455997"/>
              <a:ext cx="465904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F61DA86-46E3-51A4-6B95-777DA99259B2}"/>
              </a:ext>
            </a:extLst>
          </p:cNvPr>
          <p:cNvGrpSpPr/>
          <p:nvPr/>
        </p:nvGrpSpPr>
        <p:grpSpPr>
          <a:xfrm>
            <a:off x="3784258" y="5124760"/>
            <a:ext cx="2973367" cy="363485"/>
            <a:chOff x="3126376" y="6824808"/>
            <a:chExt cx="1441110" cy="363485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0B717FB-3786-19DA-A39A-3900823614D8}"/>
                </a:ext>
              </a:extLst>
            </p:cNvPr>
            <p:cNvCxnSpPr>
              <a:cxnSpLocks/>
              <a:stCxn id="50" idx="1"/>
            </p:cNvCxnSpPr>
            <p:nvPr/>
          </p:nvCxnSpPr>
          <p:spPr>
            <a:xfrm flipH="1">
              <a:off x="3126376" y="7006551"/>
              <a:ext cx="470434" cy="0"/>
            </a:xfrm>
            <a:prstGeom prst="straightConnector1">
              <a:avLst/>
            </a:prstGeom>
            <a:solidFill>
              <a:srgbClr val="FD9116"/>
            </a:solidFill>
            <a:ln w="38100">
              <a:solidFill>
                <a:srgbClr val="2424B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27F812A-3A5D-7201-64EE-EFDB4E5F87D6}"/>
                </a:ext>
              </a:extLst>
            </p:cNvPr>
            <p:cNvCxnSpPr>
              <a:cxnSpLocks/>
              <a:stCxn id="50" idx="3"/>
            </p:cNvCxnSpPr>
            <p:nvPr/>
          </p:nvCxnSpPr>
          <p:spPr>
            <a:xfrm>
              <a:off x="4124074" y="7006551"/>
              <a:ext cx="443412" cy="0"/>
            </a:xfrm>
            <a:prstGeom prst="straightConnector1">
              <a:avLst/>
            </a:prstGeom>
            <a:solidFill>
              <a:srgbClr val="FD9116"/>
            </a:solidFill>
            <a:ln w="38100">
              <a:solidFill>
                <a:srgbClr val="2424B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4F36ABB3-048B-A03B-0ABA-5BB9FFD2501B}"/>
                </a:ext>
              </a:extLst>
            </p:cNvPr>
            <p:cNvSpPr/>
            <p:nvPr/>
          </p:nvSpPr>
          <p:spPr>
            <a:xfrm>
              <a:off x="3596810" y="6824808"/>
              <a:ext cx="527264" cy="363485"/>
            </a:xfrm>
            <a:prstGeom prst="roundRect">
              <a:avLst/>
            </a:prstGeom>
            <a:solidFill>
              <a:srgbClr val="2424B7"/>
            </a:solidFill>
            <a:ln>
              <a:solidFill>
                <a:srgbClr val="2424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b="1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S</a:t>
              </a:r>
              <a:r>
                <a:rPr lang="en-US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2</a:t>
              </a:r>
              <a:r>
                <a:rPr lang="en-US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</p:grpSp>
      <p:sp>
        <p:nvSpPr>
          <p:cNvPr id="51" name="TextBox 6">
            <a:extLst>
              <a:ext uri="{FF2B5EF4-FFF2-40B4-BE49-F238E27FC236}">
                <a16:creationId xmlns:a16="http://schemas.microsoft.com/office/drawing/2014/main" id="{672C3DB4-B19B-FEAA-7AE4-856101B46DCE}"/>
              </a:ext>
            </a:extLst>
          </p:cNvPr>
          <p:cNvSpPr txBox="1"/>
          <p:nvPr/>
        </p:nvSpPr>
        <p:spPr>
          <a:xfrm>
            <a:off x="9109279" y="1277963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</a:t>
            </a:r>
          </a:p>
        </p:txBody>
      </p:sp>
      <p:sp>
        <p:nvSpPr>
          <p:cNvPr id="52" name="TextBox 7">
            <a:extLst>
              <a:ext uri="{FF2B5EF4-FFF2-40B4-BE49-F238E27FC236}">
                <a16:creationId xmlns:a16="http://schemas.microsoft.com/office/drawing/2014/main" id="{3EE13FF2-0C25-F4B0-B5B3-5D153C4B8F1F}"/>
              </a:ext>
            </a:extLst>
          </p:cNvPr>
          <p:cNvSpPr txBox="1"/>
          <p:nvPr/>
        </p:nvSpPr>
        <p:spPr>
          <a:xfrm>
            <a:off x="9109279" y="2672857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53" name="TextBox 8">
            <a:extLst>
              <a:ext uri="{FF2B5EF4-FFF2-40B4-BE49-F238E27FC236}">
                <a16:creationId xmlns:a16="http://schemas.microsoft.com/office/drawing/2014/main" id="{C5795B7A-5354-536E-ECBC-86028A4DF0F5}"/>
              </a:ext>
            </a:extLst>
          </p:cNvPr>
          <p:cNvSpPr txBox="1"/>
          <p:nvPr/>
        </p:nvSpPr>
        <p:spPr>
          <a:xfrm>
            <a:off x="9247499" y="3633569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4" name="TextBox 9">
            <a:extLst>
              <a:ext uri="{FF2B5EF4-FFF2-40B4-BE49-F238E27FC236}">
                <a16:creationId xmlns:a16="http://schemas.microsoft.com/office/drawing/2014/main" id="{7E01A17E-A5EE-E09E-5647-488A08C02E76}"/>
              </a:ext>
            </a:extLst>
          </p:cNvPr>
          <p:cNvSpPr txBox="1"/>
          <p:nvPr/>
        </p:nvSpPr>
        <p:spPr>
          <a:xfrm>
            <a:off x="9369480" y="4976375"/>
            <a:ext cx="2542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5" name="TextBox 10">
            <a:extLst>
              <a:ext uri="{FF2B5EF4-FFF2-40B4-BE49-F238E27FC236}">
                <a16:creationId xmlns:a16="http://schemas.microsoft.com/office/drawing/2014/main" id="{A8CAC65E-94CC-F6E7-C37A-5C741F328B34}"/>
              </a:ext>
            </a:extLst>
          </p:cNvPr>
          <p:cNvSpPr txBox="1"/>
          <p:nvPr/>
        </p:nvSpPr>
        <p:spPr>
          <a:xfrm>
            <a:off x="9391918" y="6379199"/>
            <a:ext cx="2496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92661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1A918A1-69C7-8D79-6F9C-B8EEF5F64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 descr="A screen shot of a computer&#10;&#10;Description automatically generated">
            <a:extLst>
              <a:ext uri="{FF2B5EF4-FFF2-40B4-BE49-F238E27FC236}">
                <a16:creationId xmlns:a16="http://schemas.microsoft.com/office/drawing/2014/main" id="{FC3A3F28-D9F6-01F4-BFD3-E118D94E77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5" r="1000" b="7664"/>
          <a:stretch/>
        </p:blipFill>
        <p:spPr>
          <a:xfrm>
            <a:off x="-1" y="962819"/>
            <a:ext cx="12226989" cy="6858000"/>
          </a:xfrm>
          <a:prstGeom prst="rect">
            <a:avLst/>
          </a:prstGeom>
        </p:spPr>
      </p:pic>
      <p:sp>
        <p:nvSpPr>
          <p:cNvPr id="57" name="テキスト プレースホルダー 2">
            <a:extLst>
              <a:ext uri="{FF2B5EF4-FFF2-40B4-BE49-F238E27FC236}">
                <a16:creationId xmlns:a16="http://schemas.microsoft.com/office/drawing/2014/main" id="{AF8F1176-9B27-3782-8614-9D86E2F05095}"/>
              </a:ext>
            </a:extLst>
          </p:cNvPr>
          <p:cNvSpPr txBox="1">
            <a:spLocks/>
          </p:cNvSpPr>
          <p:nvPr/>
        </p:nvSpPr>
        <p:spPr>
          <a:xfrm>
            <a:off x="350158" y="2151654"/>
            <a:ext cx="6736442" cy="4964949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PH" altLang="ja-JP" b="1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17EC57C-07F6-3BDF-DA74-415BA68655FC}"/>
              </a:ext>
            </a:extLst>
          </p:cNvPr>
          <p:cNvCxnSpPr/>
          <p:nvPr/>
        </p:nvCxnSpPr>
        <p:spPr>
          <a:xfrm>
            <a:off x="893218" y="1981391"/>
            <a:ext cx="122691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A456669-7694-4076-786F-C5FA4C8B5D27}"/>
                  </a:ext>
                </a:extLst>
              </p:cNvPr>
              <p:cNvSpPr txBox="1"/>
              <p:nvPr/>
            </p:nvSpPr>
            <p:spPr>
              <a:xfrm>
                <a:off x="466927" y="1434595"/>
                <a:ext cx="20794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PH" sz="2400" b="1" i="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s/div.</a:t>
                </a:r>
                <a:endParaRPr lang="en-PH" sz="2400" b="1" baseline="-25000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A456669-7694-4076-786F-C5FA4C8B5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27" y="1434595"/>
                <a:ext cx="2079498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70DF4F8-71D1-FCF1-8609-B87517227E2A}"/>
              </a:ext>
            </a:extLst>
          </p:cNvPr>
          <p:cNvSpPr/>
          <p:nvPr/>
        </p:nvSpPr>
        <p:spPr>
          <a:xfrm>
            <a:off x="4919185" y="6856069"/>
            <a:ext cx="1037066" cy="363485"/>
          </a:xfrm>
          <a:prstGeom prst="roundRect">
            <a:avLst/>
          </a:prstGeom>
          <a:solidFill>
            <a:srgbClr val="01D995"/>
          </a:solidFill>
          <a:ln>
            <a:solidFill>
              <a:srgbClr val="01D9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US" sz="20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US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  <a:r>
              <a:rPr 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= 0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221CFD35-DF7F-CA74-64C8-ED68B2D4B7AF}"/>
              </a:ext>
            </a:extLst>
          </p:cNvPr>
          <p:cNvSpPr/>
          <p:nvPr/>
        </p:nvSpPr>
        <p:spPr>
          <a:xfrm>
            <a:off x="4925609" y="5454675"/>
            <a:ext cx="1048987" cy="363485"/>
          </a:xfrm>
          <a:prstGeom prst="roundRect">
            <a:avLst/>
          </a:prstGeom>
          <a:solidFill>
            <a:srgbClr val="2424B7"/>
          </a:solidFill>
          <a:ln>
            <a:solidFill>
              <a:srgbClr val="2424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US" sz="2000" b="1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US" sz="20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  <a:r>
              <a: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= 0</a:t>
            </a:r>
          </a:p>
        </p:txBody>
      </p:sp>
      <p:sp>
        <p:nvSpPr>
          <p:cNvPr id="62" name="TextBox 6">
            <a:extLst>
              <a:ext uri="{FF2B5EF4-FFF2-40B4-BE49-F238E27FC236}">
                <a16:creationId xmlns:a16="http://schemas.microsoft.com/office/drawing/2014/main" id="{98312E59-1DD0-2273-786A-0E5D8A371121}"/>
              </a:ext>
            </a:extLst>
          </p:cNvPr>
          <p:cNvSpPr txBox="1"/>
          <p:nvPr/>
        </p:nvSpPr>
        <p:spPr>
          <a:xfrm>
            <a:off x="9109278" y="1277962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</a:t>
            </a:r>
          </a:p>
        </p:txBody>
      </p:sp>
      <p:sp>
        <p:nvSpPr>
          <p:cNvPr id="63" name="TextBox 7">
            <a:extLst>
              <a:ext uri="{FF2B5EF4-FFF2-40B4-BE49-F238E27FC236}">
                <a16:creationId xmlns:a16="http://schemas.microsoft.com/office/drawing/2014/main" id="{2BC61E7A-6D2B-FB0C-1C5A-B683599F9C92}"/>
              </a:ext>
            </a:extLst>
          </p:cNvPr>
          <p:cNvSpPr txBox="1"/>
          <p:nvPr/>
        </p:nvSpPr>
        <p:spPr>
          <a:xfrm>
            <a:off x="9109278" y="2672856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64" name="TextBox 8">
            <a:extLst>
              <a:ext uri="{FF2B5EF4-FFF2-40B4-BE49-F238E27FC236}">
                <a16:creationId xmlns:a16="http://schemas.microsoft.com/office/drawing/2014/main" id="{EC83D1E1-B47F-7E3F-4783-6486E5AF8BA4}"/>
              </a:ext>
            </a:extLst>
          </p:cNvPr>
          <p:cNvSpPr txBox="1"/>
          <p:nvPr/>
        </p:nvSpPr>
        <p:spPr>
          <a:xfrm>
            <a:off x="9247498" y="3633568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5" name="TextBox 9">
            <a:extLst>
              <a:ext uri="{FF2B5EF4-FFF2-40B4-BE49-F238E27FC236}">
                <a16:creationId xmlns:a16="http://schemas.microsoft.com/office/drawing/2014/main" id="{9720C8C4-4D55-357F-2E45-4108FCBC1A55}"/>
              </a:ext>
            </a:extLst>
          </p:cNvPr>
          <p:cNvSpPr txBox="1"/>
          <p:nvPr/>
        </p:nvSpPr>
        <p:spPr>
          <a:xfrm>
            <a:off x="9369479" y="4976374"/>
            <a:ext cx="2542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6" name="TextBox 10">
            <a:extLst>
              <a:ext uri="{FF2B5EF4-FFF2-40B4-BE49-F238E27FC236}">
                <a16:creationId xmlns:a16="http://schemas.microsoft.com/office/drawing/2014/main" id="{B73830D1-7C33-9707-8F10-AEA21443D13D}"/>
              </a:ext>
            </a:extLst>
          </p:cNvPr>
          <p:cNvSpPr txBox="1"/>
          <p:nvPr/>
        </p:nvSpPr>
        <p:spPr>
          <a:xfrm>
            <a:off x="9391917" y="6379198"/>
            <a:ext cx="2496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26685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48F9E08FCBCA4D97C501797DD77055" ma:contentTypeVersion="15" ma:contentTypeDescription="Create a new document." ma:contentTypeScope="" ma:versionID="5e61b7aefeadb5285d5a14580018ebe6">
  <xsd:schema xmlns:xsd="http://www.w3.org/2001/XMLSchema" xmlns:xs="http://www.w3.org/2001/XMLSchema" xmlns:p="http://schemas.microsoft.com/office/2006/metadata/properties" xmlns:ns2="a467c89e-8fcb-4823-bdf1-695ce34cef85" xmlns:ns3="cde2bb3c-e17e-439d-93e2-85cf17214342" targetNamespace="http://schemas.microsoft.com/office/2006/metadata/properties" ma:root="true" ma:fieldsID="dfdad7812db6fa7815d8463d28d9f9e7" ns2:_="" ns3:_="">
    <xsd:import namespace="a467c89e-8fcb-4823-bdf1-695ce34cef85"/>
    <xsd:import namespace="cde2bb3c-e17e-439d-93e2-85cf172143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67c89e-8fcb-4823-bdf1-695ce34cef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665d802-0e3f-4965-8b3e-31b3bf3530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e2bb3c-e17e-439d-93e2-85cf1721434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f93ddddf-d03b-401e-a35e-6bb76b04fe58}" ma:internalName="TaxCatchAll" ma:showField="CatchAllData" ma:web="cde2bb3c-e17e-439d-93e2-85cf172143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467c89e-8fcb-4823-bdf1-695ce34cef85">
      <Terms xmlns="http://schemas.microsoft.com/office/infopath/2007/PartnerControls"/>
    </lcf76f155ced4ddcb4097134ff3c332f>
    <TaxCatchAll xmlns="cde2bb3c-e17e-439d-93e2-85cf17214342" xsi:nil="true"/>
  </documentManagement>
</p:properties>
</file>

<file path=customXml/itemProps1.xml><?xml version="1.0" encoding="utf-8"?>
<ds:datastoreItem xmlns:ds="http://schemas.openxmlformats.org/officeDocument/2006/customXml" ds:itemID="{1F9D4710-AB6F-4B19-9ADE-605229E50BCE}"/>
</file>

<file path=customXml/itemProps2.xml><?xml version="1.0" encoding="utf-8"?>
<ds:datastoreItem xmlns:ds="http://schemas.openxmlformats.org/officeDocument/2006/customXml" ds:itemID="{38318502-10DB-45A5-AF28-83E5EB67356E}"/>
</file>

<file path=customXml/itemProps3.xml><?xml version="1.0" encoding="utf-8"?>
<ds:datastoreItem xmlns:ds="http://schemas.openxmlformats.org/officeDocument/2006/customXml" ds:itemID="{EB566404-CC79-483F-B327-1CD554E5BE0D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1349</TotalTime>
  <Words>131</Words>
  <Application>Microsoft Office PowerPoint</Application>
  <PresentationFormat>Custom</PresentationFormat>
  <Paragraphs>44</Paragraphs>
  <Slides>4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ROQUE Karl Raymond Dela Cruz</dc:creator>
  <cp:lastModifiedBy>ROQUE Karl Raymond Dela Cruz</cp:lastModifiedBy>
  <cp:revision>4</cp:revision>
  <dcterms:created xsi:type="dcterms:W3CDTF">2026-01-15T07:48:16Z</dcterms:created>
  <dcterms:modified xsi:type="dcterms:W3CDTF">2026-02-28T16:21:32Z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0x0101007348F9E08FCBCA4D97C501797DD77055</vt:lpwstr>
  </property>
</Properties>
</file>