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9933"/>
    <a:srgbClr val="00B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9" y="11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QUE Karl Raymond Dela Cruz" userId="3ef34158-41fc-4e4b-94a6-f7088aac19cc" providerId="ADAL" clId="{4C8DCC2A-8B1B-4414-B405-6FC26C0D17AC}"/>
    <pc:docChg chg="undo custSel modSld">
      <pc:chgData name="ROQUE Karl Raymond Dela Cruz" userId="3ef34158-41fc-4e4b-94a6-f7088aac19cc" providerId="ADAL" clId="{4C8DCC2A-8B1B-4414-B405-6FC26C0D17AC}" dt="2026-02-28T14:00:55.453" v="62" actId="1035"/>
      <pc:docMkLst>
        <pc:docMk/>
      </pc:docMkLst>
      <pc:sldChg chg="modSp mod">
        <pc:chgData name="ROQUE Karl Raymond Dela Cruz" userId="3ef34158-41fc-4e4b-94a6-f7088aac19cc" providerId="ADAL" clId="{4C8DCC2A-8B1B-4414-B405-6FC26C0D17AC}" dt="2026-02-28T14:00:55.453" v="62" actId="1035"/>
        <pc:sldMkLst>
          <pc:docMk/>
          <pc:sldMk cId="883551506" sldId="257"/>
        </pc:sldMkLst>
        <pc:spChg chg="mod">
          <ac:chgData name="ROQUE Karl Raymond Dela Cruz" userId="3ef34158-41fc-4e4b-94a6-f7088aac19cc" providerId="ADAL" clId="{4C8DCC2A-8B1B-4414-B405-6FC26C0D17AC}" dt="2026-02-28T14:00:49.584" v="45" actId="1036"/>
          <ac:spMkLst>
            <pc:docMk/>
            <pc:sldMk cId="883551506" sldId="257"/>
            <ac:spMk id="10" creationId="{D03C3C90-F79D-854B-7CD8-C8FA37D02B9C}"/>
          </ac:spMkLst>
        </pc:spChg>
        <pc:picChg chg="mod">
          <ac:chgData name="ROQUE Karl Raymond Dela Cruz" userId="3ef34158-41fc-4e4b-94a6-f7088aac19cc" providerId="ADAL" clId="{4C8DCC2A-8B1B-4414-B405-6FC26C0D17AC}" dt="2026-02-28T14:00:46.781" v="27" actId="1037"/>
          <ac:picMkLst>
            <pc:docMk/>
            <pc:sldMk cId="883551506" sldId="257"/>
            <ac:picMk id="35" creationId="{406CA8FC-72C5-5D0E-7272-5D07EE2E5278}"/>
          </ac:picMkLst>
        </pc:picChg>
        <pc:picChg chg="mod">
          <ac:chgData name="ROQUE Karl Raymond Dela Cruz" userId="3ef34158-41fc-4e4b-94a6-f7088aac19cc" providerId="ADAL" clId="{4C8DCC2A-8B1B-4414-B405-6FC26C0D17AC}" dt="2026-02-28T14:00:38.305" v="5" actId="1038"/>
          <ac:picMkLst>
            <pc:docMk/>
            <pc:sldMk cId="883551506" sldId="257"/>
            <ac:picMk id="37" creationId="{B2D9D69C-E3C9-CA20-E406-F809CD728FDE}"/>
          </ac:picMkLst>
        </pc:picChg>
        <pc:picChg chg="mod">
          <ac:chgData name="ROQUE Karl Raymond Dela Cruz" userId="3ef34158-41fc-4e4b-94a6-f7088aac19cc" providerId="ADAL" clId="{4C8DCC2A-8B1B-4414-B405-6FC26C0D17AC}" dt="2026-02-28T14:00:55.453" v="62" actId="1035"/>
          <ac:picMkLst>
            <pc:docMk/>
            <pc:sldMk cId="883551506" sldId="257"/>
            <ac:picMk id="41" creationId="{A7C42125-FA7E-9FD9-3F32-FF8DDA07FC6D}"/>
          </ac:picMkLst>
        </pc:picChg>
        <pc:picChg chg="mod">
          <ac:chgData name="ROQUE Karl Raymond Dela Cruz" userId="3ef34158-41fc-4e4b-94a6-f7088aac19cc" providerId="ADAL" clId="{4C8DCC2A-8B1B-4414-B405-6FC26C0D17AC}" dt="2026-02-28T14:00:43.563" v="15" actId="1036"/>
          <ac:picMkLst>
            <pc:docMk/>
            <pc:sldMk cId="883551506" sldId="257"/>
            <ac:picMk id="43" creationId="{17289C81-17C2-44D0-081D-001DD5A10F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81A7-2008-59A6-42E3-4859DF203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560AC-3831-1BAD-1B76-6D7C3F34E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D3E61-FDE2-2DBE-5273-A084227D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4F63-B778-CE10-6573-134A4198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F4CD-48F1-4DAC-964C-D8230614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DAEE-1465-C602-62C3-EC3A9478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AF255-393E-8F30-F0E8-BABB62BC8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43E2A-E7C5-EAA3-327D-5F8910CC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C284-C936-F0CA-504D-93662A34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D5F81-2A39-A22F-E338-FA56EECF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8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3429-FBCD-4556-1970-F86385392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8A355-C017-6CA1-941B-5730DB420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349B0-4BCB-0DDF-57AC-64CF1842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80EE5-1986-0D04-CF55-6A9F5AF6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2403A-4E90-BEB5-F767-2529767D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0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D048-4690-AF28-2F9D-3EDEF197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BEA8F-F187-F73F-1B8E-D4ACC71BA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97446-ED3C-3052-1EF6-156A6FCB7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DEE91-4CD0-A4A7-3A1F-D3660063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7E94D-E0D8-7833-0EB6-24AEA790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CD47E-D655-9B17-A63F-7D1512B9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3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398F-6D90-A4CB-F0D0-99A15DB0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36DBC-F40A-CB71-D6BA-54E88875C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822A0-7B2B-124B-A6E0-3CE0E7B04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EAB8C-E929-FB2C-7FE3-DD1915990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7EB52-2CF6-ED8F-79CA-735D97663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83B9B-EAF9-28BE-C617-A489C112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D6E18F-C72B-726F-A9A4-CC565E7E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59626-5C6E-F12A-8367-B64C054F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A71B-3C1D-B1FC-D66A-8376B828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F716D-FB98-DACF-1804-3015E17E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09B51-3597-3795-B8EC-5794C445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05BF8-0B3D-39D8-4DCF-3FE986B8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13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6E360-6683-928C-2680-FAB5025A1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B0482-E802-E26F-9498-6A2D0AEF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85687-FE70-E61D-9A0D-A47D2CFF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7FEE-9A23-6FFF-DE61-58676B15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F131-C6EC-A730-805A-82780520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F8F95-40FB-B0BF-46FA-39180B6E3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DD01A-58B4-7F87-5ABE-678AE749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81D47-7262-B981-E8B4-31483A353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9F328-CBE6-C815-7267-7B19D2A6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8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FCEE-AA86-3421-64C2-05266114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C6FCE-76DC-CEC9-C0AA-A1F4B3744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91AD6-05E8-8478-E82F-870CCDDFB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AC7F4-9BDB-9628-79CB-91A6D99D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E052F-55E9-CD52-F76F-69181685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25085-42F6-A29B-AB7C-A85A5B9D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E480-F420-DDDB-401A-D2F7D49C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E613F-5B6B-0B2C-B97F-D24F16C0B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7F50-DEB4-D8F5-797E-5B51FB0F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8D402-5219-D219-0EFA-30EB2463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DAC31-A107-B447-6EAD-0EF47882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3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FF8F6A-1C53-E988-E5F7-DAFA42BA6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4E92E-0569-6983-F710-A58BB596E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3686C-3DDC-C5C1-0DB4-D9626673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1A38C-3EDD-E56F-EC75-BAE5AEB9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937C5-3E0C-6F61-E001-C093820C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40175-5452-7F50-4DDE-725CE472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BFEC2-7A2D-E184-9F9E-D2011B9B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DBE1F-D31C-8671-AB6E-3DB4E01A0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67BAB-0677-608C-D8C2-E28E36D35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A7539-BB2C-4F7F-8319-0D7175E99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1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tiff"/><Relationship Id="rId7" Type="http://schemas.openxmlformats.org/officeDocument/2006/relationships/image" Target="../media/image6.sv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tiff"/><Relationship Id="rId7" Type="http://schemas.openxmlformats.org/officeDocument/2006/relationships/image" Target="../media/image6.sv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B3DE519-1AA5-28FB-C8BC-807C1BA09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7326776" y="1122363"/>
            <a:ext cx="5712106" cy="5100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EB24A-4CDA-36AE-DB6D-D981C5BBD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202064" y="1239296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B85F8-AF3B-826F-8283-612E7CD5AD77}"/>
              </a:ext>
            </a:extLst>
          </p:cNvPr>
          <p:cNvCxnSpPr>
            <a:cxnSpLocks/>
          </p:cNvCxnSpPr>
          <p:nvPr/>
        </p:nvCxnSpPr>
        <p:spPr>
          <a:xfrm>
            <a:off x="525780" y="2099310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1500A3-1462-6105-421B-E15682FC559B}"/>
              </a:ext>
            </a:extLst>
          </p:cNvPr>
          <p:cNvCxnSpPr>
            <a:cxnSpLocks/>
          </p:cNvCxnSpPr>
          <p:nvPr/>
        </p:nvCxnSpPr>
        <p:spPr>
          <a:xfrm>
            <a:off x="525780" y="2109470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37F74A-5730-2DBA-DDF0-AA99A958AF3A}"/>
              </a:ext>
            </a:extLst>
          </p:cNvPr>
          <p:cNvCxnSpPr>
            <a:cxnSpLocks/>
          </p:cNvCxnSpPr>
          <p:nvPr/>
        </p:nvCxnSpPr>
        <p:spPr>
          <a:xfrm>
            <a:off x="4568190" y="2667862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E3984D-3FE6-4CF2-FD78-5951FA2D36F1}"/>
              </a:ext>
            </a:extLst>
          </p:cNvPr>
          <p:cNvCxnSpPr>
            <a:cxnSpLocks/>
          </p:cNvCxnSpPr>
          <p:nvPr/>
        </p:nvCxnSpPr>
        <p:spPr>
          <a:xfrm>
            <a:off x="2495550" y="2433320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7DE453F-6697-A3F7-9D77-9FA530F335FF}"/>
              </a:ext>
            </a:extLst>
          </p:cNvPr>
          <p:cNvCxnSpPr>
            <a:cxnSpLocks/>
          </p:cNvCxnSpPr>
          <p:nvPr/>
        </p:nvCxnSpPr>
        <p:spPr>
          <a:xfrm flipH="1" flipV="1">
            <a:off x="2499361" y="2381818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9E9BA2A-BCED-A466-32C3-2DA2DEBD74EF}"/>
              </a:ext>
            </a:extLst>
          </p:cNvPr>
          <p:cNvGrpSpPr/>
          <p:nvPr/>
        </p:nvGrpSpPr>
        <p:grpSpPr>
          <a:xfrm rot="10800000">
            <a:off x="516634" y="3929890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C800BA7-3748-D01A-94C0-06E6013A9A0D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BDC4847-1EB6-1E41-9C07-DDFAEC975E2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F69217-98D5-76EC-6E77-57BADD9A3E00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78462B1-81F0-14F3-16FD-B2B3186B29F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B7E9228-0C51-8B3E-B128-ECB64173147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9D72AECC-E9D8-56ED-BB48-CAB239BD7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9365" y="3627628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5A1BFBB4-B29D-8C48-3389-D1CB44F62A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43973" y="3400871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7CD74D68-6A9E-BCC8-6E84-21DB3B639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1470" y="2015105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D506339-5F00-3F5F-85C9-F3DEF7C1C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9539" y="6043545"/>
            <a:ext cx="2781300" cy="742950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C3FC5E5D-3755-6B1A-3D4A-7B1D781AF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4758" y="1855272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B694EC83-AD8C-B4D3-00F8-EE78DD699F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1814" y="6043545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34F14BCD-912E-C38C-305E-F37EF64F54F3}"/>
              </a:ext>
            </a:extLst>
          </p:cNvPr>
          <p:cNvGrpSpPr/>
          <p:nvPr/>
        </p:nvGrpSpPr>
        <p:grpSpPr>
          <a:xfrm rot="10800000">
            <a:off x="7666643" y="4093463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4B35628-13DD-901B-E88C-0856E03B0D1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8D50E8-E7FE-13AA-7E44-69591971609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26C6351-67D3-9B8B-4534-56E9D9A6D23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AF72B0D-3046-069C-4EEC-29370312189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D78B1A4-7E5C-049D-F0C2-EB0FFA93E5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3656AEA-421F-CF65-BF4C-FAFB0F42EA14}"/>
              </a:ext>
            </a:extLst>
          </p:cNvPr>
          <p:cNvGrpSpPr/>
          <p:nvPr/>
        </p:nvGrpSpPr>
        <p:grpSpPr>
          <a:xfrm>
            <a:off x="7676224" y="2016178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6A63C11-718A-6276-02BA-B082C8359F4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EC59783-C9A7-8F2E-9750-B3AF8DE0DC3C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CD63F16-80F4-38B7-2647-74144BE1F36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B9475ED-F9BF-0AF0-19D8-CEB5ACE7739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DD27AEC-18D5-06BC-C776-6A9DBF8B46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6C5DAD5-3490-9775-3CAF-78DE3FF10402}"/>
              </a:ext>
            </a:extLst>
          </p:cNvPr>
          <p:cNvCxnSpPr>
            <a:cxnSpLocks/>
          </p:cNvCxnSpPr>
          <p:nvPr/>
        </p:nvCxnSpPr>
        <p:spPr>
          <a:xfrm>
            <a:off x="2491740" y="3601497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12C1FBE-1456-4FFC-1AFD-7A56B789478A}"/>
              </a:ext>
            </a:extLst>
          </p:cNvPr>
          <p:cNvCxnSpPr>
            <a:cxnSpLocks/>
          </p:cNvCxnSpPr>
          <p:nvPr/>
        </p:nvCxnSpPr>
        <p:spPr>
          <a:xfrm>
            <a:off x="516636" y="3556637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3DA0E4C-83CB-FDE8-8156-02B13F5AA4B7}"/>
              </a:ext>
            </a:extLst>
          </p:cNvPr>
          <p:cNvCxnSpPr>
            <a:cxnSpLocks/>
          </p:cNvCxnSpPr>
          <p:nvPr/>
        </p:nvCxnSpPr>
        <p:spPr>
          <a:xfrm>
            <a:off x="4558466" y="4105720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64FD132-EF81-C5C8-AAC6-6B0108776C0D}"/>
              </a:ext>
            </a:extLst>
          </p:cNvPr>
          <p:cNvCxnSpPr>
            <a:cxnSpLocks/>
          </p:cNvCxnSpPr>
          <p:nvPr/>
        </p:nvCxnSpPr>
        <p:spPr>
          <a:xfrm flipH="1">
            <a:off x="1590189" y="4931364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7B23431-4147-9799-BA6D-44287749FFFC}"/>
              </a:ext>
            </a:extLst>
          </p:cNvPr>
          <p:cNvCxnSpPr>
            <a:cxnSpLocks/>
          </p:cNvCxnSpPr>
          <p:nvPr/>
        </p:nvCxnSpPr>
        <p:spPr>
          <a:xfrm>
            <a:off x="11696356" y="3826985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E9A6A5E-5B48-F6A0-1390-8FE0DA4997A6}"/>
              </a:ext>
            </a:extLst>
          </p:cNvPr>
          <p:cNvCxnSpPr>
            <a:cxnSpLocks/>
          </p:cNvCxnSpPr>
          <p:nvPr/>
        </p:nvCxnSpPr>
        <p:spPr>
          <a:xfrm>
            <a:off x="7676804" y="3295334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A4A5E9D-944C-8802-176D-31EFAA4F9EDA}"/>
              </a:ext>
            </a:extLst>
          </p:cNvPr>
          <p:cNvCxnSpPr>
            <a:cxnSpLocks/>
          </p:cNvCxnSpPr>
          <p:nvPr/>
        </p:nvCxnSpPr>
        <p:spPr>
          <a:xfrm>
            <a:off x="9669843" y="3727227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3C96B46B-DBE0-6375-7D53-990C0DA86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1814" y="3321605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3E33A614-0A47-E729-87F4-4DE5C4544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4013" y="3132773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5FA4462-41ED-DCDF-13B7-DC7AA9EBF079}"/>
              </a:ext>
            </a:extLst>
          </p:cNvPr>
          <p:cNvCxnSpPr>
            <a:cxnSpLocks/>
          </p:cNvCxnSpPr>
          <p:nvPr/>
        </p:nvCxnSpPr>
        <p:spPr>
          <a:xfrm flipH="1" flipV="1">
            <a:off x="8479971" y="3509963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E6ED642-AC0E-4275-44A5-6C2F622B2353}"/>
              </a:ext>
            </a:extLst>
          </p:cNvPr>
          <p:cNvCxnSpPr>
            <a:cxnSpLocks/>
          </p:cNvCxnSpPr>
          <p:nvPr/>
        </p:nvCxnSpPr>
        <p:spPr>
          <a:xfrm flipH="1" flipV="1">
            <a:off x="7466664" y="2295029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365873A-2BF7-0854-487B-B4374113F67E}"/>
              </a:ext>
            </a:extLst>
          </p:cNvPr>
          <p:cNvCxnSpPr>
            <a:cxnSpLocks/>
          </p:cNvCxnSpPr>
          <p:nvPr/>
        </p:nvCxnSpPr>
        <p:spPr>
          <a:xfrm flipH="1">
            <a:off x="8208615" y="5397735"/>
            <a:ext cx="265662" cy="7108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DAB8D9-D5DB-CCC6-52CD-7F9DDA1DE512}"/>
              </a:ext>
            </a:extLst>
          </p:cNvPr>
          <p:cNvCxnSpPr>
            <a:cxnSpLocks/>
          </p:cNvCxnSpPr>
          <p:nvPr/>
        </p:nvCxnSpPr>
        <p:spPr>
          <a:xfrm flipH="1">
            <a:off x="8208614" y="5688144"/>
            <a:ext cx="2497358" cy="42039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58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7AE7D6-DCEA-4A62-633C-B624FC3B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78025F-8547-3F5D-FBBB-4088D91A5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7326776" y="1122363"/>
            <a:ext cx="5712106" cy="5100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D48BF8-BAB2-7015-B2B2-93A24E1FE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202064" y="1239296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352D16-5C0A-9FE9-C3C1-4A56F45CB92F}"/>
              </a:ext>
            </a:extLst>
          </p:cNvPr>
          <p:cNvCxnSpPr>
            <a:cxnSpLocks/>
          </p:cNvCxnSpPr>
          <p:nvPr/>
        </p:nvCxnSpPr>
        <p:spPr>
          <a:xfrm>
            <a:off x="525780" y="2099310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62F4B8-7B6A-44F5-6964-7666999D872B}"/>
              </a:ext>
            </a:extLst>
          </p:cNvPr>
          <p:cNvCxnSpPr>
            <a:cxnSpLocks/>
          </p:cNvCxnSpPr>
          <p:nvPr/>
        </p:nvCxnSpPr>
        <p:spPr>
          <a:xfrm>
            <a:off x="525780" y="2109470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B0FB892-4EDF-D0CE-685F-A5F06978B283}"/>
              </a:ext>
            </a:extLst>
          </p:cNvPr>
          <p:cNvCxnSpPr>
            <a:cxnSpLocks/>
          </p:cNvCxnSpPr>
          <p:nvPr/>
        </p:nvCxnSpPr>
        <p:spPr>
          <a:xfrm>
            <a:off x="4568190" y="2667862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67F68B-0DA2-79D3-7086-CFA3B7BCF1A6}"/>
              </a:ext>
            </a:extLst>
          </p:cNvPr>
          <p:cNvCxnSpPr>
            <a:cxnSpLocks/>
          </p:cNvCxnSpPr>
          <p:nvPr/>
        </p:nvCxnSpPr>
        <p:spPr>
          <a:xfrm>
            <a:off x="2495550" y="2433320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880BC33-01A3-A75E-F915-E1C37C419437}"/>
              </a:ext>
            </a:extLst>
          </p:cNvPr>
          <p:cNvCxnSpPr>
            <a:cxnSpLocks/>
          </p:cNvCxnSpPr>
          <p:nvPr/>
        </p:nvCxnSpPr>
        <p:spPr>
          <a:xfrm flipH="1" flipV="1">
            <a:off x="2499361" y="2381818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A73B53D-F8CD-49F5-34B2-B886BEC39FC0}"/>
              </a:ext>
            </a:extLst>
          </p:cNvPr>
          <p:cNvGrpSpPr/>
          <p:nvPr/>
        </p:nvGrpSpPr>
        <p:grpSpPr>
          <a:xfrm rot="10800000">
            <a:off x="516634" y="3929890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4FE075F-DDDC-F130-C8ED-B39A040F45ED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A6D244-45A5-6E00-46F1-B35B9007456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AB63E2A-42E1-231F-CAD3-6E8D48788B37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5722526-709B-70BA-11FE-2A97B779F74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5BFDE0E-C345-4D3C-6D93-5999819DADA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3B1097D0-DC92-9F64-ACB6-DBDD0A4D3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9365" y="3627628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9782081E-4344-5C3A-F20A-8D55C0242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43973" y="3400871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6E09FD10-A9A7-5AAA-940C-140FEB4EF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1470" y="2015105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5107F82-6B10-793D-83A1-BA779C3D8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9539" y="6043545"/>
            <a:ext cx="2781300" cy="742950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B5454290-9B2E-93D1-200B-194B081A8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4758" y="1855272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A12B354D-0AA2-ABA9-DE4E-7046239984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1814" y="6043545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F8460B6A-DF98-0964-48BF-2903B384091A}"/>
              </a:ext>
            </a:extLst>
          </p:cNvPr>
          <p:cNvGrpSpPr/>
          <p:nvPr/>
        </p:nvGrpSpPr>
        <p:grpSpPr>
          <a:xfrm rot="10800000">
            <a:off x="7666643" y="4093463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E7A93CA-E6BB-0F82-114C-C1C97E102E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5B8210D-4030-8AAB-3C63-D41D22217FB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0593565-4BAF-D302-17FE-71BAB6C61CD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DB6AB51-D95F-93DA-6881-1FF18C0CBB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C3B94F5-C700-CF06-62D7-F2EC80B111C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C5DAA7E-68EB-6E6A-A788-173132C3DBAD}"/>
              </a:ext>
            </a:extLst>
          </p:cNvPr>
          <p:cNvGrpSpPr/>
          <p:nvPr/>
        </p:nvGrpSpPr>
        <p:grpSpPr>
          <a:xfrm>
            <a:off x="7676224" y="2016178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9C6339E-7F66-91F7-9C76-B3B37EA21D5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3A1F5CE-3EF2-3637-D825-451A9B9004C4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90032AE-D52B-957E-D6D2-16543F3C575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F5E5B56-C4AB-A037-203F-87810D94DAA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2E0980ED-F035-748B-09CF-AB3A310926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EB3F7F7-D465-059C-4DC6-58CA12644905}"/>
              </a:ext>
            </a:extLst>
          </p:cNvPr>
          <p:cNvCxnSpPr>
            <a:cxnSpLocks/>
          </p:cNvCxnSpPr>
          <p:nvPr/>
        </p:nvCxnSpPr>
        <p:spPr>
          <a:xfrm>
            <a:off x="2491740" y="3601497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B262B11-D5A4-5FAD-3ACF-E4836FB6BA77}"/>
              </a:ext>
            </a:extLst>
          </p:cNvPr>
          <p:cNvCxnSpPr>
            <a:cxnSpLocks/>
          </p:cNvCxnSpPr>
          <p:nvPr/>
        </p:nvCxnSpPr>
        <p:spPr>
          <a:xfrm>
            <a:off x="516636" y="3556637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097D189-2FFA-B35F-5D7C-283E495383C6}"/>
              </a:ext>
            </a:extLst>
          </p:cNvPr>
          <p:cNvCxnSpPr>
            <a:cxnSpLocks/>
          </p:cNvCxnSpPr>
          <p:nvPr/>
        </p:nvCxnSpPr>
        <p:spPr>
          <a:xfrm>
            <a:off x="4558466" y="4105720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772200C-8D28-DFBE-5500-8B5BC95F7930}"/>
              </a:ext>
            </a:extLst>
          </p:cNvPr>
          <p:cNvCxnSpPr>
            <a:cxnSpLocks/>
          </p:cNvCxnSpPr>
          <p:nvPr/>
        </p:nvCxnSpPr>
        <p:spPr>
          <a:xfrm flipH="1">
            <a:off x="1590189" y="4931364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EC6E536-70BA-F7FC-FF40-4A6FF36DC5EF}"/>
              </a:ext>
            </a:extLst>
          </p:cNvPr>
          <p:cNvCxnSpPr>
            <a:cxnSpLocks/>
          </p:cNvCxnSpPr>
          <p:nvPr/>
        </p:nvCxnSpPr>
        <p:spPr>
          <a:xfrm>
            <a:off x="11696356" y="3826985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AEF4B04-09B2-24F0-458A-F77125CF7FFC}"/>
              </a:ext>
            </a:extLst>
          </p:cNvPr>
          <p:cNvCxnSpPr>
            <a:cxnSpLocks/>
          </p:cNvCxnSpPr>
          <p:nvPr/>
        </p:nvCxnSpPr>
        <p:spPr>
          <a:xfrm>
            <a:off x="7676804" y="3295334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2FEFAD1-F3CA-A227-F0EF-C5F4F0EBDEA9}"/>
              </a:ext>
            </a:extLst>
          </p:cNvPr>
          <p:cNvCxnSpPr>
            <a:cxnSpLocks/>
          </p:cNvCxnSpPr>
          <p:nvPr/>
        </p:nvCxnSpPr>
        <p:spPr>
          <a:xfrm>
            <a:off x="9669843" y="3727227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3349E69A-4389-F987-7847-5ED7B15E03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1814" y="3321605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1882FE2C-C728-6FD1-57C7-98CA56617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4013" y="3132773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F1EE874-3ADD-AE4F-6835-1E6090FCA0B8}"/>
              </a:ext>
            </a:extLst>
          </p:cNvPr>
          <p:cNvCxnSpPr>
            <a:cxnSpLocks/>
          </p:cNvCxnSpPr>
          <p:nvPr/>
        </p:nvCxnSpPr>
        <p:spPr>
          <a:xfrm flipH="1" flipV="1">
            <a:off x="8479971" y="3509963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AF2A454-5AEF-C117-0346-9C7424534DB5}"/>
              </a:ext>
            </a:extLst>
          </p:cNvPr>
          <p:cNvCxnSpPr>
            <a:cxnSpLocks/>
          </p:cNvCxnSpPr>
          <p:nvPr/>
        </p:nvCxnSpPr>
        <p:spPr>
          <a:xfrm flipH="1" flipV="1">
            <a:off x="7466664" y="2295029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4FC1B4D-8EC4-378C-B8A6-1A10EA0D2903}"/>
              </a:ext>
            </a:extLst>
          </p:cNvPr>
          <p:cNvCxnSpPr>
            <a:cxnSpLocks/>
          </p:cNvCxnSpPr>
          <p:nvPr/>
        </p:nvCxnSpPr>
        <p:spPr>
          <a:xfrm flipH="1">
            <a:off x="8208615" y="5397735"/>
            <a:ext cx="265662" cy="7108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BDF155-39E5-DDF7-1DF8-8418A1CC9DD1}"/>
              </a:ext>
            </a:extLst>
          </p:cNvPr>
          <p:cNvCxnSpPr>
            <a:cxnSpLocks/>
          </p:cNvCxnSpPr>
          <p:nvPr/>
        </p:nvCxnSpPr>
        <p:spPr>
          <a:xfrm flipH="1">
            <a:off x="8208614" y="5688144"/>
            <a:ext cx="2497358" cy="42039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298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6DB607-19D8-A842-8C1C-E0513B55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DD571E5-764B-B7B5-E5D0-046329930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3469139" y="1039271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1C1BE6-8513-373F-F1F5-3497C1EBDD7D}"/>
              </a:ext>
            </a:extLst>
          </p:cNvPr>
          <p:cNvCxnSpPr>
            <a:cxnSpLocks/>
          </p:cNvCxnSpPr>
          <p:nvPr/>
        </p:nvCxnSpPr>
        <p:spPr>
          <a:xfrm>
            <a:off x="3792855" y="1899285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13A31A-2211-F277-AE6A-8FAC3DF0E953}"/>
              </a:ext>
            </a:extLst>
          </p:cNvPr>
          <p:cNvCxnSpPr>
            <a:cxnSpLocks/>
          </p:cNvCxnSpPr>
          <p:nvPr/>
        </p:nvCxnSpPr>
        <p:spPr>
          <a:xfrm>
            <a:off x="3792855" y="1909445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331A60-9D24-3B3E-1A69-6356CB32980B}"/>
              </a:ext>
            </a:extLst>
          </p:cNvPr>
          <p:cNvCxnSpPr>
            <a:cxnSpLocks/>
          </p:cNvCxnSpPr>
          <p:nvPr/>
        </p:nvCxnSpPr>
        <p:spPr>
          <a:xfrm>
            <a:off x="7835265" y="2467837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12EA955-1315-8E15-8FDC-A1690403E373}"/>
              </a:ext>
            </a:extLst>
          </p:cNvPr>
          <p:cNvCxnSpPr>
            <a:cxnSpLocks/>
          </p:cNvCxnSpPr>
          <p:nvPr/>
        </p:nvCxnSpPr>
        <p:spPr>
          <a:xfrm>
            <a:off x="5762625" y="2233295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13E17CE-B9B4-D7D6-7819-14AFC29012F0}"/>
              </a:ext>
            </a:extLst>
          </p:cNvPr>
          <p:cNvCxnSpPr>
            <a:cxnSpLocks/>
          </p:cNvCxnSpPr>
          <p:nvPr/>
        </p:nvCxnSpPr>
        <p:spPr>
          <a:xfrm flipH="1" flipV="1">
            <a:off x="5766436" y="2181793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F7F053B-3F1D-8736-E71B-F185E313459A}"/>
              </a:ext>
            </a:extLst>
          </p:cNvPr>
          <p:cNvGrpSpPr/>
          <p:nvPr/>
        </p:nvGrpSpPr>
        <p:grpSpPr>
          <a:xfrm rot="10800000">
            <a:off x="3783709" y="3729865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F02711E-7258-C91E-B7E7-B6E746DD8E29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9C0CA32-63A1-294B-36D4-F7A23C47B3B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BB03C90-1E82-F17B-9124-2FDE1CEA42F6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89D0BA7-06F5-FAC6-BAC6-5A2EAB2B47C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0272F14-4D80-615E-5660-C7B2D3D3721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23F7DD88-0B0D-24B4-98F6-89613D559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6440" y="3427603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292C84CB-FFA7-F62C-4B5F-93DB67F7A5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3102" y="3200846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AEA56CD4-D756-74FD-FB74-077E29299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5605" y="1815080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C24780B2-9DDC-5466-80EF-ACCF1733D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6614" y="5843520"/>
            <a:ext cx="2781300" cy="742950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484A34F-E439-BB7C-D2C4-3DFA17CBD1F9}"/>
              </a:ext>
            </a:extLst>
          </p:cNvPr>
          <p:cNvCxnSpPr>
            <a:cxnSpLocks/>
          </p:cNvCxnSpPr>
          <p:nvPr/>
        </p:nvCxnSpPr>
        <p:spPr>
          <a:xfrm>
            <a:off x="5758815" y="3401472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042B79B-A6B9-EBF7-4E9C-614BB45D7C4A}"/>
              </a:ext>
            </a:extLst>
          </p:cNvPr>
          <p:cNvCxnSpPr>
            <a:cxnSpLocks/>
          </p:cNvCxnSpPr>
          <p:nvPr/>
        </p:nvCxnSpPr>
        <p:spPr>
          <a:xfrm>
            <a:off x="3783711" y="3356612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4129C28-D66B-F4A8-B257-8154B0728927}"/>
              </a:ext>
            </a:extLst>
          </p:cNvPr>
          <p:cNvCxnSpPr>
            <a:cxnSpLocks/>
          </p:cNvCxnSpPr>
          <p:nvPr/>
        </p:nvCxnSpPr>
        <p:spPr>
          <a:xfrm>
            <a:off x="7825541" y="3905695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4CAA7FB-060A-F1C5-1D83-01F32A741EF7}"/>
              </a:ext>
            </a:extLst>
          </p:cNvPr>
          <p:cNvCxnSpPr>
            <a:cxnSpLocks/>
          </p:cNvCxnSpPr>
          <p:nvPr/>
        </p:nvCxnSpPr>
        <p:spPr>
          <a:xfrm flipH="1">
            <a:off x="4857264" y="4731339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11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B921-220F-1A92-2E72-001D1B44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2ECBD5C-FC57-E6CB-29AC-086C7359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3954926" y="788988"/>
            <a:ext cx="5712106" cy="5100638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BB6C21E0-9398-8905-A179-EAA25E5420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2908" y="1521897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30D5E6B2-1158-E7BE-1569-4FCB113BE7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9964" y="5710170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D59FC323-11A4-AB96-FCDB-815C91DC7EA6}"/>
              </a:ext>
            </a:extLst>
          </p:cNvPr>
          <p:cNvGrpSpPr/>
          <p:nvPr/>
        </p:nvGrpSpPr>
        <p:grpSpPr>
          <a:xfrm rot="10800000">
            <a:off x="4294793" y="3760088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92CE1C7-4532-B29E-C0AA-035E44CF61C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67A6156-32CA-3606-184F-09055CE477B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13C45A0-50A0-0392-BA90-7CC46F4F8B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F0510EF-B499-A7FF-F2C4-89E49773E98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3F593E83-D0CE-62A9-5D70-536847D0963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FED6974-96CA-E7E8-81AB-A6906B751266}"/>
              </a:ext>
            </a:extLst>
          </p:cNvPr>
          <p:cNvGrpSpPr/>
          <p:nvPr/>
        </p:nvGrpSpPr>
        <p:grpSpPr>
          <a:xfrm>
            <a:off x="4304374" y="1682803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874891E-445A-9E40-2DA2-A7F5BC7F4E4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0BC061E-1775-63A1-A855-21A61DFC7296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680A7B8-EFF3-B0CA-91D7-0139FDED3EC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3335586-006B-3427-5940-C04E54F1922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3CD254C-1442-FBC5-02EA-E76DBC196E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95300A7-9526-E124-F231-ECCC32999EEA}"/>
              </a:ext>
            </a:extLst>
          </p:cNvPr>
          <p:cNvCxnSpPr>
            <a:cxnSpLocks/>
          </p:cNvCxnSpPr>
          <p:nvPr/>
        </p:nvCxnSpPr>
        <p:spPr>
          <a:xfrm>
            <a:off x="8324506" y="3493610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E1F6664-3E69-FA10-AECF-59244364B2C2}"/>
              </a:ext>
            </a:extLst>
          </p:cNvPr>
          <p:cNvCxnSpPr>
            <a:cxnSpLocks/>
          </p:cNvCxnSpPr>
          <p:nvPr/>
        </p:nvCxnSpPr>
        <p:spPr>
          <a:xfrm>
            <a:off x="4304954" y="2961959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750FE04-4F96-BFFD-7C36-F64A1131C142}"/>
              </a:ext>
            </a:extLst>
          </p:cNvPr>
          <p:cNvCxnSpPr>
            <a:cxnSpLocks/>
          </p:cNvCxnSpPr>
          <p:nvPr/>
        </p:nvCxnSpPr>
        <p:spPr>
          <a:xfrm>
            <a:off x="6297993" y="3393852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0A35DC9E-4271-AF0D-5112-502B1A1F3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9964" y="2988230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E92BA0C1-0D04-107D-15D9-6225A65F5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2163" y="2799398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82EA790-AB9A-659A-049D-A01FCD45D5F2}"/>
              </a:ext>
            </a:extLst>
          </p:cNvPr>
          <p:cNvCxnSpPr>
            <a:cxnSpLocks/>
          </p:cNvCxnSpPr>
          <p:nvPr/>
        </p:nvCxnSpPr>
        <p:spPr>
          <a:xfrm flipH="1" flipV="1">
            <a:off x="5108121" y="3176588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C7312254-BC40-9446-348B-6807F48C5346}"/>
              </a:ext>
            </a:extLst>
          </p:cNvPr>
          <p:cNvCxnSpPr>
            <a:cxnSpLocks/>
          </p:cNvCxnSpPr>
          <p:nvPr/>
        </p:nvCxnSpPr>
        <p:spPr>
          <a:xfrm flipH="1" flipV="1">
            <a:off x="4094814" y="1961654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9C2489-1BD2-3A19-75C4-FAB4382DFCBF}"/>
              </a:ext>
            </a:extLst>
          </p:cNvPr>
          <p:cNvCxnSpPr>
            <a:cxnSpLocks/>
          </p:cNvCxnSpPr>
          <p:nvPr/>
        </p:nvCxnSpPr>
        <p:spPr>
          <a:xfrm flipH="1">
            <a:off x="4836765" y="5064360"/>
            <a:ext cx="265662" cy="7108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D6FA13-D401-EC6E-9976-7676BBBDDCF5}"/>
              </a:ext>
            </a:extLst>
          </p:cNvPr>
          <p:cNvCxnSpPr>
            <a:cxnSpLocks/>
          </p:cNvCxnSpPr>
          <p:nvPr/>
        </p:nvCxnSpPr>
        <p:spPr>
          <a:xfrm flipH="1">
            <a:off x="4836764" y="5354769"/>
            <a:ext cx="2497358" cy="42039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46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8BC048-7EC1-C95E-71EB-862A7C2E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E85454F-42D9-0385-8C4C-ED152DCD7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534" t="4642" r="8570" b="6179"/>
          <a:stretch>
            <a:fillRect/>
          </a:stretch>
        </p:blipFill>
        <p:spPr>
          <a:xfrm>
            <a:off x="3226817" y="1495551"/>
            <a:ext cx="6786880" cy="26009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653A387-9357-F135-1882-8182443BAB63}"/>
              </a:ext>
            </a:extLst>
          </p:cNvPr>
          <p:cNvSpPr/>
          <p:nvPr/>
        </p:nvSpPr>
        <p:spPr>
          <a:xfrm>
            <a:off x="4149344" y="4214368"/>
            <a:ext cx="1804416" cy="231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18A73-778E-FE66-7013-3128145E65F3}"/>
              </a:ext>
            </a:extLst>
          </p:cNvPr>
          <p:cNvSpPr/>
          <p:nvPr/>
        </p:nvSpPr>
        <p:spPr>
          <a:xfrm>
            <a:off x="8056880" y="4214368"/>
            <a:ext cx="1804416" cy="231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13137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034EE8-5C3A-1D36-6B50-CA25E4EE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3BA984C-1906-1124-5CEB-052C6CEAC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8" t="45333" r="45085" b="5185"/>
          <a:stretch>
            <a:fillRect/>
          </a:stretch>
        </p:blipFill>
        <p:spPr>
          <a:xfrm>
            <a:off x="2339937" y="487679"/>
            <a:ext cx="6879349" cy="5666345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699BC9-925A-2679-FAA2-0A6083FF25BE}"/>
              </a:ext>
            </a:extLst>
          </p:cNvPr>
          <p:cNvSpPr/>
          <p:nvPr/>
        </p:nvSpPr>
        <p:spPr>
          <a:xfrm>
            <a:off x="7421880" y="3254014"/>
            <a:ext cx="1711136" cy="649732"/>
          </a:xfrm>
          <a:custGeom>
            <a:avLst/>
            <a:gdLst>
              <a:gd name="csX0" fmla="*/ 0 w 1652270"/>
              <a:gd name="csY0" fmla="*/ 552450 h 627380"/>
              <a:gd name="csX1" fmla="*/ 932180 w 1652270"/>
              <a:gd name="csY1" fmla="*/ 0 h 627380"/>
              <a:gd name="csX2" fmla="*/ 1652270 w 1652270"/>
              <a:gd name="csY2" fmla="*/ 78740 h 627380"/>
              <a:gd name="csX3" fmla="*/ 723900 w 1652270"/>
              <a:gd name="csY3" fmla="*/ 627380 h 627380"/>
              <a:gd name="csX4" fmla="*/ 0 w 1652270"/>
              <a:gd name="csY4" fmla="*/ 552450 h 627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52270" h="627380">
                <a:moveTo>
                  <a:pt x="0" y="552450"/>
                </a:moveTo>
                <a:lnTo>
                  <a:pt x="932180" y="0"/>
                </a:lnTo>
                <a:lnTo>
                  <a:pt x="1652270" y="78740"/>
                </a:lnTo>
                <a:lnTo>
                  <a:pt x="723900" y="627380"/>
                </a:lnTo>
                <a:lnTo>
                  <a:pt x="0" y="552450"/>
                </a:lnTo>
                <a:close/>
              </a:path>
            </a:pathLst>
          </a:custGeom>
          <a:solidFill>
            <a:srgbClr val="00B6FD"/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3C3C90-F79D-854B-7CD8-C8FA37D02B9C}"/>
              </a:ext>
            </a:extLst>
          </p:cNvPr>
          <p:cNvSpPr/>
          <p:nvPr/>
        </p:nvSpPr>
        <p:spPr>
          <a:xfrm>
            <a:off x="4583049" y="2952751"/>
            <a:ext cx="2441859" cy="729234"/>
          </a:xfrm>
          <a:custGeom>
            <a:avLst/>
            <a:gdLst>
              <a:gd name="csX0" fmla="*/ 0 w 2379345"/>
              <a:gd name="csY0" fmla="*/ 546735 h 710565"/>
              <a:gd name="csX1" fmla="*/ 1461135 w 2379345"/>
              <a:gd name="csY1" fmla="*/ 710565 h 710565"/>
              <a:gd name="csX2" fmla="*/ 2379345 w 2379345"/>
              <a:gd name="csY2" fmla="*/ 160020 h 710565"/>
              <a:gd name="csX3" fmla="*/ 916305 w 2379345"/>
              <a:gd name="csY3" fmla="*/ 0 h 710565"/>
              <a:gd name="csX4" fmla="*/ 0 w 2379345"/>
              <a:gd name="csY4" fmla="*/ 546735 h 710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9345" h="710565">
                <a:moveTo>
                  <a:pt x="0" y="546735"/>
                </a:moveTo>
                <a:lnTo>
                  <a:pt x="1461135" y="710565"/>
                </a:lnTo>
                <a:lnTo>
                  <a:pt x="2379345" y="160020"/>
                </a:lnTo>
                <a:lnTo>
                  <a:pt x="916305" y="0"/>
                </a:lnTo>
                <a:lnTo>
                  <a:pt x="0" y="546735"/>
                </a:lnTo>
                <a:close/>
              </a:path>
            </a:pathLst>
          </a:custGeom>
          <a:solidFill>
            <a:srgbClr val="FC9933"/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3F26C2-04ED-BCEC-855E-9B6B29776CBD}"/>
              </a:ext>
            </a:extLst>
          </p:cNvPr>
          <p:cNvCxnSpPr>
            <a:cxnSpLocks/>
          </p:cNvCxnSpPr>
          <p:nvPr/>
        </p:nvCxnSpPr>
        <p:spPr>
          <a:xfrm>
            <a:off x="2811780" y="1524000"/>
            <a:ext cx="0" cy="36080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7F7298-C1D2-2944-80CF-54CC5BD2DD15}"/>
              </a:ext>
            </a:extLst>
          </p:cNvPr>
          <p:cNvCxnSpPr>
            <a:cxnSpLocks/>
          </p:cNvCxnSpPr>
          <p:nvPr/>
        </p:nvCxnSpPr>
        <p:spPr>
          <a:xfrm>
            <a:off x="5231130" y="1812330"/>
            <a:ext cx="0" cy="3533100"/>
          </a:xfrm>
          <a:prstGeom prst="line">
            <a:avLst/>
          </a:prstGeom>
          <a:ln w="635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29EC59-8FC9-F557-2258-88CC7DBC6DC8}"/>
              </a:ext>
            </a:extLst>
          </p:cNvPr>
          <p:cNvCxnSpPr>
            <a:cxnSpLocks/>
          </p:cNvCxnSpPr>
          <p:nvPr/>
        </p:nvCxnSpPr>
        <p:spPr>
          <a:xfrm>
            <a:off x="2811780" y="1546860"/>
            <a:ext cx="2419350" cy="2654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665232-3FCD-6FD5-B9B4-70A7E808FDDA}"/>
              </a:ext>
            </a:extLst>
          </p:cNvPr>
          <p:cNvCxnSpPr>
            <a:cxnSpLocks/>
          </p:cNvCxnSpPr>
          <p:nvPr/>
        </p:nvCxnSpPr>
        <p:spPr>
          <a:xfrm>
            <a:off x="2811780" y="5109210"/>
            <a:ext cx="2419350" cy="2654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406CA8FC-72C5-5D0E-7272-5D07EE2E5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6081" y="3244477"/>
            <a:ext cx="642590" cy="437508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B2D9D69C-E3C9-CA20-E406-F809CD728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75764" y="3134983"/>
            <a:ext cx="875016" cy="45118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A7C42125-FA7E-9FD9-3F32-FF8DDA07FC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8401" y="3067068"/>
            <a:ext cx="847672" cy="45118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17289C81-17C2-44D0-081D-001DD5A10F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9255" y="4027068"/>
            <a:ext cx="615246" cy="43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51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48F9E08FCBCA4D97C501797DD77055" ma:contentTypeVersion="15" ma:contentTypeDescription="Create a new document." ma:contentTypeScope="" ma:versionID="5e61b7aefeadb5285d5a14580018ebe6">
  <xsd:schema xmlns:xsd="http://www.w3.org/2001/XMLSchema" xmlns:xs="http://www.w3.org/2001/XMLSchema" xmlns:p="http://schemas.microsoft.com/office/2006/metadata/properties" xmlns:ns2="a467c89e-8fcb-4823-bdf1-695ce34cef85" xmlns:ns3="cde2bb3c-e17e-439d-93e2-85cf17214342" targetNamespace="http://schemas.microsoft.com/office/2006/metadata/properties" ma:root="true" ma:fieldsID="dfdad7812db6fa7815d8463d28d9f9e7" ns2:_="" ns3:_="">
    <xsd:import namespace="a467c89e-8fcb-4823-bdf1-695ce34cef85"/>
    <xsd:import namespace="cde2bb3c-e17e-439d-93e2-85cf172143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7c89e-8fcb-4823-bdf1-695ce34cef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665d802-0e3f-4965-8b3e-31b3bf3530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e2bb3c-e17e-439d-93e2-85cf172143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93ddddf-d03b-401e-a35e-6bb76b04fe58}" ma:internalName="TaxCatchAll" ma:showField="CatchAllData" ma:web="cde2bb3c-e17e-439d-93e2-85cf172143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467c89e-8fcb-4823-bdf1-695ce34cef85">
      <Terms xmlns="http://schemas.microsoft.com/office/infopath/2007/PartnerControls"/>
    </lcf76f155ced4ddcb4097134ff3c332f>
    <TaxCatchAll xmlns="cde2bb3c-e17e-439d-93e2-85cf17214342" xsi:nil="true"/>
  </documentManagement>
</p:properties>
</file>

<file path=customXml/itemProps1.xml><?xml version="1.0" encoding="utf-8"?>
<ds:datastoreItem xmlns:ds="http://schemas.openxmlformats.org/officeDocument/2006/customXml" ds:itemID="{C4734D74-61FA-4D5B-9674-DC74DB02D46E}"/>
</file>

<file path=customXml/itemProps2.xml><?xml version="1.0" encoding="utf-8"?>
<ds:datastoreItem xmlns:ds="http://schemas.openxmlformats.org/officeDocument/2006/customXml" ds:itemID="{64DAAA54-84F2-450B-8F47-C000379F106E}"/>
</file>

<file path=customXml/itemProps3.xml><?xml version="1.0" encoding="utf-8"?>
<ds:datastoreItem xmlns:ds="http://schemas.openxmlformats.org/officeDocument/2006/customXml" ds:itemID="{D9A4588D-0DC7-4788-9F51-75965A6C6A3F}"/>
</file>

<file path=docProps/app.xml><?xml version="1.0" encoding="utf-8"?>
<Properties xmlns="http://schemas.openxmlformats.org/officeDocument/2006/extended-properties" xmlns:vt="http://schemas.openxmlformats.org/officeDocument/2006/docPropsVTypes">
  <TotalTime>4685</TotalTime>
  <Words>6</Words>
  <Application>Microsoft Office PowerPoint</Application>
  <PresentationFormat>Widescreen</PresentationFormat>
  <Paragraphs>2</Paragraphs>
  <Slides>6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5</cp:revision>
  <dcterms:created xsi:type="dcterms:W3CDTF">2026-02-28T12:02:55Z</dcterms:created>
  <dcterms:modified xsi:type="dcterms:W3CDTF">2026-04-30T05:39:36Z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0x0101007348F9E08FCBCA4D97C501797DD77055</vt:lpwstr>
  </property>
</Properties>
</file>