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4" r:id="rId5"/>
    <p:sldId id="267" r:id="rId6"/>
    <p:sldId id="256" r:id="rId7"/>
    <p:sldId id="261" r:id="rId8"/>
    <p:sldId id="265" r:id="rId9"/>
    <p:sldId id="266" r:id="rId10"/>
    <p:sldId id="257" r:id="rId11"/>
    <p:sldId id="262" r:id="rId12"/>
    <p:sldId id="263" r:id="rId13"/>
    <p:sldId id="268" r:id="rId14"/>
  </p:sldIdLst>
  <p:sldSz cx="12192000" cy="8783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695"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37508"/>
            <a:ext cx="10363200" cy="3058007"/>
          </a:xfrm>
        </p:spPr>
        <p:txBody>
          <a:bodyPr anchor="b"/>
          <a:lstStyle>
            <a:lvl1pPr algn="ctr">
              <a:defRPr sz="7685"/>
            </a:lvl1pPr>
          </a:lstStyle>
          <a:p>
            <a:r>
              <a:rPr lang="en-US"/>
              <a:t>Click to edit Master title style</a:t>
            </a:r>
            <a:endParaRPr lang="en-US" dirty="0"/>
          </a:p>
        </p:txBody>
      </p:sp>
      <p:sp>
        <p:nvSpPr>
          <p:cNvPr id="3" name="Subtitle 2"/>
          <p:cNvSpPr>
            <a:spLocks noGrp="1"/>
          </p:cNvSpPr>
          <p:nvPr>
            <p:ph type="subTitle" idx="1"/>
          </p:nvPr>
        </p:nvSpPr>
        <p:spPr>
          <a:xfrm>
            <a:off x="1524000" y="4613444"/>
            <a:ext cx="9144000" cy="2120679"/>
          </a:xfrm>
        </p:spPr>
        <p:txBody>
          <a:bodyPr/>
          <a:lstStyle>
            <a:lvl1pPr marL="0" indent="0" algn="ctr">
              <a:buNone/>
              <a:defRPr sz="3074"/>
            </a:lvl1pPr>
            <a:lvl2pPr marL="585582" indent="0" algn="ctr">
              <a:buNone/>
              <a:defRPr sz="2562"/>
            </a:lvl2pPr>
            <a:lvl3pPr marL="1171164" indent="0" algn="ctr">
              <a:buNone/>
              <a:defRPr sz="2305"/>
            </a:lvl3pPr>
            <a:lvl4pPr marL="1756745" indent="0" algn="ctr">
              <a:buNone/>
              <a:defRPr sz="2049"/>
            </a:lvl4pPr>
            <a:lvl5pPr marL="2342327" indent="0" algn="ctr">
              <a:buNone/>
              <a:defRPr sz="2049"/>
            </a:lvl5pPr>
            <a:lvl6pPr marL="2927909" indent="0" algn="ctr">
              <a:buNone/>
              <a:defRPr sz="2049"/>
            </a:lvl6pPr>
            <a:lvl7pPr marL="3513491" indent="0" algn="ctr">
              <a:buNone/>
              <a:defRPr sz="2049"/>
            </a:lvl7pPr>
            <a:lvl8pPr marL="4099072" indent="0" algn="ctr">
              <a:buNone/>
              <a:defRPr sz="2049"/>
            </a:lvl8pPr>
            <a:lvl9pPr marL="4684654" indent="0" algn="ctr">
              <a:buNone/>
              <a:defRPr sz="204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3214886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071408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189812"/>
            <a:ext cx="10515600" cy="3653749"/>
          </a:xfrm>
        </p:spPr>
        <p:txBody>
          <a:bodyPr anchor="b"/>
          <a:lstStyle>
            <a:lvl1pPr>
              <a:defRPr sz="7685"/>
            </a:lvl1pPr>
          </a:lstStyle>
          <a:p>
            <a:r>
              <a:rPr lang="en-US"/>
              <a:t>Click to edit Master title style</a:t>
            </a:r>
            <a:endParaRPr lang="en-US" dirty="0"/>
          </a:p>
        </p:txBody>
      </p:sp>
      <p:sp>
        <p:nvSpPr>
          <p:cNvPr id="3" name="Text Placeholder 2"/>
          <p:cNvSpPr>
            <a:spLocks noGrp="1"/>
          </p:cNvSpPr>
          <p:nvPr>
            <p:ph type="body" idx="1"/>
          </p:nvPr>
        </p:nvSpPr>
        <p:spPr>
          <a:xfrm>
            <a:off x="831851" y="5878127"/>
            <a:ext cx="10515600" cy="1921420"/>
          </a:xfrm>
        </p:spPr>
        <p:txBody>
          <a:bodyPr/>
          <a:lstStyle>
            <a:lvl1pPr marL="0" indent="0">
              <a:buNone/>
              <a:defRPr sz="3074">
                <a:solidFill>
                  <a:schemeClr val="tx1">
                    <a:tint val="82000"/>
                  </a:schemeClr>
                </a:solidFill>
              </a:defRPr>
            </a:lvl1pPr>
            <a:lvl2pPr marL="585582" indent="0">
              <a:buNone/>
              <a:defRPr sz="2562">
                <a:solidFill>
                  <a:schemeClr val="tx1">
                    <a:tint val="82000"/>
                  </a:schemeClr>
                </a:solidFill>
              </a:defRPr>
            </a:lvl2pPr>
            <a:lvl3pPr marL="1171164" indent="0">
              <a:buNone/>
              <a:defRPr sz="2305">
                <a:solidFill>
                  <a:schemeClr val="tx1">
                    <a:tint val="82000"/>
                  </a:schemeClr>
                </a:solidFill>
              </a:defRPr>
            </a:lvl3pPr>
            <a:lvl4pPr marL="1756745" indent="0">
              <a:buNone/>
              <a:defRPr sz="2049">
                <a:solidFill>
                  <a:schemeClr val="tx1">
                    <a:tint val="82000"/>
                  </a:schemeClr>
                </a:solidFill>
              </a:defRPr>
            </a:lvl4pPr>
            <a:lvl5pPr marL="2342327" indent="0">
              <a:buNone/>
              <a:defRPr sz="2049">
                <a:solidFill>
                  <a:schemeClr val="tx1">
                    <a:tint val="82000"/>
                  </a:schemeClr>
                </a:solidFill>
              </a:defRPr>
            </a:lvl5pPr>
            <a:lvl6pPr marL="2927909" indent="0">
              <a:buNone/>
              <a:defRPr sz="2049">
                <a:solidFill>
                  <a:schemeClr val="tx1">
                    <a:tint val="82000"/>
                  </a:schemeClr>
                </a:solidFill>
              </a:defRPr>
            </a:lvl6pPr>
            <a:lvl7pPr marL="3513491" indent="0">
              <a:buNone/>
              <a:defRPr sz="2049">
                <a:solidFill>
                  <a:schemeClr val="tx1">
                    <a:tint val="82000"/>
                  </a:schemeClr>
                </a:solidFill>
              </a:defRPr>
            </a:lvl7pPr>
            <a:lvl8pPr marL="4099072" indent="0">
              <a:buNone/>
              <a:defRPr sz="2049">
                <a:solidFill>
                  <a:schemeClr val="tx1">
                    <a:tint val="82000"/>
                  </a:schemeClr>
                </a:solidFill>
              </a:defRPr>
            </a:lvl8pPr>
            <a:lvl9pPr marL="4684654" indent="0">
              <a:buNone/>
              <a:defRPr sz="2049">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F2677-E5D1-48BB-B124-3CAA138518D8}"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64638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338237"/>
            <a:ext cx="5181600" cy="5573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338237"/>
            <a:ext cx="5181600" cy="5573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7F2677-E5D1-48BB-B124-3CAA138518D8}"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58209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67649"/>
            <a:ext cx="10515600" cy="169776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153212"/>
            <a:ext cx="5157787" cy="1055256"/>
          </a:xfrm>
        </p:spPr>
        <p:txBody>
          <a:bodyPr anchor="b"/>
          <a:lstStyle>
            <a:lvl1pPr marL="0" indent="0">
              <a:buNone/>
              <a:defRPr sz="3074" b="1"/>
            </a:lvl1pPr>
            <a:lvl2pPr marL="585582" indent="0">
              <a:buNone/>
              <a:defRPr sz="2562" b="1"/>
            </a:lvl2pPr>
            <a:lvl3pPr marL="1171164" indent="0">
              <a:buNone/>
              <a:defRPr sz="2305" b="1"/>
            </a:lvl3pPr>
            <a:lvl4pPr marL="1756745" indent="0">
              <a:buNone/>
              <a:defRPr sz="2049" b="1"/>
            </a:lvl4pPr>
            <a:lvl5pPr marL="2342327" indent="0">
              <a:buNone/>
              <a:defRPr sz="2049" b="1"/>
            </a:lvl5pPr>
            <a:lvl6pPr marL="2927909" indent="0">
              <a:buNone/>
              <a:defRPr sz="2049" b="1"/>
            </a:lvl6pPr>
            <a:lvl7pPr marL="3513491" indent="0">
              <a:buNone/>
              <a:defRPr sz="2049" b="1"/>
            </a:lvl7pPr>
            <a:lvl8pPr marL="4099072" indent="0">
              <a:buNone/>
              <a:defRPr sz="2049" b="1"/>
            </a:lvl8pPr>
            <a:lvl9pPr marL="4684654" indent="0">
              <a:buNone/>
              <a:defRPr sz="2049" b="1"/>
            </a:lvl9pPr>
          </a:lstStyle>
          <a:p>
            <a:pPr lvl="0"/>
            <a:r>
              <a:rPr lang="en-US"/>
              <a:t>Click to edit Master text styles</a:t>
            </a:r>
          </a:p>
        </p:txBody>
      </p:sp>
      <p:sp>
        <p:nvSpPr>
          <p:cNvPr id="4" name="Content Placeholder 3"/>
          <p:cNvSpPr>
            <a:spLocks noGrp="1"/>
          </p:cNvSpPr>
          <p:nvPr>
            <p:ph sz="half" idx="2"/>
          </p:nvPr>
        </p:nvSpPr>
        <p:spPr>
          <a:xfrm>
            <a:off x="839789" y="3208468"/>
            <a:ext cx="5157787" cy="471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153212"/>
            <a:ext cx="5183188" cy="1055256"/>
          </a:xfrm>
        </p:spPr>
        <p:txBody>
          <a:bodyPr anchor="b"/>
          <a:lstStyle>
            <a:lvl1pPr marL="0" indent="0">
              <a:buNone/>
              <a:defRPr sz="3074" b="1"/>
            </a:lvl1pPr>
            <a:lvl2pPr marL="585582" indent="0">
              <a:buNone/>
              <a:defRPr sz="2562" b="1"/>
            </a:lvl2pPr>
            <a:lvl3pPr marL="1171164" indent="0">
              <a:buNone/>
              <a:defRPr sz="2305" b="1"/>
            </a:lvl3pPr>
            <a:lvl4pPr marL="1756745" indent="0">
              <a:buNone/>
              <a:defRPr sz="2049" b="1"/>
            </a:lvl4pPr>
            <a:lvl5pPr marL="2342327" indent="0">
              <a:buNone/>
              <a:defRPr sz="2049" b="1"/>
            </a:lvl5pPr>
            <a:lvl6pPr marL="2927909" indent="0">
              <a:buNone/>
              <a:defRPr sz="2049" b="1"/>
            </a:lvl6pPr>
            <a:lvl7pPr marL="3513491" indent="0">
              <a:buNone/>
              <a:defRPr sz="2049" b="1"/>
            </a:lvl7pPr>
            <a:lvl8pPr marL="4099072" indent="0">
              <a:buNone/>
              <a:defRPr sz="2049" b="1"/>
            </a:lvl8pPr>
            <a:lvl9pPr marL="4684654" indent="0">
              <a:buNone/>
              <a:defRPr sz="2049" b="1"/>
            </a:lvl9pPr>
          </a:lstStyle>
          <a:p>
            <a:pPr lvl="0"/>
            <a:r>
              <a:rPr lang="en-US"/>
              <a:t>Click to edit Master text styles</a:t>
            </a:r>
          </a:p>
        </p:txBody>
      </p:sp>
      <p:sp>
        <p:nvSpPr>
          <p:cNvPr id="6" name="Content Placeholder 5"/>
          <p:cNvSpPr>
            <a:spLocks noGrp="1"/>
          </p:cNvSpPr>
          <p:nvPr>
            <p:ph sz="quarter" idx="4"/>
          </p:nvPr>
        </p:nvSpPr>
        <p:spPr>
          <a:xfrm>
            <a:off x="6172201" y="3208468"/>
            <a:ext cx="5183188" cy="471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7F2677-E5D1-48BB-B124-3CAA138518D8}"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019775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7F2677-E5D1-48BB-B124-3CAA138518D8}"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551694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7F2677-E5D1-48BB-B124-3CAA138518D8}"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84140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5576"/>
            <a:ext cx="3932237" cy="2049516"/>
          </a:xfrm>
        </p:spPr>
        <p:txBody>
          <a:bodyPr anchor="b"/>
          <a:lstStyle>
            <a:lvl1pPr>
              <a:defRPr sz="4099"/>
            </a:lvl1pPr>
          </a:lstStyle>
          <a:p>
            <a:r>
              <a:rPr lang="en-US"/>
              <a:t>Click to edit Master title style</a:t>
            </a:r>
            <a:endParaRPr lang="en-US" dirty="0"/>
          </a:p>
        </p:txBody>
      </p:sp>
      <p:sp>
        <p:nvSpPr>
          <p:cNvPr id="3" name="Content Placeholder 2"/>
          <p:cNvSpPr>
            <a:spLocks noGrp="1"/>
          </p:cNvSpPr>
          <p:nvPr>
            <p:ph idx="1"/>
          </p:nvPr>
        </p:nvSpPr>
        <p:spPr>
          <a:xfrm>
            <a:off x="5183188" y="1264683"/>
            <a:ext cx="6172200" cy="6242076"/>
          </a:xfrm>
        </p:spPr>
        <p:txBody>
          <a:bodyPr/>
          <a:lstStyle>
            <a:lvl1pPr>
              <a:defRPr sz="4099"/>
            </a:lvl1pPr>
            <a:lvl2pPr>
              <a:defRPr sz="3586"/>
            </a:lvl2pPr>
            <a:lvl3pPr>
              <a:defRPr sz="3074"/>
            </a:lvl3pPr>
            <a:lvl4pPr>
              <a:defRPr sz="2562"/>
            </a:lvl4pPr>
            <a:lvl5pPr>
              <a:defRPr sz="2562"/>
            </a:lvl5pPr>
            <a:lvl6pPr>
              <a:defRPr sz="2562"/>
            </a:lvl6pPr>
            <a:lvl7pPr>
              <a:defRPr sz="2562"/>
            </a:lvl7pPr>
            <a:lvl8pPr>
              <a:defRPr sz="2562"/>
            </a:lvl8pPr>
            <a:lvl9pPr>
              <a:defRPr sz="256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635091"/>
            <a:ext cx="3932237" cy="4881833"/>
          </a:xfrm>
        </p:spPr>
        <p:txBody>
          <a:bodyPr/>
          <a:lstStyle>
            <a:lvl1pPr marL="0" indent="0">
              <a:buNone/>
              <a:defRPr sz="2049"/>
            </a:lvl1pPr>
            <a:lvl2pPr marL="585582" indent="0">
              <a:buNone/>
              <a:defRPr sz="1793"/>
            </a:lvl2pPr>
            <a:lvl3pPr marL="1171164" indent="0">
              <a:buNone/>
              <a:defRPr sz="1537"/>
            </a:lvl3pPr>
            <a:lvl4pPr marL="1756745" indent="0">
              <a:buNone/>
              <a:defRPr sz="1281"/>
            </a:lvl4pPr>
            <a:lvl5pPr marL="2342327" indent="0">
              <a:buNone/>
              <a:defRPr sz="1281"/>
            </a:lvl5pPr>
            <a:lvl6pPr marL="2927909" indent="0">
              <a:buNone/>
              <a:defRPr sz="1281"/>
            </a:lvl6pPr>
            <a:lvl7pPr marL="3513491" indent="0">
              <a:buNone/>
              <a:defRPr sz="1281"/>
            </a:lvl7pPr>
            <a:lvl8pPr marL="4099072" indent="0">
              <a:buNone/>
              <a:defRPr sz="1281"/>
            </a:lvl8pPr>
            <a:lvl9pPr marL="4684654" indent="0">
              <a:buNone/>
              <a:defRPr sz="1281"/>
            </a:lvl9pPr>
          </a:lstStyle>
          <a:p>
            <a:pPr lvl="0"/>
            <a:r>
              <a:rPr lang="en-US"/>
              <a:t>Click to edit Master text styles</a:t>
            </a:r>
          </a:p>
        </p:txBody>
      </p:sp>
      <p:sp>
        <p:nvSpPr>
          <p:cNvPr id="5" name="Date Placeholder 4"/>
          <p:cNvSpPr>
            <a:spLocks noGrp="1"/>
          </p:cNvSpPr>
          <p:nvPr>
            <p:ph type="dt" sz="half" idx="10"/>
          </p:nvPr>
        </p:nvSpPr>
        <p:spPr/>
        <p:txBody>
          <a:bodyPr/>
          <a:lstStyle/>
          <a:p>
            <a:fld id="{EE7F2677-E5D1-48BB-B124-3CAA138518D8}"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763931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5576"/>
            <a:ext cx="3932237" cy="2049516"/>
          </a:xfrm>
        </p:spPr>
        <p:txBody>
          <a:bodyPr anchor="b"/>
          <a:lstStyle>
            <a:lvl1pPr>
              <a:defRPr sz="4099"/>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264683"/>
            <a:ext cx="6172200" cy="6242076"/>
          </a:xfrm>
        </p:spPr>
        <p:txBody>
          <a:bodyPr anchor="t"/>
          <a:lstStyle>
            <a:lvl1pPr marL="0" indent="0">
              <a:buNone/>
              <a:defRPr sz="4099"/>
            </a:lvl1pPr>
            <a:lvl2pPr marL="585582" indent="0">
              <a:buNone/>
              <a:defRPr sz="3586"/>
            </a:lvl2pPr>
            <a:lvl3pPr marL="1171164" indent="0">
              <a:buNone/>
              <a:defRPr sz="3074"/>
            </a:lvl3pPr>
            <a:lvl4pPr marL="1756745" indent="0">
              <a:buNone/>
              <a:defRPr sz="2562"/>
            </a:lvl4pPr>
            <a:lvl5pPr marL="2342327" indent="0">
              <a:buNone/>
              <a:defRPr sz="2562"/>
            </a:lvl5pPr>
            <a:lvl6pPr marL="2927909" indent="0">
              <a:buNone/>
              <a:defRPr sz="2562"/>
            </a:lvl6pPr>
            <a:lvl7pPr marL="3513491" indent="0">
              <a:buNone/>
              <a:defRPr sz="2562"/>
            </a:lvl7pPr>
            <a:lvl8pPr marL="4099072" indent="0">
              <a:buNone/>
              <a:defRPr sz="2562"/>
            </a:lvl8pPr>
            <a:lvl9pPr marL="4684654" indent="0">
              <a:buNone/>
              <a:defRPr sz="2562"/>
            </a:lvl9pPr>
          </a:lstStyle>
          <a:p>
            <a:r>
              <a:rPr lang="en-US"/>
              <a:t>Click icon to add picture</a:t>
            </a:r>
            <a:endParaRPr lang="en-US" dirty="0"/>
          </a:p>
        </p:txBody>
      </p:sp>
      <p:sp>
        <p:nvSpPr>
          <p:cNvPr id="4" name="Text Placeholder 3"/>
          <p:cNvSpPr>
            <a:spLocks noGrp="1"/>
          </p:cNvSpPr>
          <p:nvPr>
            <p:ph type="body" sz="half" idx="2"/>
          </p:nvPr>
        </p:nvSpPr>
        <p:spPr>
          <a:xfrm>
            <a:off x="839788" y="2635091"/>
            <a:ext cx="3932237" cy="4881833"/>
          </a:xfrm>
        </p:spPr>
        <p:txBody>
          <a:bodyPr/>
          <a:lstStyle>
            <a:lvl1pPr marL="0" indent="0">
              <a:buNone/>
              <a:defRPr sz="2049"/>
            </a:lvl1pPr>
            <a:lvl2pPr marL="585582" indent="0">
              <a:buNone/>
              <a:defRPr sz="1793"/>
            </a:lvl2pPr>
            <a:lvl3pPr marL="1171164" indent="0">
              <a:buNone/>
              <a:defRPr sz="1537"/>
            </a:lvl3pPr>
            <a:lvl4pPr marL="1756745" indent="0">
              <a:buNone/>
              <a:defRPr sz="1281"/>
            </a:lvl4pPr>
            <a:lvl5pPr marL="2342327" indent="0">
              <a:buNone/>
              <a:defRPr sz="1281"/>
            </a:lvl5pPr>
            <a:lvl6pPr marL="2927909" indent="0">
              <a:buNone/>
              <a:defRPr sz="1281"/>
            </a:lvl6pPr>
            <a:lvl7pPr marL="3513491" indent="0">
              <a:buNone/>
              <a:defRPr sz="1281"/>
            </a:lvl7pPr>
            <a:lvl8pPr marL="4099072" indent="0">
              <a:buNone/>
              <a:defRPr sz="1281"/>
            </a:lvl8pPr>
            <a:lvl9pPr marL="4684654" indent="0">
              <a:buNone/>
              <a:defRPr sz="1281"/>
            </a:lvl9pPr>
          </a:lstStyle>
          <a:p>
            <a:pPr lvl="0"/>
            <a:r>
              <a:rPr lang="en-US"/>
              <a:t>Click to edit Master text styles</a:t>
            </a:r>
          </a:p>
        </p:txBody>
      </p:sp>
      <p:sp>
        <p:nvSpPr>
          <p:cNvPr id="5" name="Date Placeholder 4"/>
          <p:cNvSpPr>
            <a:spLocks noGrp="1"/>
          </p:cNvSpPr>
          <p:nvPr>
            <p:ph type="dt" sz="half" idx="10"/>
          </p:nvPr>
        </p:nvSpPr>
        <p:spPr/>
        <p:txBody>
          <a:bodyPr/>
          <a:lstStyle/>
          <a:p>
            <a:fld id="{EE7F2677-E5D1-48BB-B124-3CAA138518D8}"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78095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3041074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67647"/>
            <a:ext cx="2628900" cy="74437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67647"/>
            <a:ext cx="7734300" cy="74437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68080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67649"/>
            <a:ext cx="10515600" cy="169776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338237"/>
            <a:ext cx="10515600" cy="55731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141133"/>
            <a:ext cx="2743200" cy="467647"/>
          </a:xfrm>
          <a:prstGeom prst="rect">
            <a:avLst/>
          </a:prstGeom>
        </p:spPr>
        <p:txBody>
          <a:bodyPr vert="horz" lIns="91440" tIns="45720" rIns="91440" bIns="45720" rtlCol="0" anchor="ctr"/>
          <a:lstStyle>
            <a:lvl1pPr algn="l">
              <a:defRPr sz="1537">
                <a:solidFill>
                  <a:schemeClr val="tx1">
                    <a:tint val="82000"/>
                  </a:schemeClr>
                </a:solidFill>
              </a:defRPr>
            </a:lvl1pPr>
          </a:lstStyle>
          <a:p>
            <a:fld id="{EE7F2677-E5D1-48BB-B124-3CAA138518D8}" type="datetimeFigureOut">
              <a:rPr lang="en-US" smtClean="0"/>
              <a:t>10/22/2026</a:t>
            </a:fld>
            <a:endParaRPr lang="en-US"/>
          </a:p>
        </p:txBody>
      </p:sp>
      <p:sp>
        <p:nvSpPr>
          <p:cNvPr id="5" name="Footer Placeholder 4"/>
          <p:cNvSpPr>
            <a:spLocks noGrp="1"/>
          </p:cNvSpPr>
          <p:nvPr>
            <p:ph type="ftr" sz="quarter" idx="3"/>
          </p:nvPr>
        </p:nvSpPr>
        <p:spPr>
          <a:xfrm>
            <a:off x="4038600" y="8141133"/>
            <a:ext cx="4114800" cy="467647"/>
          </a:xfrm>
          <a:prstGeom prst="rect">
            <a:avLst/>
          </a:prstGeom>
        </p:spPr>
        <p:txBody>
          <a:bodyPr vert="horz" lIns="91440" tIns="45720" rIns="91440" bIns="45720" rtlCol="0" anchor="ctr"/>
          <a:lstStyle>
            <a:lvl1pPr algn="ctr">
              <a:defRPr sz="1537">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8141133"/>
            <a:ext cx="2743200" cy="467647"/>
          </a:xfrm>
          <a:prstGeom prst="rect">
            <a:avLst/>
          </a:prstGeom>
        </p:spPr>
        <p:txBody>
          <a:bodyPr vert="horz" lIns="91440" tIns="45720" rIns="91440" bIns="45720" rtlCol="0" anchor="ctr"/>
          <a:lstStyle>
            <a:lvl1pPr algn="r">
              <a:defRPr sz="1537">
                <a:solidFill>
                  <a:schemeClr val="tx1">
                    <a:tint val="82000"/>
                  </a:schemeClr>
                </a:solidFill>
              </a:defRPr>
            </a:lvl1pPr>
          </a:lstStyle>
          <a:p>
            <a:fld id="{57891446-8B56-4A80-9C54-9FD2E459D003}" type="slidenum">
              <a:rPr lang="en-US" smtClean="0"/>
              <a:t>‹#›</a:t>
            </a:fld>
            <a:endParaRPr lang="en-US"/>
          </a:p>
        </p:txBody>
      </p:sp>
    </p:spTree>
    <p:extLst>
      <p:ext uri="{BB962C8B-B14F-4D97-AF65-F5344CB8AC3E}">
        <p14:creationId xmlns:p14="http://schemas.microsoft.com/office/powerpoint/2010/main" val="305293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171164" rtl="0" eaLnBrk="1" latinLnBrk="0" hangingPunct="1">
        <a:lnSpc>
          <a:spcPct val="90000"/>
        </a:lnSpc>
        <a:spcBef>
          <a:spcPct val="0"/>
        </a:spcBef>
        <a:buNone/>
        <a:defRPr sz="5636" kern="1200">
          <a:solidFill>
            <a:schemeClr val="tx1"/>
          </a:solidFill>
          <a:latin typeface="+mj-lt"/>
          <a:ea typeface="+mj-ea"/>
          <a:cs typeface="+mj-cs"/>
        </a:defRPr>
      </a:lvl1pPr>
    </p:titleStyle>
    <p:bodyStyle>
      <a:lvl1pPr marL="292791" indent="-292791" algn="l" defTabSz="1171164" rtl="0" eaLnBrk="1" latinLnBrk="0" hangingPunct="1">
        <a:lnSpc>
          <a:spcPct val="90000"/>
        </a:lnSpc>
        <a:spcBef>
          <a:spcPts val="1281"/>
        </a:spcBef>
        <a:buFont typeface="Arial" panose="020B0604020202020204" pitchFamily="34" charset="0"/>
        <a:buChar char="•"/>
        <a:defRPr sz="3586" kern="1200">
          <a:solidFill>
            <a:schemeClr val="tx1"/>
          </a:solidFill>
          <a:latin typeface="+mn-lt"/>
          <a:ea typeface="+mn-ea"/>
          <a:cs typeface="+mn-cs"/>
        </a:defRPr>
      </a:lvl1pPr>
      <a:lvl2pPr marL="878373" indent="-292791" algn="l" defTabSz="1171164" rtl="0" eaLnBrk="1" latinLnBrk="0" hangingPunct="1">
        <a:lnSpc>
          <a:spcPct val="90000"/>
        </a:lnSpc>
        <a:spcBef>
          <a:spcPts val="640"/>
        </a:spcBef>
        <a:buFont typeface="Arial" panose="020B0604020202020204" pitchFamily="34" charset="0"/>
        <a:buChar char="•"/>
        <a:defRPr sz="3074" kern="1200">
          <a:solidFill>
            <a:schemeClr val="tx1"/>
          </a:solidFill>
          <a:latin typeface="+mn-lt"/>
          <a:ea typeface="+mn-ea"/>
          <a:cs typeface="+mn-cs"/>
        </a:defRPr>
      </a:lvl2pPr>
      <a:lvl3pPr marL="1463954" indent="-292791" algn="l" defTabSz="1171164" rtl="0" eaLnBrk="1" latinLnBrk="0" hangingPunct="1">
        <a:lnSpc>
          <a:spcPct val="90000"/>
        </a:lnSpc>
        <a:spcBef>
          <a:spcPts val="640"/>
        </a:spcBef>
        <a:buFont typeface="Arial" panose="020B0604020202020204" pitchFamily="34" charset="0"/>
        <a:buChar char="•"/>
        <a:defRPr sz="2562" kern="1200">
          <a:solidFill>
            <a:schemeClr val="tx1"/>
          </a:solidFill>
          <a:latin typeface="+mn-lt"/>
          <a:ea typeface="+mn-ea"/>
          <a:cs typeface="+mn-cs"/>
        </a:defRPr>
      </a:lvl3pPr>
      <a:lvl4pPr marL="2049536"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4pPr>
      <a:lvl5pPr marL="2635118"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5pPr>
      <a:lvl6pPr marL="3220700"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6pPr>
      <a:lvl7pPr marL="3806281"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7pPr>
      <a:lvl8pPr marL="4391863"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8pPr>
      <a:lvl9pPr marL="4977445"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9pPr>
    </p:bodyStyle>
    <p:otherStyle>
      <a:defPPr>
        <a:defRPr lang="en-US"/>
      </a:defPPr>
      <a:lvl1pPr marL="0" algn="l" defTabSz="1171164" rtl="0" eaLnBrk="1" latinLnBrk="0" hangingPunct="1">
        <a:defRPr sz="2305" kern="1200">
          <a:solidFill>
            <a:schemeClr val="tx1"/>
          </a:solidFill>
          <a:latin typeface="+mn-lt"/>
          <a:ea typeface="+mn-ea"/>
          <a:cs typeface="+mn-cs"/>
        </a:defRPr>
      </a:lvl1pPr>
      <a:lvl2pPr marL="585582" algn="l" defTabSz="1171164" rtl="0" eaLnBrk="1" latinLnBrk="0" hangingPunct="1">
        <a:defRPr sz="2305" kern="1200">
          <a:solidFill>
            <a:schemeClr val="tx1"/>
          </a:solidFill>
          <a:latin typeface="+mn-lt"/>
          <a:ea typeface="+mn-ea"/>
          <a:cs typeface="+mn-cs"/>
        </a:defRPr>
      </a:lvl2pPr>
      <a:lvl3pPr marL="1171164" algn="l" defTabSz="1171164" rtl="0" eaLnBrk="1" latinLnBrk="0" hangingPunct="1">
        <a:defRPr sz="2305" kern="1200">
          <a:solidFill>
            <a:schemeClr val="tx1"/>
          </a:solidFill>
          <a:latin typeface="+mn-lt"/>
          <a:ea typeface="+mn-ea"/>
          <a:cs typeface="+mn-cs"/>
        </a:defRPr>
      </a:lvl3pPr>
      <a:lvl4pPr marL="1756745" algn="l" defTabSz="1171164" rtl="0" eaLnBrk="1" latinLnBrk="0" hangingPunct="1">
        <a:defRPr sz="2305" kern="1200">
          <a:solidFill>
            <a:schemeClr val="tx1"/>
          </a:solidFill>
          <a:latin typeface="+mn-lt"/>
          <a:ea typeface="+mn-ea"/>
          <a:cs typeface="+mn-cs"/>
        </a:defRPr>
      </a:lvl4pPr>
      <a:lvl5pPr marL="2342327" algn="l" defTabSz="1171164" rtl="0" eaLnBrk="1" latinLnBrk="0" hangingPunct="1">
        <a:defRPr sz="2305" kern="1200">
          <a:solidFill>
            <a:schemeClr val="tx1"/>
          </a:solidFill>
          <a:latin typeface="+mn-lt"/>
          <a:ea typeface="+mn-ea"/>
          <a:cs typeface="+mn-cs"/>
        </a:defRPr>
      </a:lvl5pPr>
      <a:lvl6pPr marL="2927909" algn="l" defTabSz="1171164" rtl="0" eaLnBrk="1" latinLnBrk="0" hangingPunct="1">
        <a:defRPr sz="2305" kern="1200">
          <a:solidFill>
            <a:schemeClr val="tx1"/>
          </a:solidFill>
          <a:latin typeface="+mn-lt"/>
          <a:ea typeface="+mn-ea"/>
          <a:cs typeface="+mn-cs"/>
        </a:defRPr>
      </a:lvl6pPr>
      <a:lvl7pPr marL="3513491" algn="l" defTabSz="1171164" rtl="0" eaLnBrk="1" latinLnBrk="0" hangingPunct="1">
        <a:defRPr sz="2305" kern="1200">
          <a:solidFill>
            <a:schemeClr val="tx1"/>
          </a:solidFill>
          <a:latin typeface="+mn-lt"/>
          <a:ea typeface="+mn-ea"/>
          <a:cs typeface="+mn-cs"/>
        </a:defRPr>
      </a:lvl7pPr>
      <a:lvl8pPr marL="4099072" algn="l" defTabSz="1171164" rtl="0" eaLnBrk="1" latinLnBrk="0" hangingPunct="1">
        <a:defRPr sz="2305" kern="1200">
          <a:solidFill>
            <a:schemeClr val="tx1"/>
          </a:solidFill>
          <a:latin typeface="+mn-lt"/>
          <a:ea typeface="+mn-ea"/>
          <a:cs typeface="+mn-cs"/>
        </a:defRPr>
      </a:lvl8pPr>
      <a:lvl9pPr marL="4684654" algn="l" defTabSz="1171164" rtl="0" eaLnBrk="1" latinLnBrk="0" hangingPunct="1">
        <a:defRPr sz="23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70.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1.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00.png"/><Relationship Id="rId4" Type="http://schemas.openxmlformats.org/officeDocument/2006/relationships/image" Target="../media/image9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4A87-F431-3C2D-3383-90DC9F72F3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F21023-98D7-0B6C-0B36-C452E1DF9B04}"/>
              </a:ext>
            </a:extLst>
          </p:cNvPr>
          <p:cNvSpPr>
            <a:spLocks noGrp="1"/>
          </p:cNvSpPr>
          <p:nvPr>
            <p:ph idx="1"/>
          </p:nvPr>
        </p:nvSpPr>
        <p:spPr/>
        <p:txBody>
          <a:bodyPr/>
          <a:lstStyle/>
          <a:p>
            <a:endParaRPr lang="en-US"/>
          </a:p>
        </p:txBody>
      </p:sp>
      <p:pic>
        <p:nvPicPr>
          <p:cNvPr id="4" name="Picture 3" descr="A screen shot of a computer&#10;&#10;Description automatically generated">
            <a:extLst>
              <a:ext uri="{FF2B5EF4-FFF2-40B4-BE49-F238E27FC236}">
                <a16:creationId xmlns:a16="http://schemas.microsoft.com/office/drawing/2014/main" id="{B6FABD11-CFB0-673E-42EF-4DD267B876C1}"/>
              </a:ext>
            </a:extLst>
          </p:cNvPr>
          <p:cNvPicPr>
            <a:picLocks noChangeAspect="1"/>
          </p:cNvPicPr>
          <p:nvPr/>
        </p:nvPicPr>
        <p:blipFill rotWithShape="1">
          <a:blip r:embed="rId2">
            <a:extLst>
              <a:ext uri="{28A0092B-C50C-407E-A947-70E740481C1C}">
                <a14:useLocalDpi xmlns:a14="http://schemas.microsoft.com/office/drawing/2010/main" val="0"/>
              </a:ext>
            </a:extLst>
          </a:blip>
          <a:srcRect t="5212" r="945" b="7765"/>
          <a:stretch>
            <a:fillRect/>
          </a:stretch>
        </p:blipFill>
        <p:spPr>
          <a:xfrm>
            <a:off x="0" y="1104899"/>
            <a:ext cx="12168577" cy="6806475"/>
          </a:xfrm>
          <a:prstGeom prst="rect">
            <a:avLst/>
          </a:prstGeom>
        </p:spPr>
      </p:pic>
      <p:sp>
        <p:nvSpPr>
          <p:cNvPr id="5" name="テキスト プレースホルダー 2">
            <a:extLst>
              <a:ext uri="{FF2B5EF4-FFF2-40B4-BE49-F238E27FC236}">
                <a16:creationId xmlns:a16="http://schemas.microsoft.com/office/drawing/2014/main" id="{9E35CBE9-558E-FFF2-7906-A0FFD88E89B7}"/>
              </a:ext>
            </a:extLst>
          </p:cNvPr>
          <p:cNvSpPr txBox="1">
            <a:spLocks/>
          </p:cNvSpPr>
          <p:nvPr/>
        </p:nvSpPr>
        <p:spPr>
          <a:xfrm>
            <a:off x="350158" y="2242210"/>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2AD2127E-4F53-2F4B-A63A-F4A81D4B09B1}"/>
              </a:ext>
            </a:extLst>
          </p:cNvPr>
          <p:cNvCxnSpPr/>
          <p:nvPr/>
        </p:nvCxnSpPr>
        <p:spPr>
          <a:xfrm>
            <a:off x="1194689" y="2014849"/>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8010A1-6BAC-89DE-73A6-2F3ADCC188F7}"/>
              </a:ext>
            </a:extLst>
          </p:cNvPr>
          <p:cNvSpPr txBox="1"/>
          <p:nvPr/>
        </p:nvSpPr>
        <p:spPr>
          <a:xfrm>
            <a:off x="768399" y="1546318"/>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r>
              <a:rPr lang="en-PH" sz="2400" b="1" dirty="0" err="1">
                <a:latin typeface="Times New Roman" panose="02020603050405020304" pitchFamily="18" charset="0"/>
                <a:ea typeface="Malgun Gothic" panose="020B0503020000020004" pitchFamily="34" charset="-127"/>
                <a:cs typeface="Times New Roman" panose="02020603050405020304" pitchFamily="18" charset="0"/>
              </a:rPr>
              <a:t>ms</a:t>
            </a: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10" name="TextBox 6">
            <a:extLst>
              <a:ext uri="{FF2B5EF4-FFF2-40B4-BE49-F238E27FC236}">
                <a16:creationId xmlns:a16="http://schemas.microsoft.com/office/drawing/2014/main" id="{B6A07F4A-B177-6830-D641-0B6F16E05C17}"/>
              </a:ext>
            </a:extLst>
          </p:cNvPr>
          <p:cNvSpPr txBox="1"/>
          <p:nvPr/>
        </p:nvSpPr>
        <p:spPr>
          <a:xfrm>
            <a:off x="9109278" y="1368518"/>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11" name="TextBox 7">
            <a:extLst>
              <a:ext uri="{FF2B5EF4-FFF2-40B4-BE49-F238E27FC236}">
                <a16:creationId xmlns:a16="http://schemas.microsoft.com/office/drawing/2014/main" id="{732FE768-EEDD-2C37-D346-B7E049415190}"/>
              </a:ext>
            </a:extLst>
          </p:cNvPr>
          <p:cNvSpPr txBox="1"/>
          <p:nvPr/>
        </p:nvSpPr>
        <p:spPr>
          <a:xfrm>
            <a:off x="9109278" y="2763412"/>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12" name="TextBox 8">
            <a:extLst>
              <a:ext uri="{FF2B5EF4-FFF2-40B4-BE49-F238E27FC236}">
                <a16:creationId xmlns:a16="http://schemas.microsoft.com/office/drawing/2014/main" id="{85452659-3169-AAAD-4EF2-3DEF997AF0DF}"/>
              </a:ext>
            </a:extLst>
          </p:cNvPr>
          <p:cNvSpPr txBox="1"/>
          <p:nvPr/>
        </p:nvSpPr>
        <p:spPr>
          <a:xfrm>
            <a:off x="9247498" y="3424324"/>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13" name="TextBox 9">
            <a:extLst>
              <a:ext uri="{FF2B5EF4-FFF2-40B4-BE49-F238E27FC236}">
                <a16:creationId xmlns:a16="http://schemas.microsoft.com/office/drawing/2014/main" id="{24810D09-3156-DE88-7D28-3E88FCD95255}"/>
              </a:ext>
            </a:extLst>
          </p:cNvPr>
          <p:cNvSpPr txBox="1"/>
          <p:nvPr/>
        </p:nvSpPr>
        <p:spPr>
          <a:xfrm>
            <a:off x="9369479" y="4767130"/>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14" name="TextBox 10">
            <a:extLst>
              <a:ext uri="{FF2B5EF4-FFF2-40B4-BE49-F238E27FC236}">
                <a16:creationId xmlns:a16="http://schemas.microsoft.com/office/drawing/2014/main" id="{DA0EF53D-6F55-05D9-AFAE-FF173B860242}"/>
              </a:ext>
            </a:extLst>
          </p:cNvPr>
          <p:cNvSpPr txBox="1"/>
          <p:nvPr/>
        </p:nvSpPr>
        <p:spPr>
          <a:xfrm>
            <a:off x="9391917" y="6469754"/>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493501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17C5-02BF-E64D-A36E-B4497523E05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9907D1-BC2B-9A68-6774-C205949923C7}"/>
              </a:ext>
            </a:extLst>
          </p:cNvPr>
          <p:cNvSpPr>
            <a:spLocks noGrp="1"/>
          </p:cNvSpPr>
          <p:nvPr>
            <p:ph idx="1"/>
          </p:nvPr>
        </p:nvSpPr>
        <p:spPr/>
        <p:txBody>
          <a:bodyPr/>
          <a:lstStyle/>
          <a:p>
            <a:endParaRPr lang="en-US"/>
          </a:p>
        </p:txBody>
      </p:sp>
      <p:pic>
        <p:nvPicPr>
          <p:cNvPr id="4" name="Picture 3" descr="A screen shot of a computer&#10;&#10;Description automatically generated">
            <a:extLst>
              <a:ext uri="{FF2B5EF4-FFF2-40B4-BE49-F238E27FC236}">
                <a16:creationId xmlns:a16="http://schemas.microsoft.com/office/drawing/2014/main" id="{370C6BB5-0E91-9FF4-6D59-3A4D5A281C5C}"/>
              </a:ext>
            </a:extLst>
          </p:cNvPr>
          <p:cNvPicPr>
            <a:picLocks noChangeAspect="1"/>
          </p:cNvPicPr>
          <p:nvPr/>
        </p:nvPicPr>
        <p:blipFill rotWithShape="1">
          <a:blip r:embed="rId2">
            <a:extLst>
              <a:ext uri="{28A0092B-C50C-407E-A947-70E740481C1C}">
                <a14:useLocalDpi xmlns:a14="http://schemas.microsoft.com/office/drawing/2010/main" val="0"/>
              </a:ext>
            </a:extLst>
          </a:blip>
          <a:srcRect t="5215" r="875" b="7461"/>
          <a:stretch>
            <a:fillRect/>
          </a:stretch>
        </p:blipFill>
        <p:spPr>
          <a:xfrm>
            <a:off x="0" y="1104899"/>
            <a:ext cx="12085320" cy="6806475"/>
          </a:xfrm>
          <a:prstGeom prst="rect">
            <a:avLst/>
          </a:prstGeom>
        </p:spPr>
      </p:pic>
      <p:sp>
        <p:nvSpPr>
          <p:cNvPr id="5" name="テキスト プレースホルダー 2">
            <a:extLst>
              <a:ext uri="{FF2B5EF4-FFF2-40B4-BE49-F238E27FC236}">
                <a16:creationId xmlns:a16="http://schemas.microsoft.com/office/drawing/2014/main" id="{278DC370-7402-8ACF-0566-70D143B83C59}"/>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F5A0C58D-ACB8-CFAD-401E-6E4EB0FC80F3}"/>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0B5370-0FDA-8104-DBB2-345028546AF2}"/>
                  </a:ext>
                </a:extLst>
              </p:cNvPr>
              <p:cNvSpPr txBox="1"/>
              <p:nvPr/>
            </p:nvSpPr>
            <p:spPr>
              <a:xfrm>
                <a:off x="296759" y="1562598"/>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20B5370-0FDA-8104-DBB2-345028546AF2}"/>
                  </a:ext>
                </a:extLst>
              </p:cNvPr>
              <p:cNvSpPr txBox="1">
                <a:spLocks noRot="1" noChangeAspect="1" noMove="1" noResize="1" noEditPoints="1" noAdjustHandles="1" noChangeArrowheads="1" noChangeShapeType="1" noTextEdit="1"/>
              </p:cNvSpPr>
              <p:nvPr/>
            </p:nvSpPr>
            <p:spPr>
              <a:xfrm>
                <a:off x="296759" y="1562598"/>
                <a:ext cx="2079498"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C5E32E0D-8838-9439-7C52-55277FB9629F}"/>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03AEF7-9AC5-8263-851D-35024048C01F}"/>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B003AEF7-9AC5-8263-851D-35024048C01F}"/>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2DE5C391-612A-4B20-FDE8-CAE5F17697DE}"/>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10C5305-29DA-CFA8-EF1C-42B1EC92900C}"/>
              </a:ext>
            </a:extLst>
          </p:cNvPr>
          <p:cNvCxnSpPr>
            <a:cxnSpLocks/>
          </p:cNvCxnSpPr>
          <p:nvPr/>
        </p:nvCxnSpPr>
        <p:spPr>
          <a:xfrm flipH="1">
            <a:off x="3739305" y="6522369"/>
            <a:ext cx="4" cy="138900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0ADB566C-38AC-B932-15EB-2562D39C0EA3}"/>
              </a:ext>
            </a:extLst>
          </p:cNvPr>
          <p:cNvGrpSpPr/>
          <p:nvPr/>
        </p:nvGrpSpPr>
        <p:grpSpPr>
          <a:xfrm>
            <a:off x="2413837" y="7694441"/>
            <a:ext cx="2782648" cy="363485"/>
            <a:chOff x="3750989" y="6265974"/>
            <a:chExt cx="1441109" cy="363485"/>
          </a:xfrm>
        </p:grpSpPr>
        <p:sp>
          <p:nvSpPr>
            <p:cNvPr id="13" name="Rectangle: Rounded Corners 12">
              <a:extLst>
                <a:ext uri="{FF2B5EF4-FFF2-40B4-BE49-F238E27FC236}">
                  <a16:creationId xmlns:a16="http://schemas.microsoft.com/office/drawing/2014/main" id="{73529536-0C54-D0D3-2868-82E24E4613C2}"/>
                </a:ext>
              </a:extLst>
            </p:cNvPr>
            <p:cNvSpPr/>
            <p:nvPr/>
          </p:nvSpPr>
          <p:spPr>
            <a:xfrm>
              <a:off x="3872530" y="6265974"/>
              <a:ext cx="537087" cy="363485"/>
            </a:xfrm>
            <a:prstGeom prst="roundRect">
              <a:avLst/>
            </a:prstGeom>
            <a:solidFill>
              <a:srgbClr val="01D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14" name="Straight Arrow Connector 13">
              <a:extLst>
                <a:ext uri="{FF2B5EF4-FFF2-40B4-BE49-F238E27FC236}">
                  <a16:creationId xmlns:a16="http://schemas.microsoft.com/office/drawing/2014/main" id="{2DE19BB0-0D29-0B83-1077-27D5F4A17559}"/>
                </a:ext>
              </a:extLst>
            </p:cNvPr>
            <p:cNvCxnSpPr>
              <a:cxnSpLocks/>
              <a:stCxn id="13" idx="1"/>
            </p:cNvCxnSpPr>
            <p:nvPr/>
          </p:nvCxnSpPr>
          <p:spPr>
            <a:xfrm flipH="1">
              <a:off x="3750989" y="6447717"/>
              <a:ext cx="121541" cy="0"/>
            </a:xfrm>
            <a:prstGeom prst="straightConnector1">
              <a:avLst/>
            </a:prstGeom>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1D226CE-BFEE-B956-E1A2-5C0E1262C907}"/>
                </a:ext>
              </a:extLst>
            </p:cNvPr>
            <p:cNvCxnSpPr>
              <a:cxnSpLocks/>
              <a:stCxn id="13" idx="3"/>
            </p:cNvCxnSpPr>
            <p:nvPr/>
          </p:nvCxnSpPr>
          <p:spPr>
            <a:xfrm>
              <a:off x="4409617" y="6447717"/>
              <a:ext cx="782481" cy="0"/>
            </a:xfrm>
            <a:prstGeom prst="straightConnector1">
              <a:avLst/>
            </a:prstGeom>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07FB1238-DACB-90B9-5F49-64D9A31D4508}"/>
              </a:ext>
            </a:extLst>
          </p:cNvPr>
          <p:cNvCxnSpPr>
            <a:cxnSpLocks/>
          </p:cNvCxnSpPr>
          <p:nvPr/>
        </p:nvCxnSpPr>
        <p:spPr>
          <a:xfrm>
            <a:off x="6767556" y="6530504"/>
            <a:ext cx="0" cy="138087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146D6D-4385-12A0-6ED3-0B9891177077}"/>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DEBC6B5-882B-6D91-9AED-17D71B6D3746}"/>
              </a:ext>
            </a:extLst>
          </p:cNvPr>
          <p:cNvCxnSpPr>
            <a:cxnSpLocks/>
          </p:cNvCxnSpPr>
          <p:nvPr/>
        </p:nvCxnSpPr>
        <p:spPr>
          <a:xfrm>
            <a:off x="3827405" y="5169816"/>
            <a:ext cx="0" cy="961473"/>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206291FA-4B85-524B-8AFB-91813997A467}"/>
              </a:ext>
            </a:extLst>
          </p:cNvPr>
          <p:cNvGrpSpPr/>
          <p:nvPr/>
        </p:nvGrpSpPr>
        <p:grpSpPr>
          <a:xfrm>
            <a:off x="747132" y="4984761"/>
            <a:ext cx="4178725" cy="363485"/>
            <a:chOff x="4028441" y="5945152"/>
            <a:chExt cx="1441109" cy="363485"/>
          </a:xfrm>
          <a:solidFill>
            <a:srgbClr val="2424B7"/>
          </a:solidFill>
        </p:grpSpPr>
        <p:sp>
          <p:nvSpPr>
            <p:cNvPr id="20" name="Rectangle: Rounded Corners 19">
              <a:extLst>
                <a:ext uri="{FF2B5EF4-FFF2-40B4-BE49-F238E27FC236}">
                  <a16:creationId xmlns:a16="http://schemas.microsoft.com/office/drawing/2014/main" id="{516FC2E6-474D-86FC-064B-8D2C2FAAC354}"/>
                </a:ext>
              </a:extLst>
            </p:cNvPr>
            <p:cNvSpPr/>
            <p:nvPr/>
          </p:nvSpPr>
          <p:spPr>
            <a:xfrm>
              <a:off x="4434955" y="5945152"/>
              <a:ext cx="367609"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1" name="Straight Arrow Connector 20">
              <a:extLst>
                <a:ext uri="{FF2B5EF4-FFF2-40B4-BE49-F238E27FC236}">
                  <a16:creationId xmlns:a16="http://schemas.microsoft.com/office/drawing/2014/main" id="{A3429BC7-F261-B079-3B2A-0C7F33D677A1}"/>
                </a:ext>
              </a:extLst>
            </p:cNvPr>
            <p:cNvCxnSpPr>
              <a:cxnSpLocks/>
              <a:stCxn id="20" idx="1"/>
            </p:cNvCxnSpPr>
            <p:nvPr/>
          </p:nvCxnSpPr>
          <p:spPr>
            <a:xfrm flipH="1">
              <a:off x="4028441" y="6126895"/>
              <a:ext cx="406514" cy="0"/>
            </a:xfrm>
            <a:prstGeom prst="straightConnector1">
              <a:avLst/>
            </a:prstGeom>
            <a:grp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04223D6-7899-D9A1-3FC1-09DD53A93F3C}"/>
                </a:ext>
              </a:extLst>
            </p:cNvPr>
            <p:cNvCxnSpPr>
              <a:cxnSpLocks/>
              <a:stCxn id="20" idx="3"/>
            </p:cNvCxnSpPr>
            <p:nvPr/>
          </p:nvCxnSpPr>
          <p:spPr>
            <a:xfrm>
              <a:off x="4802564" y="6126895"/>
              <a:ext cx="666986" cy="0"/>
            </a:xfrm>
            <a:prstGeom prst="straightConnector1">
              <a:avLst/>
            </a:prstGeom>
            <a:grp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B3B70ECE-196A-9A45-23B0-6283E2BA5B8E}"/>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0F95BF7-AE37-BAA2-0A51-3B414A15BA48}"/>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F335BB7-6336-0FE8-6072-470EF1966802}"/>
              </a:ext>
            </a:extLst>
          </p:cNvPr>
          <p:cNvGrpSpPr/>
          <p:nvPr/>
        </p:nvGrpSpPr>
        <p:grpSpPr>
          <a:xfrm>
            <a:off x="3839574" y="5215314"/>
            <a:ext cx="4107226" cy="363485"/>
            <a:chOff x="3126376" y="6824808"/>
            <a:chExt cx="1441110" cy="363485"/>
          </a:xfrm>
        </p:grpSpPr>
        <p:sp>
          <p:nvSpPr>
            <p:cNvPr id="26" name="Rectangle: Rounded Corners 25">
              <a:extLst>
                <a:ext uri="{FF2B5EF4-FFF2-40B4-BE49-F238E27FC236}">
                  <a16:creationId xmlns:a16="http://schemas.microsoft.com/office/drawing/2014/main" id="{73CEB61B-CF59-096F-F250-359B547EB970}"/>
                </a:ext>
              </a:extLst>
            </p:cNvPr>
            <p:cNvSpPr/>
            <p:nvPr/>
          </p:nvSpPr>
          <p:spPr>
            <a:xfrm>
              <a:off x="3551394" y="6824808"/>
              <a:ext cx="402331" cy="363485"/>
            </a:xfrm>
            <a:prstGeom prst="roundRect">
              <a:avLst/>
            </a:prstGeom>
            <a:solidFill>
              <a:srgbClr val="FD9116"/>
            </a:solidFill>
            <a:ln>
              <a:solidFill>
                <a:srgbClr val="FD91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7" name="Straight Arrow Connector 26">
              <a:extLst>
                <a:ext uri="{FF2B5EF4-FFF2-40B4-BE49-F238E27FC236}">
                  <a16:creationId xmlns:a16="http://schemas.microsoft.com/office/drawing/2014/main" id="{6B5858F8-6FD8-4219-A936-EB92CC0341A7}"/>
                </a:ext>
              </a:extLst>
            </p:cNvPr>
            <p:cNvCxnSpPr>
              <a:cxnSpLocks/>
              <a:stCxn id="26" idx="1"/>
            </p:cNvCxnSpPr>
            <p:nvPr/>
          </p:nvCxnSpPr>
          <p:spPr>
            <a:xfrm flipH="1">
              <a:off x="3126376" y="7006551"/>
              <a:ext cx="425018"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EB88A7A-E938-4F2A-FCA0-57695F88AEB9}"/>
                </a:ext>
              </a:extLst>
            </p:cNvPr>
            <p:cNvCxnSpPr>
              <a:cxnSpLocks/>
              <a:stCxn id="26" idx="3"/>
            </p:cNvCxnSpPr>
            <p:nvPr/>
          </p:nvCxnSpPr>
          <p:spPr>
            <a:xfrm>
              <a:off x="3953725" y="7006551"/>
              <a:ext cx="613761"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B4801A3D-83E7-8EF6-03D8-788EAC45F382}"/>
              </a:ext>
            </a:extLst>
          </p:cNvPr>
          <p:cNvCxnSpPr>
            <a:cxnSpLocks/>
          </p:cNvCxnSpPr>
          <p:nvPr/>
        </p:nvCxnSpPr>
        <p:spPr>
          <a:xfrm>
            <a:off x="4997954" y="5173270"/>
            <a:ext cx="0" cy="961473"/>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A054AD-A0E4-52D4-D6CF-302DE2BAA90D}"/>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93C0F17-961F-3C30-024E-A3A7B7F9DEAC}"/>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472B3133-B672-AD2A-860A-13C7EF17A949}"/>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EEA6665-9CDE-F78F-6201-AC0346F0ABBB}"/>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4A058328-7BC8-3767-5178-81186F23A29D}"/>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BFDB940-BFE2-2957-9317-60340663E267}"/>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9754BA0-0D53-9531-50E5-B080C0EFE4BE}"/>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A031666-50E9-A3B5-EAA6-27997F314EBE}"/>
              </a:ext>
            </a:extLst>
          </p:cNvPr>
          <p:cNvGrpSpPr/>
          <p:nvPr/>
        </p:nvGrpSpPr>
        <p:grpSpPr>
          <a:xfrm>
            <a:off x="755335" y="6325444"/>
            <a:ext cx="2982563" cy="363485"/>
            <a:chOff x="3750989" y="5274254"/>
            <a:chExt cx="1441109" cy="363485"/>
          </a:xfrm>
          <a:solidFill>
            <a:srgbClr val="D8469D"/>
          </a:solidFill>
        </p:grpSpPr>
        <p:sp>
          <p:nvSpPr>
            <p:cNvPr id="38" name="Rectangle: Rounded Corners 37">
              <a:extLst>
                <a:ext uri="{FF2B5EF4-FFF2-40B4-BE49-F238E27FC236}">
                  <a16:creationId xmlns:a16="http://schemas.microsoft.com/office/drawing/2014/main" id="{DA8159B4-E05A-70C2-F700-C631F3FAEB20}"/>
                </a:ext>
              </a:extLst>
            </p:cNvPr>
            <p:cNvSpPr/>
            <p:nvPr/>
          </p:nvSpPr>
          <p:spPr>
            <a:xfrm>
              <a:off x="4225107" y="5274254"/>
              <a:ext cx="501087"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39" name="Straight Arrow Connector 38">
              <a:extLst>
                <a:ext uri="{FF2B5EF4-FFF2-40B4-BE49-F238E27FC236}">
                  <a16:creationId xmlns:a16="http://schemas.microsoft.com/office/drawing/2014/main" id="{F701217E-85BB-126E-BD88-30772E82351E}"/>
                </a:ext>
              </a:extLst>
            </p:cNvPr>
            <p:cNvCxnSpPr>
              <a:cxnSpLocks/>
              <a:stCxn id="38" idx="1"/>
            </p:cNvCxnSpPr>
            <p:nvPr/>
          </p:nvCxnSpPr>
          <p:spPr>
            <a:xfrm flipH="1">
              <a:off x="3750989" y="5455997"/>
              <a:ext cx="474118"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411532C-E053-0A38-33DE-6DDBF49E053B}"/>
                </a:ext>
              </a:extLst>
            </p:cNvPr>
            <p:cNvCxnSpPr>
              <a:cxnSpLocks/>
              <a:stCxn id="38" idx="3"/>
            </p:cNvCxnSpPr>
            <p:nvPr/>
          </p:nvCxnSpPr>
          <p:spPr>
            <a:xfrm>
              <a:off x="4726194" y="5455997"/>
              <a:ext cx="465904"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Connector 40">
            <a:extLst>
              <a:ext uri="{FF2B5EF4-FFF2-40B4-BE49-F238E27FC236}">
                <a16:creationId xmlns:a16="http://schemas.microsoft.com/office/drawing/2014/main" id="{CAED0151-BC72-669F-9001-1BA22273960A}"/>
              </a:ext>
            </a:extLst>
          </p:cNvPr>
          <p:cNvCxnSpPr>
            <a:cxnSpLocks/>
          </p:cNvCxnSpPr>
          <p:nvPr/>
        </p:nvCxnSpPr>
        <p:spPr>
          <a:xfrm>
            <a:off x="2389570"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966CEB-82AA-A340-6BBD-2FAB06812B82}"/>
              </a:ext>
            </a:extLst>
          </p:cNvPr>
          <p:cNvCxnSpPr>
            <a:cxnSpLocks/>
          </p:cNvCxnSpPr>
          <p:nvPr/>
        </p:nvCxnSpPr>
        <p:spPr>
          <a:xfrm>
            <a:off x="5213771"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D64A627-A2D5-70C4-39F8-E4861D673236}"/>
              </a:ext>
            </a:extLst>
          </p:cNvPr>
          <p:cNvCxnSpPr>
            <a:cxnSpLocks/>
          </p:cNvCxnSpPr>
          <p:nvPr/>
        </p:nvCxnSpPr>
        <p:spPr>
          <a:xfrm>
            <a:off x="8452271"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C9154E47-E6F8-A314-CFDA-6EBDD2350BCB}"/>
              </a:ext>
            </a:extLst>
          </p:cNvPr>
          <p:cNvGrpSpPr/>
          <p:nvPr/>
        </p:nvGrpSpPr>
        <p:grpSpPr>
          <a:xfrm>
            <a:off x="5234886" y="7713906"/>
            <a:ext cx="3201447" cy="363485"/>
            <a:chOff x="3750989" y="6265974"/>
            <a:chExt cx="1441109" cy="363485"/>
          </a:xfrm>
          <a:solidFill>
            <a:srgbClr val="D8469D"/>
          </a:solidFill>
        </p:grpSpPr>
        <p:sp>
          <p:nvSpPr>
            <p:cNvPr id="45" name="Rectangle: Rounded Corners 44">
              <a:extLst>
                <a:ext uri="{FF2B5EF4-FFF2-40B4-BE49-F238E27FC236}">
                  <a16:creationId xmlns:a16="http://schemas.microsoft.com/office/drawing/2014/main" id="{5C4A1CAC-3699-D361-0D6D-A96A94676255}"/>
                </a:ext>
              </a:extLst>
            </p:cNvPr>
            <p:cNvSpPr/>
            <p:nvPr/>
          </p:nvSpPr>
          <p:spPr>
            <a:xfrm>
              <a:off x="3864206" y="6265974"/>
              <a:ext cx="507650"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6" name="Straight Arrow Connector 45">
              <a:extLst>
                <a:ext uri="{FF2B5EF4-FFF2-40B4-BE49-F238E27FC236}">
                  <a16:creationId xmlns:a16="http://schemas.microsoft.com/office/drawing/2014/main" id="{EE49B24E-902D-7567-A96A-0AEFD4991110}"/>
                </a:ext>
              </a:extLst>
            </p:cNvPr>
            <p:cNvCxnSpPr>
              <a:cxnSpLocks/>
              <a:stCxn id="45" idx="1"/>
            </p:cNvCxnSpPr>
            <p:nvPr/>
          </p:nvCxnSpPr>
          <p:spPr>
            <a:xfrm flipH="1">
              <a:off x="3750989" y="6447717"/>
              <a:ext cx="113217"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FFA1632-8166-1700-B566-9AD084B3A9B6}"/>
                </a:ext>
              </a:extLst>
            </p:cNvPr>
            <p:cNvCxnSpPr>
              <a:cxnSpLocks/>
              <a:stCxn id="45" idx="3"/>
            </p:cNvCxnSpPr>
            <p:nvPr/>
          </p:nvCxnSpPr>
          <p:spPr>
            <a:xfrm>
              <a:off x="4371856" y="6447717"/>
              <a:ext cx="820242"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F0E7A2A8-309A-47BD-327F-A8A783B15871}"/>
              </a:ext>
            </a:extLst>
          </p:cNvPr>
          <p:cNvGrpSpPr/>
          <p:nvPr/>
        </p:nvGrpSpPr>
        <p:grpSpPr>
          <a:xfrm>
            <a:off x="3762151" y="6325444"/>
            <a:ext cx="2982563" cy="363485"/>
            <a:chOff x="3750989" y="5274254"/>
            <a:chExt cx="1441109" cy="363485"/>
          </a:xfrm>
          <a:solidFill>
            <a:srgbClr val="D8469D"/>
          </a:solidFill>
        </p:grpSpPr>
        <p:sp>
          <p:nvSpPr>
            <p:cNvPr id="49" name="Rectangle: Rounded Corners 48">
              <a:extLst>
                <a:ext uri="{FF2B5EF4-FFF2-40B4-BE49-F238E27FC236}">
                  <a16:creationId xmlns:a16="http://schemas.microsoft.com/office/drawing/2014/main" id="{619705B6-0269-448A-2376-3838FBBBA95D}"/>
                </a:ext>
              </a:extLst>
            </p:cNvPr>
            <p:cNvSpPr/>
            <p:nvPr/>
          </p:nvSpPr>
          <p:spPr>
            <a:xfrm>
              <a:off x="4225107" y="5274254"/>
              <a:ext cx="501087" cy="363485"/>
            </a:xfrm>
            <a:prstGeom prst="roundRect">
              <a:avLst/>
            </a:prstGeom>
            <a:solidFill>
              <a:srgbClr val="01D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50" name="Straight Arrow Connector 49">
              <a:extLst>
                <a:ext uri="{FF2B5EF4-FFF2-40B4-BE49-F238E27FC236}">
                  <a16:creationId xmlns:a16="http://schemas.microsoft.com/office/drawing/2014/main" id="{A29F8130-7B99-1EE8-01FE-C5FE4B123CE5}"/>
                </a:ext>
              </a:extLst>
            </p:cNvPr>
            <p:cNvCxnSpPr>
              <a:cxnSpLocks/>
              <a:stCxn id="49" idx="1"/>
            </p:cNvCxnSpPr>
            <p:nvPr/>
          </p:nvCxnSpPr>
          <p:spPr>
            <a:xfrm flipH="1">
              <a:off x="3750989" y="5455997"/>
              <a:ext cx="474118"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989A0CB-6FD5-CB96-A49F-3C11EAD558B6}"/>
                </a:ext>
              </a:extLst>
            </p:cNvPr>
            <p:cNvCxnSpPr>
              <a:cxnSpLocks/>
              <a:stCxn id="49" idx="3"/>
            </p:cNvCxnSpPr>
            <p:nvPr/>
          </p:nvCxnSpPr>
          <p:spPr>
            <a:xfrm>
              <a:off x="4726194" y="5455997"/>
              <a:ext cx="465904"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sp>
        <p:nvSpPr>
          <p:cNvPr id="52" name="TextBox 6">
            <a:extLst>
              <a:ext uri="{FF2B5EF4-FFF2-40B4-BE49-F238E27FC236}">
                <a16:creationId xmlns:a16="http://schemas.microsoft.com/office/drawing/2014/main" id="{ABC4CB49-5FF5-6610-3A78-75F8B0A2680E}"/>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3BDB0BB1-BE3E-5E58-1B15-F7B4C0907F8B}"/>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21531A9D-EFAD-854F-C113-286A55DF09C3}"/>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49F835FF-C746-3C17-D54D-23AA613A077A}"/>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D1274190-828B-BFA7-B57A-55801D18CF1D}"/>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038377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7C8321-C255-FB8A-625C-A68E1AFCCE0E}"/>
            </a:ext>
          </a:extLst>
        </p:cNvPr>
        <p:cNvGrpSpPr/>
        <p:nvPr/>
      </p:nvGrpSpPr>
      <p:grpSpPr>
        <a:xfrm>
          <a:off x="0" y="0"/>
          <a:ext cx="0" cy="0"/>
          <a:chOff x="0" y="0"/>
          <a:chExt cx="0" cy="0"/>
        </a:xfrm>
      </p:grpSpPr>
      <p:pic>
        <p:nvPicPr>
          <p:cNvPr id="60" name="Content Placeholder 59" descr="It appears that the provided text is a table or list of electrical measurements, including voltage (V) and current (A) across various components, such as C1, C5, and C8. The values are arranged in ascending order, with some negative values indicating a reverse direction or load.&#10;&#10;AI-generated content may be incorrect.">
            <a:extLst>
              <a:ext uri="{FF2B5EF4-FFF2-40B4-BE49-F238E27FC236}">
                <a16:creationId xmlns:a16="http://schemas.microsoft.com/office/drawing/2014/main" id="{85FB9A3D-5FC2-8305-8A16-020593B2E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04899"/>
            <a:ext cx="12085320" cy="6806474"/>
          </a:xfrm>
          <a:prstGeom prst="rect">
            <a:avLst/>
          </a:prstGeom>
        </p:spPr>
      </p:pic>
      <p:sp>
        <p:nvSpPr>
          <p:cNvPr id="5" name="テキスト プレースホルダー 2">
            <a:extLst>
              <a:ext uri="{FF2B5EF4-FFF2-40B4-BE49-F238E27FC236}">
                <a16:creationId xmlns:a16="http://schemas.microsoft.com/office/drawing/2014/main" id="{4C68877B-4E34-63A6-084E-5F2321308EB9}"/>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A7AC848F-CE3F-DB5C-32C9-35C016CC7E0C}"/>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FD3180D-C282-D813-7CC5-D69B0242A042}"/>
                  </a:ext>
                </a:extLst>
              </p:cNvPr>
              <p:cNvSpPr txBox="1"/>
              <p:nvPr/>
            </p:nvSpPr>
            <p:spPr>
              <a:xfrm>
                <a:off x="578535"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4FD3180D-C282-D813-7CC5-D69B0242A042}"/>
                  </a:ext>
                </a:extLst>
              </p:cNvPr>
              <p:cNvSpPr txBox="1">
                <a:spLocks noRot="1" noChangeAspect="1" noMove="1" noResize="1" noEditPoints="1" noAdjustHandles="1" noChangeArrowheads="1" noChangeShapeType="1" noTextEdit="1"/>
              </p:cNvSpPr>
              <p:nvPr/>
            </p:nvSpPr>
            <p:spPr>
              <a:xfrm>
                <a:off x="578535" y="1605123"/>
                <a:ext cx="1572470"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8FC4DBCD-23F5-0E77-CECC-03BA04A66A03}"/>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1C8538E-9E64-D080-40AA-63D38C3A1EDD}"/>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B003AEF7-9AC5-8263-851D-35024048C01F}"/>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C535284-A2E2-11E1-B36B-9695F274D6B4}"/>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7828C8-B3A4-69FE-2091-4E45718FDDA5}"/>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279ECC-F704-9AC3-E210-6EF06EFA0D2E}"/>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7FCF9F-47E1-4E31-FFA2-F55AC52E27FB}"/>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850A8B6-5012-1D01-DEAD-5232EBF69A3F}"/>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46ACBD2-09CD-B390-FB04-5B1E15F32491}"/>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F7B7C8E5-0BF4-F80C-345C-ED03A14B94FF}"/>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EFCC6D8-9605-0D5B-5BB6-DC3CF0DB6D1E}"/>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474DCFD7-6A41-2712-1F7B-A6BF6BA2B14B}"/>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1595FF8-5703-C4F4-0AA6-3254FDEE938E}"/>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70CBA1C-2356-7BC8-E86A-3F02AFAFED59}"/>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6">
            <a:extLst>
              <a:ext uri="{FF2B5EF4-FFF2-40B4-BE49-F238E27FC236}">
                <a16:creationId xmlns:a16="http://schemas.microsoft.com/office/drawing/2014/main" id="{0325E7DE-3576-7BBD-AC0B-687871BAE333}"/>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B960FCE7-E9C4-8300-765F-E8C363FECDC1}"/>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3D618AA4-7269-A396-B301-90E74923769F}"/>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1B932722-DE1C-D3FD-956F-D718BD602A3D}"/>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EC53944F-E00C-8694-4807-D4CE5271C3A4}"/>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115423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9565C4-C3F2-03E9-A159-E16428ADD03B}"/>
            </a:ext>
          </a:extLst>
        </p:cNvPr>
        <p:cNvGrpSpPr/>
        <p:nvPr/>
      </p:nvGrpSpPr>
      <p:grpSpPr>
        <a:xfrm>
          <a:off x="0" y="0"/>
          <a:ext cx="0" cy="0"/>
          <a:chOff x="0" y="0"/>
          <a:chExt cx="0" cy="0"/>
        </a:xfrm>
      </p:grpSpPr>
      <p:pic>
        <p:nvPicPr>
          <p:cNvPr id="3" name="Picture 2" descr="The provided text appears to be a list of electrical measurements and values, possibly from a multimeter or oscilloscope display. It includes voltage readings (V), current readings (A), and possibly other units such as milliamperes (mA) and picofarads (pF). The data seems to be organized in a tabular format, with different labels such as C1, C2, C5, and C8, which could indicate different channels or components being tested.&#10;&#10;AI-generated content may be incorrect.">
            <a:extLst>
              <a:ext uri="{FF2B5EF4-FFF2-40B4-BE49-F238E27FC236}">
                <a16:creationId xmlns:a16="http://schemas.microsoft.com/office/drawing/2014/main" id="{3CE9F478-C16F-4A39-D3C6-9E626898B4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1032"/>
            <a:ext cx="12085320" cy="6806473"/>
          </a:xfrm>
          <a:prstGeom prst="rect">
            <a:avLst/>
          </a:prstGeom>
        </p:spPr>
      </p:pic>
      <p:sp>
        <p:nvSpPr>
          <p:cNvPr id="5" name="テキスト プレースホルダー 2">
            <a:extLst>
              <a:ext uri="{FF2B5EF4-FFF2-40B4-BE49-F238E27FC236}">
                <a16:creationId xmlns:a16="http://schemas.microsoft.com/office/drawing/2014/main" id="{A8797864-402A-7EE7-E40D-5535B56C819E}"/>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728F9A60-ABE8-D822-0378-7CDC730D6080}"/>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E58045-ADB0-979F-6AF6-857429A0B271}"/>
                  </a:ext>
                </a:extLst>
              </p:cNvPr>
              <p:cNvSpPr txBox="1"/>
              <p:nvPr/>
            </p:nvSpPr>
            <p:spPr>
              <a:xfrm>
                <a:off x="578535"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7FE58045-ADB0-979F-6AF6-857429A0B271}"/>
                  </a:ext>
                </a:extLst>
              </p:cNvPr>
              <p:cNvSpPr txBox="1">
                <a:spLocks noRot="1" noChangeAspect="1" noMove="1" noResize="1" noEditPoints="1" noAdjustHandles="1" noChangeArrowheads="1" noChangeShapeType="1" noTextEdit="1"/>
              </p:cNvSpPr>
              <p:nvPr/>
            </p:nvSpPr>
            <p:spPr>
              <a:xfrm>
                <a:off x="578535" y="1605123"/>
                <a:ext cx="1572470"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1CC8A244-B570-F9FE-829E-C5DBF157B840}"/>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7A4090-BF1D-6AD8-3393-C43E118D64C1}"/>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337A4090-BF1D-6AD8-3393-C43E118D64C1}"/>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C2697608-1827-EE06-518B-1E49DFA18330}"/>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FE4F5F-C284-A46C-D75F-ED8C27BBA34C}"/>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CCA9DE-4BD5-39CC-C352-A65990B7F786}"/>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38A0E6B-629C-2D6C-0E18-17B1F0FCEB13}"/>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FB494C3-A54B-09B9-FE67-0DBDF6D8A9A3}"/>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63DD308-F7C7-4E54-702A-233DB243FD9B}"/>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6670678A-BB9A-65DD-4796-19DBD4D6C45C}"/>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6B18078-2457-1A1F-CA81-1F1E73DA220E}"/>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DA43583B-D220-F5DB-9241-D31B5B505E8C}"/>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B1D2B4D-3772-6580-53B3-94E93E31CEFA}"/>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30C28B5-AA55-F051-9FDB-CE176DE274E1}"/>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6">
            <a:extLst>
              <a:ext uri="{FF2B5EF4-FFF2-40B4-BE49-F238E27FC236}">
                <a16:creationId xmlns:a16="http://schemas.microsoft.com/office/drawing/2014/main" id="{F4358F1F-24AC-99AE-2769-33596AD3F3FB}"/>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98F5A13B-5043-D8FE-943B-0CA0C891AA5C}"/>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9BBB6F60-EE27-743B-EC53-198FB17FC497}"/>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5F1478F3-BF85-6878-3913-95DBE68D3ACC}"/>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C87E9A89-C76E-D72E-E550-04D495610FC1}"/>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245466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2F7983-EF27-2EB3-4455-5A0A19B09DDA}"/>
            </a:ext>
          </a:extLst>
        </p:cNvPr>
        <p:cNvGrpSpPr/>
        <p:nvPr/>
      </p:nvGrpSpPr>
      <p:grpSpPr>
        <a:xfrm>
          <a:off x="0" y="0"/>
          <a:ext cx="0" cy="0"/>
          <a:chOff x="0" y="0"/>
          <a:chExt cx="0" cy="0"/>
        </a:xfrm>
      </p:grpSpPr>
      <p:pic>
        <p:nvPicPr>
          <p:cNvPr id="4" name="Picture 3" descr="The image appears to be a graph or chart displaying various data points, likely related to electrical or signal measurements, with values such as 12, 14, and 15, and units including volts (V) and seconds (s).&#10;&#10;AI-generated content may be incorrect.">
            <a:extLst>
              <a:ext uri="{FF2B5EF4-FFF2-40B4-BE49-F238E27FC236}">
                <a16:creationId xmlns:a16="http://schemas.microsoft.com/office/drawing/2014/main" id="{1BB7DDA2-C1C3-C8DA-B063-514E0E40339F}"/>
              </a:ext>
            </a:extLst>
          </p:cNvPr>
          <p:cNvPicPr>
            <a:picLocks noChangeAspect="1"/>
          </p:cNvPicPr>
          <p:nvPr/>
        </p:nvPicPr>
        <p:blipFill>
          <a:blip r:embed="rId2"/>
          <a:stretch>
            <a:fillRect/>
          </a:stretch>
        </p:blipFill>
        <p:spPr>
          <a:xfrm>
            <a:off x="0" y="1101032"/>
            <a:ext cx="12085316" cy="6806473"/>
          </a:xfrm>
          <a:prstGeom prst="rect">
            <a:avLst/>
          </a:prstGeom>
        </p:spPr>
      </p:pic>
      <p:sp>
        <p:nvSpPr>
          <p:cNvPr id="5" name="テキスト プレースホルダー 2">
            <a:extLst>
              <a:ext uri="{FF2B5EF4-FFF2-40B4-BE49-F238E27FC236}">
                <a16:creationId xmlns:a16="http://schemas.microsoft.com/office/drawing/2014/main" id="{EE18CE5B-3937-AD5D-3E58-C1EEDE277D23}"/>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6D79B876-C94D-A79F-06CA-76196EF2621E}"/>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E50CCD-7156-6F25-4ED0-6B86FFFBBB74}"/>
                  </a:ext>
                </a:extLst>
              </p:cNvPr>
              <p:cNvSpPr txBox="1"/>
              <p:nvPr/>
            </p:nvSpPr>
            <p:spPr>
              <a:xfrm>
                <a:off x="578535"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7FE58045-ADB0-979F-6AF6-857429A0B271}"/>
                  </a:ext>
                </a:extLst>
              </p:cNvPr>
              <p:cNvSpPr txBox="1">
                <a:spLocks noRot="1" noChangeAspect="1" noMove="1" noResize="1" noEditPoints="1" noAdjustHandles="1" noChangeArrowheads="1" noChangeShapeType="1" noTextEdit="1"/>
              </p:cNvSpPr>
              <p:nvPr/>
            </p:nvSpPr>
            <p:spPr>
              <a:xfrm>
                <a:off x="578535" y="1605123"/>
                <a:ext cx="1572470"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98EBC13-4A2F-409B-A773-3991590BA0C9}"/>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57B7141-B73C-987A-8314-3F8DC8EF23C9}"/>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337A4090-BF1D-6AD8-3393-C43E118D64C1}"/>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D8E3DB6F-2503-00C9-BB98-FA0E9B0F599F}"/>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EB35C2-B1A9-F732-0274-EEA2318777EB}"/>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18BE840-9A94-5290-F8B2-D43AED6AD57B}"/>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4C217F8-AD40-F6DE-358C-BF015C7CBA0F}"/>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9BFE7F0-0E31-8BB8-AFD1-EA4757171B84}"/>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A4EFD8E-3731-0BA4-6530-F7B4B39EDCFE}"/>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17564FD1-7799-D85F-C2D6-C8D56971CC85}"/>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F49A470-3653-CCB6-8ABD-75C68F310BC1}"/>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03710191-A15F-B420-A47F-A26CE8B231B6}"/>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0668E76-CA1B-A4E0-BB77-7DBBD67B8D6B}"/>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E8AC660-6840-87AE-2AEE-558A0153F1E4}"/>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6">
            <a:extLst>
              <a:ext uri="{FF2B5EF4-FFF2-40B4-BE49-F238E27FC236}">
                <a16:creationId xmlns:a16="http://schemas.microsoft.com/office/drawing/2014/main" id="{23DFCB0C-5452-CA31-26F4-C5ED1717F829}"/>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0FB3E58F-9F1A-C2F0-698F-17D262B5A328}"/>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16AA9D76-43D9-49D5-3604-C96AF007797B}"/>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2BDC0FA3-D2EB-56DF-2A67-27D12BA4754C}"/>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BBE3A374-BE83-EA54-E5F0-4F0493511AF3}"/>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979097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3A1F-5DF1-AC01-C96E-CD47413372C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5D3887D-31C5-05A7-CFE6-6B02E26273D6}"/>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DBD25D68-8F8E-674A-3449-630D4A98390C}"/>
              </a:ext>
            </a:extLst>
          </p:cNvPr>
          <p:cNvPicPr>
            <a:picLocks noChangeAspect="1"/>
          </p:cNvPicPr>
          <p:nvPr/>
        </p:nvPicPr>
        <p:blipFill rotWithShape="1">
          <a:blip r:embed="rId2"/>
          <a:srcRect t="7766" r="945" b="7928"/>
          <a:stretch/>
        </p:blipFill>
        <p:spPr>
          <a:xfrm>
            <a:off x="1" y="962819"/>
            <a:ext cx="12168577" cy="6858000"/>
          </a:xfrm>
          <a:prstGeom prst="rect">
            <a:avLst/>
          </a:prstGeom>
        </p:spPr>
      </p:pic>
      <p:sp>
        <p:nvSpPr>
          <p:cNvPr id="5" name="テキスト プレースホルダー 2">
            <a:extLst>
              <a:ext uri="{FF2B5EF4-FFF2-40B4-BE49-F238E27FC236}">
                <a16:creationId xmlns:a16="http://schemas.microsoft.com/office/drawing/2014/main" id="{B13B6EDB-17A2-C4C0-C088-7796A8EE5038}"/>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A3925886-7240-9611-819D-6BF64B49FC29}"/>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8C1D1A-7868-95FD-FCD9-3FA24010AE08}"/>
                  </a:ext>
                </a:extLst>
              </p:cNvPr>
              <p:cNvSpPr txBox="1"/>
              <p:nvPr/>
            </p:nvSpPr>
            <p:spPr>
              <a:xfrm>
                <a:off x="806458" y="2605323"/>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C58C1D1A-7868-95FD-FCD9-3FA24010AE08}"/>
                  </a:ext>
                </a:extLst>
              </p:cNvPr>
              <p:cNvSpPr txBox="1">
                <a:spLocks noRot="1" noChangeAspect="1" noMove="1" noResize="1" noEditPoints="1" noAdjustHandles="1" noChangeArrowheads="1" noChangeShapeType="1" noTextEdit="1"/>
              </p:cNvSpPr>
              <p:nvPr/>
            </p:nvSpPr>
            <p:spPr>
              <a:xfrm>
                <a:off x="806458" y="2605323"/>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D3F38BC-20B7-9D37-03D4-8A885F5491FC}"/>
              </a:ext>
            </a:extLst>
          </p:cNvPr>
          <p:cNvCxnSpPr>
            <a:cxnSpLocks/>
          </p:cNvCxnSpPr>
          <p:nvPr/>
        </p:nvCxnSpPr>
        <p:spPr>
          <a:xfrm>
            <a:off x="721974" y="6431815"/>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A998C1D-0EF4-00E7-32DB-3C1985976B15}"/>
              </a:ext>
            </a:extLst>
          </p:cNvPr>
          <p:cNvCxnSpPr>
            <a:cxnSpLocks/>
          </p:cNvCxnSpPr>
          <p:nvPr/>
        </p:nvCxnSpPr>
        <p:spPr>
          <a:xfrm flipH="1">
            <a:off x="3759944" y="6431815"/>
            <a:ext cx="4" cy="138900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E455BD66-9E3D-0C66-6D8D-43A0A650A03A}"/>
              </a:ext>
            </a:extLst>
          </p:cNvPr>
          <p:cNvGrpSpPr/>
          <p:nvPr/>
        </p:nvGrpSpPr>
        <p:grpSpPr>
          <a:xfrm>
            <a:off x="3312025" y="7637033"/>
            <a:ext cx="3464967" cy="363485"/>
            <a:chOff x="3191887" y="6265974"/>
            <a:chExt cx="2009917" cy="363485"/>
          </a:xfrm>
          <a:solidFill>
            <a:srgbClr val="D8469D"/>
          </a:solidFill>
        </p:grpSpPr>
        <p:sp>
          <p:nvSpPr>
            <p:cNvPr id="13" name="Rectangle: Rounded Corners 12">
              <a:extLst>
                <a:ext uri="{FF2B5EF4-FFF2-40B4-BE49-F238E27FC236}">
                  <a16:creationId xmlns:a16="http://schemas.microsoft.com/office/drawing/2014/main" id="{3692F725-9A06-84EE-BE24-45E9DA1ECDD3}"/>
                </a:ext>
              </a:extLst>
            </p:cNvPr>
            <p:cNvSpPr/>
            <p:nvPr/>
          </p:nvSpPr>
          <p:spPr>
            <a:xfrm>
              <a:off x="3872530" y="6265974"/>
              <a:ext cx="710152" cy="363485"/>
            </a:xfrm>
            <a:prstGeom prst="roundRect">
              <a:avLst/>
            </a:prstGeom>
            <a:grpFill/>
            <a:ln>
              <a:solidFill>
                <a:srgbClr val="D846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14" name="Straight Arrow Connector 13">
              <a:extLst>
                <a:ext uri="{FF2B5EF4-FFF2-40B4-BE49-F238E27FC236}">
                  <a16:creationId xmlns:a16="http://schemas.microsoft.com/office/drawing/2014/main" id="{823A9875-3BE3-965E-FE1A-70DB992075BE}"/>
                </a:ext>
              </a:extLst>
            </p:cNvPr>
            <p:cNvCxnSpPr>
              <a:cxnSpLocks/>
              <a:stCxn id="13" idx="1"/>
            </p:cNvCxnSpPr>
            <p:nvPr/>
          </p:nvCxnSpPr>
          <p:spPr>
            <a:xfrm flipH="1">
              <a:off x="3191887" y="6447717"/>
              <a:ext cx="680643"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96C7071-F97E-3D3C-DA74-B6D72BD8728F}"/>
                </a:ext>
              </a:extLst>
            </p:cNvPr>
            <p:cNvCxnSpPr>
              <a:cxnSpLocks/>
              <a:stCxn id="13" idx="3"/>
            </p:cNvCxnSpPr>
            <p:nvPr/>
          </p:nvCxnSpPr>
          <p:spPr>
            <a:xfrm>
              <a:off x="4582682" y="6447717"/>
              <a:ext cx="619122"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8D978B5E-E08C-58DC-B564-5E1BA00E02F0}"/>
              </a:ext>
            </a:extLst>
          </p:cNvPr>
          <p:cNvCxnSpPr>
            <a:cxnSpLocks/>
          </p:cNvCxnSpPr>
          <p:nvPr/>
        </p:nvCxnSpPr>
        <p:spPr>
          <a:xfrm>
            <a:off x="6798264" y="6439949"/>
            <a:ext cx="0" cy="138087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F80DB71-AF8D-989E-E8F7-D12CD8AD0B3F}"/>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03A9DB-7992-B7B3-611F-F12C0AEE24DB}"/>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3FA4C6EF-39B8-9EB0-9949-0AA8F9AE46FC}"/>
              </a:ext>
            </a:extLst>
          </p:cNvPr>
          <p:cNvGrpSpPr/>
          <p:nvPr/>
        </p:nvGrpSpPr>
        <p:grpSpPr>
          <a:xfrm>
            <a:off x="752456" y="4894207"/>
            <a:ext cx="2966765" cy="363485"/>
            <a:chOff x="4028441" y="5945152"/>
            <a:chExt cx="1441109" cy="363485"/>
          </a:xfrm>
          <a:solidFill>
            <a:srgbClr val="2424B7"/>
          </a:solidFill>
        </p:grpSpPr>
        <p:sp>
          <p:nvSpPr>
            <p:cNvPr id="20" name="Rectangle: Rounded Corners 19">
              <a:extLst>
                <a:ext uri="{FF2B5EF4-FFF2-40B4-BE49-F238E27FC236}">
                  <a16:creationId xmlns:a16="http://schemas.microsoft.com/office/drawing/2014/main" id="{1958EFF3-E4C3-C0E5-20EF-61EBFB37E95E}"/>
                </a:ext>
              </a:extLst>
            </p:cNvPr>
            <p:cNvSpPr/>
            <p:nvPr/>
          </p:nvSpPr>
          <p:spPr>
            <a:xfrm>
              <a:off x="4458794" y="5945152"/>
              <a:ext cx="565923" cy="363485"/>
            </a:xfrm>
            <a:prstGeom prst="roundRect">
              <a:avLst/>
            </a:prstGeom>
            <a:solidFill>
              <a:srgbClr val="FD91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1" name="Straight Arrow Connector 20">
              <a:extLst>
                <a:ext uri="{FF2B5EF4-FFF2-40B4-BE49-F238E27FC236}">
                  <a16:creationId xmlns:a16="http://schemas.microsoft.com/office/drawing/2014/main" id="{C22381BC-2F9F-6804-7445-AC3C940EB32A}"/>
                </a:ext>
              </a:extLst>
            </p:cNvPr>
            <p:cNvCxnSpPr>
              <a:cxnSpLocks/>
              <a:stCxn id="20" idx="1"/>
            </p:cNvCxnSpPr>
            <p:nvPr/>
          </p:nvCxnSpPr>
          <p:spPr>
            <a:xfrm flipH="1">
              <a:off x="4028441" y="6126895"/>
              <a:ext cx="430353"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6B0324-12E0-EDBE-087C-4416BE8BAAF6}"/>
                </a:ext>
              </a:extLst>
            </p:cNvPr>
            <p:cNvCxnSpPr>
              <a:cxnSpLocks/>
              <a:stCxn id="20" idx="3"/>
            </p:cNvCxnSpPr>
            <p:nvPr/>
          </p:nvCxnSpPr>
          <p:spPr>
            <a:xfrm>
              <a:off x="5024717" y="6126895"/>
              <a:ext cx="444833"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81561F8A-D94B-5032-C314-E624C762E224}"/>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A84A924-8B49-27E1-3F5B-2747C49F299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AECDB682-0D60-C642-FAA3-CC9BFACE2D15}"/>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BD70061E-DF4E-1F90-489A-419CC0BBA66D}"/>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8AF508-D145-C05F-D6DD-D8F65E686BEE}"/>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D9DB06E8-B08F-761B-3CEA-18FC01863E15}"/>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BFD6F1A-9527-37EE-070E-014C720C4E34}"/>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05BADE7F-0E7D-C6AD-A3F6-9EF8F5ED272A}"/>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E830937C-52CE-4116-F108-CC5AEF6491F0}"/>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86EF215-F908-9047-22F8-8D1BB6A94214}"/>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DE6091E4-6F00-417A-440D-8080BBE5EB55}"/>
              </a:ext>
            </a:extLst>
          </p:cNvPr>
          <p:cNvGrpSpPr/>
          <p:nvPr/>
        </p:nvGrpSpPr>
        <p:grpSpPr>
          <a:xfrm>
            <a:off x="782242" y="6234890"/>
            <a:ext cx="2936974" cy="363485"/>
            <a:chOff x="3750989" y="5274254"/>
            <a:chExt cx="1441109" cy="363485"/>
          </a:xfrm>
          <a:solidFill>
            <a:srgbClr val="01D995"/>
          </a:solidFill>
        </p:grpSpPr>
        <p:sp>
          <p:nvSpPr>
            <p:cNvPr id="34" name="Rectangle: Rounded Corners 33">
              <a:extLst>
                <a:ext uri="{FF2B5EF4-FFF2-40B4-BE49-F238E27FC236}">
                  <a16:creationId xmlns:a16="http://schemas.microsoft.com/office/drawing/2014/main" id="{D6955C06-2293-424B-67A6-00E7511F0396}"/>
                </a:ext>
              </a:extLst>
            </p:cNvPr>
            <p:cNvSpPr/>
            <p:nvPr/>
          </p:nvSpPr>
          <p:spPr>
            <a:xfrm>
              <a:off x="4216262" y="5274254"/>
              <a:ext cx="508863" cy="363485"/>
            </a:xfrm>
            <a:prstGeom prst="roundRect">
              <a:avLst/>
            </a:prstGeom>
            <a:grp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35" name="Straight Arrow Connector 34">
              <a:extLst>
                <a:ext uri="{FF2B5EF4-FFF2-40B4-BE49-F238E27FC236}">
                  <a16:creationId xmlns:a16="http://schemas.microsoft.com/office/drawing/2014/main" id="{B13FF3C1-5297-5510-250A-064AD32BE601}"/>
                </a:ext>
              </a:extLst>
            </p:cNvPr>
            <p:cNvCxnSpPr>
              <a:cxnSpLocks/>
              <a:stCxn id="34" idx="1"/>
            </p:cNvCxnSpPr>
            <p:nvPr/>
          </p:nvCxnSpPr>
          <p:spPr>
            <a:xfrm flipH="1">
              <a:off x="3750989" y="5455997"/>
              <a:ext cx="465273"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B55997D-3AE5-431C-5B9B-CC16BCAC157D}"/>
                </a:ext>
              </a:extLst>
            </p:cNvPr>
            <p:cNvCxnSpPr>
              <a:cxnSpLocks/>
              <a:stCxn id="34" idx="3"/>
            </p:cNvCxnSpPr>
            <p:nvPr/>
          </p:nvCxnSpPr>
          <p:spPr>
            <a:xfrm>
              <a:off x="4725125" y="5455997"/>
              <a:ext cx="466973"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7" name="Straight Connector 36">
            <a:extLst>
              <a:ext uri="{FF2B5EF4-FFF2-40B4-BE49-F238E27FC236}">
                <a16:creationId xmlns:a16="http://schemas.microsoft.com/office/drawing/2014/main" id="{D86990B1-1106-8664-1656-DAAAA3980DF1}"/>
              </a:ext>
            </a:extLst>
          </p:cNvPr>
          <p:cNvCxnSpPr>
            <a:cxnSpLocks/>
          </p:cNvCxnSpPr>
          <p:nvPr/>
        </p:nvCxnSpPr>
        <p:spPr>
          <a:xfrm>
            <a:off x="3273021" y="7180147"/>
            <a:ext cx="0" cy="60980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5762627-49AF-674C-65D2-65B44DF6C40E}"/>
              </a:ext>
            </a:extLst>
          </p:cNvPr>
          <p:cNvCxnSpPr>
            <a:cxnSpLocks/>
          </p:cNvCxnSpPr>
          <p:nvPr/>
        </p:nvCxnSpPr>
        <p:spPr>
          <a:xfrm>
            <a:off x="9420892" y="7180147"/>
            <a:ext cx="0" cy="60980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7D4C676-4B95-A2E2-3CCC-313BBBF41940}"/>
              </a:ext>
            </a:extLst>
          </p:cNvPr>
          <p:cNvGrpSpPr/>
          <p:nvPr/>
        </p:nvGrpSpPr>
        <p:grpSpPr>
          <a:xfrm>
            <a:off x="6807745" y="7648975"/>
            <a:ext cx="2613148" cy="363485"/>
            <a:chOff x="3404202" y="6265974"/>
            <a:chExt cx="1787896" cy="363485"/>
          </a:xfrm>
          <a:solidFill>
            <a:srgbClr val="01D995"/>
          </a:solidFill>
        </p:grpSpPr>
        <p:sp>
          <p:nvSpPr>
            <p:cNvPr id="40" name="Rectangle: Rounded Corners 39">
              <a:extLst>
                <a:ext uri="{FF2B5EF4-FFF2-40B4-BE49-F238E27FC236}">
                  <a16:creationId xmlns:a16="http://schemas.microsoft.com/office/drawing/2014/main" id="{40AC0DB7-D6D3-1AB6-E4F8-A7255EA04973}"/>
                </a:ext>
              </a:extLst>
            </p:cNvPr>
            <p:cNvSpPr/>
            <p:nvPr/>
          </p:nvSpPr>
          <p:spPr>
            <a:xfrm>
              <a:off x="3781483" y="6265974"/>
              <a:ext cx="760721" cy="363485"/>
            </a:xfrm>
            <a:prstGeom prst="roundRect">
              <a:avLst/>
            </a:prstGeom>
            <a:grp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1" name="Straight Arrow Connector 40">
              <a:extLst>
                <a:ext uri="{FF2B5EF4-FFF2-40B4-BE49-F238E27FC236}">
                  <a16:creationId xmlns:a16="http://schemas.microsoft.com/office/drawing/2014/main" id="{6F951C93-4340-874B-E5A9-552B326B4F3A}"/>
                </a:ext>
              </a:extLst>
            </p:cNvPr>
            <p:cNvCxnSpPr>
              <a:cxnSpLocks/>
              <a:stCxn id="40" idx="1"/>
            </p:cNvCxnSpPr>
            <p:nvPr/>
          </p:nvCxnSpPr>
          <p:spPr>
            <a:xfrm flipH="1">
              <a:off x="3404202" y="6447717"/>
              <a:ext cx="377281"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2539805-9E58-F959-F71B-D3F1CB301A57}"/>
                </a:ext>
              </a:extLst>
            </p:cNvPr>
            <p:cNvCxnSpPr>
              <a:cxnSpLocks/>
              <a:stCxn id="40" idx="3"/>
            </p:cNvCxnSpPr>
            <p:nvPr/>
          </p:nvCxnSpPr>
          <p:spPr>
            <a:xfrm>
              <a:off x="4542203" y="6447717"/>
              <a:ext cx="649895"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E0B5CBF5-FA95-984F-26BB-BB20BEFCF830}"/>
              </a:ext>
            </a:extLst>
          </p:cNvPr>
          <p:cNvGrpSpPr/>
          <p:nvPr/>
        </p:nvGrpSpPr>
        <p:grpSpPr>
          <a:xfrm>
            <a:off x="3759837" y="6234890"/>
            <a:ext cx="2982563" cy="363485"/>
            <a:chOff x="3750989" y="5274254"/>
            <a:chExt cx="1441109" cy="363485"/>
          </a:xfrm>
          <a:solidFill>
            <a:srgbClr val="D8469D"/>
          </a:solidFill>
        </p:grpSpPr>
        <p:sp>
          <p:nvSpPr>
            <p:cNvPr id="44" name="Rectangle: Rounded Corners 43">
              <a:extLst>
                <a:ext uri="{FF2B5EF4-FFF2-40B4-BE49-F238E27FC236}">
                  <a16:creationId xmlns:a16="http://schemas.microsoft.com/office/drawing/2014/main" id="{E7AA8946-68B5-1CB4-825B-E167C034587F}"/>
                </a:ext>
              </a:extLst>
            </p:cNvPr>
            <p:cNvSpPr/>
            <p:nvPr/>
          </p:nvSpPr>
          <p:spPr>
            <a:xfrm>
              <a:off x="4225107" y="5274254"/>
              <a:ext cx="501087" cy="363485"/>
            </a:xfrm>
            <a:prstGeom prst="roundRect">
              <a:avLst/>
            </a:prstGeom>
            <a:grpFill/>
            <a:ln>
              <a:solidFill>
                <a:srgbClr val="D846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5" name="Straight Arrow Connector 44">
              <a:extLst>
                <a:ext uri="{FF2B5EF4-FFF2-40B4-BE49-F238E27FC236}">
                  <a16:creationId xmlns:a16="http://schemas.microsoft.com/office/drawing/2014/main" id="{891BFD08-1187-DCC4-F2B8-24B20D3C883E}"/>
                </a:ext>
              </a:extLst>
            </p:cNvPr>
            <p:cNvCxnSpPr>
              <a:cxnSpLocks/>
              <a:stCxn id="44" idx="1"/>
            </p:cNvCxnSpPr>
            <p:nvPr/>
          </p:nvCxnSpPr>
          <p:spPr>
            <a:xfrm flipH="1">
              <a:off x="3750989" y="5455997"/>
              <a:ext cx="474118"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D90B3B3-6005-4687-E81B-82B87E6150D2}"/>
                </a:ext>
              </a:extLst>
            </p:cNvPr>
            <p:cNvCxnSpPr>
              <a:cxnSpLocks/>
              <a:stCxn id="44" idx="3"/>
            </p:cNvCxnSpPr>
            <p:nvPr/>
          </p:nvCxnSpPr>
          <p:spPr>
            <a:xfrm>
              <a:off x="4726194" y="5455997"/>
              <a:ext cx="465904"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DF61DA86-46E3-51A4-6B95-777DA99259B2}"/>
              </a:ext>
            </a:extLst>
          </p:cNvPr>
          <p:cNvGrpSpPr/>
          <p:nvPr/>
        </p:nvGrpSpPr>
        <p:grpSpPr>
          <a:xfrm>
            <a:off x="3784258" y="5124760"/>
            <a:ext cx="2973367" cy="363485"/>
            <a:chOff x="3126376" y="6824808"/>
            <a:chExt cx="1441110" cy="363485"/>
          </a:xfrm>
        </p:grpSpPr>
        <p:cxnSp>
          <p:nvCxnSpPr>
            <p:cNvPr id="48" name="Straight Arrow Connector 47">
              <a:extLst>
                <a:ext uri="{FF2B5EF4-FFF2-40B4-BE49-F238E27FC236}">
                  <a16:creationId xmlns:a16="http://schemas.microsoft.com/office/drawing/2014/main" id="{80B717FB-3786-19DA-A39A-3900823614D8}"/>
                </a:ext>
              </a:extLst>
            </p:cNvPr>
            <p:cNvCxnSpPr>
              <a:cxnSpLocks/>
              <a:stCxn id="50" idx="1"/>
            </p:cNvCxnSpPr>
            <p:nvPr/>
          </p:nvCxnSpPr>
          <p:spPr>
            <a:xfrm flipH="1">
              <a:off x="3126376" y="7006551"/>
              <a:ext cx="470434" cy="0"/>
            </a:xfrm>
            <a:prstGeom prst="straightConnector1">
              <a:avLst/>
            </a:prstGeom>
            <a:solidFill>
              <a:srgbClr val="FD9116"/>
            </a:solid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27F812A-3A5D-7201-64EE-EFDB4E5F87D6}"/>
                </a:ext>
              </a:extLst>
            </p:cNvPr>
            <p:cNvCxnSpPr>
              <a:cxnSpLocks/>
              <a:stCxn id="50" idx="3"/>
            </p:cNvCxnSpPr>
            <p:nvPr/>
          </p:nvCxnSpPr>
          <p:spPr>
            <a:xfrm>
              <a:off x="4124074" y="7006551"/>
              <a:ext cx="443412" cy="0"/>
            </a:xfrm>
            <a:prstGeom prst="straightConnector1">
              <a:avLst/>
            </a:prstGeom>
            <a:solidFill>
              <a:srgbClr val="FD9116"/>
            </a:solid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4F36ABB3-048B-A03B-0ABA-5BB9FFD2501B}"/>
                </a:ext>
              </a:extLst>
            </p:cNvPr>
            <p:cNvSpPr/>
            <p:nvPr/>
          </p:nvSpPr>
          <p:spPr>
            <a:xfrm>
              <a:off x="3596810" y="6824808"/>
              <a:ext cx="527264" cy="363485"/>
            </a:xfrm>
            <a:prstGeom prst="roundRect">
              <a:avLst/>
            </a:prstGeom>
            <a:solidFill>
              <a:srgbClr val="2424B7"/>
            </a:solidFill>
            <a:ln>
              <a:solidFill>
                <a:srgbClr val="2424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grpSp>
      <p:sp>
        <p:nvSpPr>
          <p:cNvPr id="51" name="TextBox 6">
            <a:extLst>
              <a:ext uri="{FF2B5EF4-FFF2-40B4-BE49-F238E27FC236}">
                <a16:creationId xmlns:a16="http://schemas.microsoft.com/office/drawing/2014/main" id="{672C3DB4-B19B-FEAA-7AE4-856101B46DCE}"/>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3EE13FF2-0C25-F4B0-B5B3-5D153C4B8F1F}"/>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C5795B7A-5354-536E-ECBC-86028A4DF0F5}"/>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7E01A17E-A5EE-E09E-5647-488A08C02E76}"/>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A8CAC65E-94CC-F6E7-C37A-5C741F328B34}"/>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56" name="Straight Arrow Connector 55">
            <a:extLst>
              <a:ext uri="{FF2B5EF4-FFF2-40B4-BE49-F238E27FC236}">
                <a16:creationId xmlns:a16="http://schemas.microsoft.com/office/drawing/2014/main" id="{85415237-8333-85BB-D4F3-DF62A4A03BCE}"/>
              </a:ext>
            </a:extLst>
          </p:cNvPr>
          <p:cNvCxnSpPr>
            <a:cxnSpLocks/>
          </p:cNvCxnSpPr>
          <p:nvPr/>
        </p:nvCxnSpPr>
        <p:spPr>
          <a:xfrm>
            <a:off x="131228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D9DBFAC-CA75-C85B-0531-E29A74AB9958}"/>
                  </a:ext>
                </a:extLst>
              </p:cNvPr>
              <p:cNvSpPr txBox="1"/>
              <p:nvPr/>
            </p:nvSpPr>
            <p:spPr>
              <a:xfrm>
                <a:off x="1143685"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57" name="TextBox 56">
                <a:extLst>
                  <a:ext uri="{FF2B5EF4-FFF2-40B4-BE49-F238E27FC236}">
                    <a16:creationId xmlns:a16="http://schemas.microsoft.com/office/drawing/2014/main" id="{3D9DBFAC-CA75-C85B-0531-E29A74AB9958}"/>
                  </a:ext>
                </a:extLst>
              </p:cNvPr>
              <p:cNvSpPr txBox="1">
                <a:spLocks noRot="1" noChangeAspect="1" noMove="1" noResize="1" noEditPoints="1" noAdjustHandles="1" noChangeArrowheads="1" noChangeShapeType="1" noTextEdit="1"/>
              </p:cNvSpPr>
              <p:nvPr/>
            </p:nvSpPr>
            <p:spPr>
              <a:xfrm>
                <a:off x="1143685" y="1605123"/>
                <a:ext cx="1572470" cy="461665"/>
              </a:xfrm>
              <a:prstGeom prst="rect">
                <a:avLst/>
              </a:prstGeom>
              <a:blipFill>
                <a:blip r:embed="rId5"/>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992661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3E28DF-3D91-2E96-2EE4-1F60A8C2FE96}"/>
            </a:ext>
          </a:extLst>
        </p:cNvPr>
        <p:cNvGrpSpPr/>
        <p:nvPr/>
      </p:nvGrpSpPr>
      <p:grpSpPr>
        <a:xfrm>
          <a:off x="0" y="0"/>
          <a:ext cx="0" cy="0"/>
          <a:chOff x="0" y="0"/>
          <a:chExt cx="0" cy="0"/>
        </a:xfrm>
      </p:grpSpPr>
      <p:pic>
        <p:nvPicPr>
          <p:cNvPr id="57" name="Picture 56" descr="The text appears to be a list of values, possibly from a data trace or graph, showing a series of measurements or timestamps.&#10;&#10;AI-generated content may be incorrect.">
            <a:extLst>
              <a:ext uri="{FF2B5EF4-FFF2-40B4-BE49-F238E27FC236}">
                <a16:creationId xmlns:a16="http://schemas.microsoft.com/office/drawing/2014/main" id="{280186F9-E8D5-4404-0EC1-4344383443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192000" cy="6865854"/>
          </a:xfrm>
          <a:prstGeom prst="rect">
            <a:avLst/>
          </a:prstGeom>
        </p:spPr>
      </p:pic>
      <p:sp>
        <p:nvSpPr>
          <p:cNvPr id="5" name="テキスト プレースホルダー 2">
            <a:extLst>
              <a:ext uri="{FF2B5EF4-FFF2-40B4-BE49-F238E27FC236}">
                <a16:creationId xmlns:a16="http://schemas.microsoft.com/office/drawing/2014/main" id="{36AE8D7C-7DD1-3DAF-CED5-9F5D31483F8A}"/>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CBF9109A-5DAD-7342-9BBF-93F74E6D5176}"/>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309697-9BA3-F73C-088B-92B628248CDB}"/>
                  </a:ext>
                </a:extLst>
              </p:cNvPr>
              <p:cNvSpPr txBox="1"/>
              <p:nvPr/>
            </p:nvSpPr>
            <p:spPr>
              <a:xfrm>
                <a:off x="806458" y="2815571"/>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8D309697-9BA3-F73C-088B-92B628248CDB}"/>
                  </a:ext>
                </a:extLst>
              </p:cNvPr>
              <p:cNvSpPr txBox="1">
                <a:spLocks noRot="1" noChangeAspect="1" noMove="1" noResize="1" noEditPoints="1" noAdjustHandles="1" noChangeArrowheads="1" noChangeShapeType="1" noTextEdit="1"/>
              </p:cNvSpPr>
              <p:nvPr/>
            </p:nvSpPr>
            <p:spPr>
              <a:xfrm>
                <a:off x="806458" y="2815571"/>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AE33A0B3-81AA-6BA0-24B9-FDEEDB105D04}"/>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D2F753C-B898-E927-EC1A-420D59D4EF17}"/>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B4A990C-6F53-BFE4-1558-AADC010EE6EE}"/>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8426AEC-12AF-3FA3-2189-B0CFE475818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C5565272-C8B2-4F20-2AAF-FCBE05F2A95D}"/>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B43A05D7-DF06-8F0B-8814-B183EF4D268D}"/>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CCCC1A-2166-3BF6-DD5F-C8FBF3AAF15D}"/>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19396DEF-F1BC-E85E-94E3-09911B4966FB}"/>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E0E6E8E-AA8F-6EED-BF01-30418E46BFFA}"/>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A176C0AC-58B9-41B1-B90D-9183A68F4475}"/>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1498963B-F09E-6FED-FE0F-1EEA80CB6523}"/>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C3D7E9A-159A-90A2-16FD-F222C88AECD7}"/>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Box 6">
            <a:extLst>
              <a:ext uri="{FF2B5EF4-FFF2-40B4-BE49-F238E27FC236}">
                <a16:creationId xmlns:a16="http://schemas.microsoft.com/office/drawing/2014/main" id="{E3356E60-4A7B-E32C-3383-CE3585BD9B37}"/>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438419D9-50C5-5215-8406-DA70F8C33DBC}"/>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AE2C896F-2EBA-8A1C-AD51-5CDB273A6846}"/>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2D527CF5-7E34-7D59-5A3B-7543D85036B9}"/>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F150EC32-CB8F-E35C-DD86-78F4A4D85CFD}"/>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C25A5A82-BB23-6B20-8F3F-3581F1D48E37}"/>
              </a:ext>
            </a:extLst>
          </p:cNvPr>
          <p:cNvCxnSpPr>
            <a:cxnSpLocks/>
          </p:cNvCxnSpPr>
          <p:nvPr/>
        </p:nvCxnSpPr>
        <p:spPr>
          <a:xfrm>
            <a:off x="1333872" y="1903024"/>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801CBC-2641-80C7-14AF-9AA3CA11C8AD}"/>
                  </a:ext>
                </a:extLst>
              </p:cNvPr>
              <p:cNvSpPr txBox="1"/>
              <p:nvPr/>
            </p:nvSpPr>
            <p:spPr>
              <a:xfrm>
                <a:off x="1165275" y="1436201"/>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99801CBC-2641-80C7-14AF-9AA3CA11C8AD}"/>
                  </a:ext>
                </a:extLst>
              </p:cNvPr>
              <p:cNvSpPr txBox="1">
                <a:spLocks noRot="1" noChangeAspect="1" noMove="1" noResize="1" noEditPoints="1" noAdjustHandles="1" noChangeArrowheads="1" noChangeShapeType="1" noTextEdit="1"/>
              </p:cNvSpPr>
              <p:nvPr/>
            </p:nvSpPr>
            <p:spPr>
              <a:xfrm>
                <a:off x="1165275" y="1436201"/>
                <a:ext cx="1572470" cy="461665"/>
              </a:xfrm>
              <a:prstGeom prst="rect">
                <a:avLst/>
              </a:prstGeom>
              <a:blipFill>
                <a:blip r:embed="rId5"/>
                <a:stretch>
                  <a:fillRect t="-10667" b="-30667"/>
                </a:stretch>
              </a:blipFill>
            </p:spPr>
            <p:txBody>
              <a:bodyPr/>
              <a:lstStyle/>
              <a:p>
                <a:r>
                  <a:rPr lang="en-US">
                    <a:noFill/>
                  </a:rPr>
                  <a:t> </a:t>
                </a:r>
              </a:p>
            </p:txBody>
          </p:sp>
        </mc:Fallback>
      </mc:AlternateContent>
    </p:spTree>
    <p:extLst>
      <p:ext uri="{BB962C8B-B14F-4D97-AF65-F5344CB8AC3E}">
        <p14:creationId xmlns:p14="http://schemas.microsoft.com/office/powerpoint/2010/main" val="3803487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C357F8-2432-EF16-EB7C-D590E5BE48D1}"/>
            </a:ext>
          </a:extLst>
        </p:cNvPr>
        <p:cNvGrpSpPr/>
        <p:nvPr/>
      </p:nvGrpSpPr>
      <p:grpSpPr>
        <a:xfrm>
          <a:off x="0" y="0"/>
          <a:ext cx="0" cy="0"/>
          <a:chOff x="0" y="0"/>
          <a:chExt cx="0" cy="0"/>
        </a:xfrm>
      </p:grpSpPr>
      <p:pic>
        <p:nvPicPr>
          <p:cNvPr id="6" name="Picture 5" descr="C5.&#10;&#10;AI-generated content may be incorrect.">
            <a:extLst>
              <a:ext uri="{FF2B5EF4-FFF2-40B4-BE49-F238E27FC236}">
                <a16:creationId xmlns:a16="http://schemas.microsoft.com/office/drawing/2014/main" id="{5E2AA66D-D2F3-E42A-7A8C-7D6A52EA755C}"/>
              </a:ext>
            </a:extLst>
          </p:cNvPr>
          <p:cNvPicPr>
            <a:picLocks noChangeAspect="1"/>
          </p:cNvPicPr>
          <p:nvPr/>
        </p:nvPicPr>
        <p:blipFill>
          <a:blip r:embed="rId2"/>
          <a:stretch>
            <a:fillRect/>
          </a:stretch>
        </p:blipFill>
        <p:spPr>
          <a:xfrm>
            <a:off x="0" y="954965"/>
            <a:ext cx="12192000" cy="6873708"/>
          </a:xfrm>
          <a:prstGeom prst="rect">
            <a:avLst/>
          </a:prstGeom>
        </p:spPr>
      </p:pic>
      <p:sp>
        <p:nvSpPr>
          <p:cNvPr id="5" name="テキスト プレースホルダー 2">
            <a:extLst>
              <a:ext uri="{FF2B5EF4-FFF2-40B4-BE49-F238E27FC236}">
                <a16:creationId xmlns:a16="http://schemas.microsoft.com/office/drawing/2014/main" id="{5FE6EEB1-A89B-5DA0-CA60-3478B5D82662}"/>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2A45CB7D-8D99-F3DC-1552-C2B987596AD0}"/>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B0AC22-CF1D-7796-3C53-8A40FCCA2C9F}"/>
                  </a:ext>
                </a:extLst>
              </p:cNvPr>
              <p:cNvSpPr txBox="1"/>
              <p:nvPr/>
            </p:nvSpPr>
            <p:spPr>
              <a:xfrm>
                <a:off x="806458" y="2815571"/>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8D309697-9BA3-F73C-088B-92B628248CDB}"/>
                  </a:ext>
                </a:extLst>
              </p:cNvPr>
              <p:cNvSpPr txBox="1">
                <a:spLocks noRot="1" noChangeAspect="1" noMove="1" noResize="1" noEditPoints="1" noAdjustHandles="1" noChangeArrowheads="1" noChangeShapeType="1" noTextEdit="1"/>
              </p:cNvSpPr>
              <p:nvPr/>
            </p:nvSpPr>
            <p:spPr>
              <a:xfrm>
                <a:off x="806458" y="2815571"/>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20FD29FB-8431-0214-0ABA-BE95B07C58FA}"/>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3B63365-F560-8243-5C13-90B645EE258C}"/>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94E277-A3A2-2AFB-CB60-E4756A7AEF2E}"/>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1E780B03-0BA6-2E4D-F936-3A05EF0525A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A3B041B0-66F1-6773-8CCE-FC51C3A30BFD}"/>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98EB73F5-DE19-F8A7-9F15-31DAB921BBD9}"/>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DF32D88-1F8E-B74E-08DC-A3B33BBB9C6A}"/>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AF2C0D12-D4FF-3269-80A8-2055E5D5C867}"/>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E6650DB7-62BD-5976-F2C2-6ED9719F4582}"/>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EFA44B4C-1648-0DEB-2F1D-7D89800640AA}"/>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018E1BEF-6166-E9D3-6652-139A5741E77B}"/>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E39A67-685C-6489-6FE2-90730612A4CB}"/>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Box 6">
            <a:extLst>
              <a:ext uri="{FF2B5EF4-FFF2-40B4-BE49-F238E27FC236}">
                <a16:creationId xmlns:a16="http://schemas.microsoft.com/office/drawing/2014/main" id="{64A1E7A2-D9F5-2FB4-BE35-9D3B75FE6845}"/>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6CB20BEB-24EA-1A97-53D6-DA4E58C32FD9}"/>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B4479E57-FF45-3975-B27D-C192FB90D327}"/>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B760B802-B0DC-81E6-CC76-39F7F5906EB2}"/>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A3348425-5A2F-1ED4-D929-E780AC78278F}"/>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26A52127-72C5-D035-1204-D42DA6835028}"/>
              </a:ext>
            </a:extLst>
          </p:cNvPr>
          <p:cNvCxnSpPr>
            <a:cxnSpLocks/>
          </p:cNvCxnSpPr>
          <p:nvPr/>
        </p:nvCxnSpPr>
        <p:spPr>
          <a:xfrm>
            <a:off x="1333872" y="1903024"/>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35A7C6-86C4-6D65-95BC-590339D8FFF4}"/>
                  </a:ext>
                </a:extLst>
              </p:cNvPr>
              <p:cNvSpPr txBox="1"/>
              <p:nvPr/>
            </p:nvSpPr>
            <p:spPr>
              <a:xfrm>
                <a:off x="1165275" y="1436201"/>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99801CBC-2641-80C7-14AF-9AA3CA11C8AD}"/>
                  </a:ext>
                </a:extLst>
              </p:cNvPr>
              <p:cNvSpPr txBox="1">
                <a:spLocks noRot="1" noChangeAspect="1" noMove="1" noResize="1" noEditPoints="1" noAdjustHandles="1" noChangeArrowheads="1" noChangeShapeType="1" noTextEdit="1"/>
              </p:cNvSpPr>
              <p:nvPr/>
            </p:nvSpPr>
            <p:spPr>
              <a:xfrm>
                <a:off x="1165275" y="1436201"/>
                <a:ext cx="1572470" cy="461665"/>
              </a:xfrm>
              <a:prstGeom prst="rect">
                <a:avLst/>
              </a:prstGeom>
              <a:blipFill>
                <a:blip r:embed="rId5"/>
                <a:stretch>
                  <a:fillRect t="-10667" b="-3066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222D3FF5-2A99-CA5D-F9C1-B1B0EAD88FF2}"/>
              </a:ext>
            </a:extLst>
          </p:cNvPr>
          <p:cNvCxnSpPr>
            <a:cxnSpLocks/>
          </p:cNvCxnSpPr>
          <p:nvPr/>
        </p:nvCxnSpPr>
        <p:spPr>
          <a:xfrm>
            <a:off x="0" y="2309855"/>
            <a:ext cx="12192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1D85AAF-0016-4E32-E18C-B36C17FCA34F}"/>
              </a:ext>
            </a:extLst>
          </p:cNvPr>
          <p:cNvCxnSpPr>
            <a:cxnSpLocks/>
          </p:cNvCxnSpPr>
          <p:nvPr/>
        </p:nvCxnSpPr>
        <p:spPr>
          <a:xfrm>
            <a:off x="-8293" y="3676914"/>
            <a:ext cx="12192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5455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EAC724-7AB2-33DA-1157-B091E4B25FA2}"/>
            </a:ext>
          </a:extLst>
        </p:cNvPr>
        <p:cNvGrpSpPr/>
        <p:nvPr/>
      </p:nvGrpSpPr>
      <p:grpSpPr>
        <a:xfrm>
          <a:off x="0" y="0"/>
          <a:ext cx="0" cy="0"/>
          <a:chOff x="0" y="0"/>
          <a:chExt cx="0" cy="0"/>
        </a:xfrm>
      </p:grpSpPr>
      <p:pic>
        <p:nvPicPr>
          <p:cNvPr id="7" name="Picture 6" descr="The image appears to be a graph or chart with various numerical values and measurements, including a downward trend in the first line, followed by a series of values in milliliters and a list of measurements and units.&#10;&#10;AI-generated content may be incorrect.">
            <a:extLst>
              <a:ext uri="{FF2B5EF4-FFF2-40B4-BE49-F238E27FC236}">
                <a16:creationId xmlns:a16="http://schemas.microsoft.com/office/drawing/2014/main" id="{CFB70C75-DC7A-4BBD-7478-544B6200B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4966"/>
            <a:ext cx="12192000" cy="6873708"/>
          </a:xfrm>
          <a:prstGeom prst="rect">
            <a:avLst/>
          </a:prstGeom>
        </p:spPr>
      </p:pic>
      <p:sp>
        <p:nvSpPr>
          <p:cNvPr id="5" name="テキスト プレースホルダー 2">
            <a:extLst>
              <a:ext uri="{FF2B5EF4-FFF2-40B4-BE49-F238E27FC236}">
                <a16:creationId xmlns:a16="http://schemas.microsoft.com/office/drawing/2014/main" id="{6313037A-18CC-677E-1D09-3A5FA5042803}"/>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AC5CCC95-408E-4133-408C-14CDC20A2E88}"/>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094B91B-245B-2273-6FC7-AB42BDCCA6C4}"/>
                  </a:ext>
                </a:extLst>
              </p:cNvPr>
              <p:cNvSpPr txBox="1"/>
              <p:nvPr/>
            </p:nvSpPr>
            <p:spPr>
              <a:xfrm>
                <a:off x="806458" y="2815571"/>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p:sp>
            <p:nvSpPr>
              <p:cNvPr id="9" name="TextBox 8">
                <a:extLst>
                  <a:ext uri="{FF2B5EF4-FFF2-40B4-BE49-F238E27FC236}">
                    <a16:creationId xmlns:a16="http://schemas.microsoft.com/office/drawing/2014/main" id="{E094B91B-245B-2273-6FC7-AB42BDCCA6C4}"/>
                  </a:ext>
                </a:extLst>
              </p:cNvPr>
              <p:cNvSpPr txBox="1">
                <a:spLocks noRot="1" noChangeAspect="1" noMove="1" noResize="1" noEditPoints="1" noAdjustHandles="1" noChangeArrowheads="1" noChangeShapeType="1" noTextEdit="1"/>
              </p:cNvSpPr>
              <p:nvPr/>
            </p:nvSpPr>
            <p:spPr>
              <a:xfrm>
                <a:off x="806458" y="2815571"/>
                <a:ext cx="2904019" cy="461665"/>
              </a:xfrm>
              <a:prstGeom prst="rect">
                <a:avLst/>
              </a:prstGeom>
              <a:blipFill>
                <a:blip r:embed="rId3"/>
                <a:stretch>
                  <a:fillRect t="-10526" b="-28947"/>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70F40328-C363-FAC9-ADF8-DF4B4D9F0C73}"/>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AB02F4-3029-D980-40F2-5699E0159624}"/>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E458D21-7F8B-07B2-A08D-469268C4A74E}"/>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E8763DB0-6D9E-0188-DDCA-E62215B3D94D}"/>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CF96BFCD-4DD3-1717-3527-C32DCFBF8CFC}"/>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6A9FEB58-B1C5-012E-8494-4EFBE3881D53}"/>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F4113BF-13B8-C8CB-C4AF-3B27B3970C61}"/>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08CC30D1-A603-1D96-2FB8-0C7FDB752665}"/>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D391F152-6470-720F-832A-709FDEAB9BFA}"/>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D6DAE1FB-62CB-F584-5EFE-7AEDCFB29392}"/>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8A849DDA-137F-9382-40FE-B26189FF10CE}"/>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DC244F-AE58-0AA3-3F0A-CE93485B15EE}"/>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Box 6">
            <a:extLst>
              <a:ext uri="{FF2B5EF4-FFF2-40B4-BE49-F238E27FC236}">
                <a16:creationId xmlns:a16="http://schemas.microsoft.com/office/drawing/2014/main" id="{0EEF363D-4AA7-EF2C-4DDE-9976B0E7D934}"/>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0C22F3A2-000F-7768-C383-05640139BE83}"/>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545E09E2-02F9-B69D-50C3-9677835CF01C}"/>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679D962B-52E0-36D9-0985-AF7E8A597FF2}"/>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70C12D06-CCE9-2B50-0841-0FBD8BEDA04B}"/>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59256BAD-CD97-A8C7-093D-A18A033625FC}"/>
              </a:ext>
            </a:extLst>
          </p:cNvPr>
          <p:cNvCxnSpPr>
            <a:cxnSpLocks/>
          </p:cNvCxnSpPr>
          <p:nvPr/>
        </p:nvCxnSpPr>
        <p:spPr>
          <a:xfrm>
            <a:off x="1333872" y="1903024"/>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ECEC113-7530-B9E3-B26D-DD0FA748884F}"/>
                  </a:ext>
                </a:extLst>
              </p:cNvPr>
              <p:cNvSpPr txBox="1"/>
              <p:nvPr/>
            </p:nvSpPr>
            <p:spPr>
              <a:xfrm>
                <a:off x="1165275" y="1436201"/>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2ECEC113-7530-B9E3-B26D-DD0FA748884F}"/>
                  </a:ext>
                </a:extLst>
              </p:cNvPr>
              <p:cNvSpPr txBox="1">
                <a:spLocks noRot="1" noChangeAspect="1" noMove="1" noResize="1" noEditPoints="1" noAdjustHandles="1" noChangeArrowheads="1" noChangeShapeType="1" noTextEdit="1"/>
              </p:cNvSpPr>
              <p:nvPr/>
            </p:nvSpPr>
            <p:spPr>
              <a:xfrm>
                <a:off x="1165275" y="1436201"/>
                <a:ext cx="1572470" cy="461665"/>
              </a:xfrm>
              <a:prstGeom prst="rect">
                <a:avLst/>
              </a:prstGeom>
              <a:blipFill>
                <a:blip r:embed="rId4"/>
                <a:stretch>
                  <a:fillRect t="-10667" b="-3066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FE66F0AD-0528-36DC-9D2B-3858063C1305}"/>
              </a:ext>
            </a:extLst>
          </p:cNvPr>
          <p:cNvCxnSpPr>
            <a:cxnSpLocks/>
          </p:cNvCxnSpPr>
          <p:nvPr/>
        </p:nvCxnSpPr>
        <p:spPr>
          <a:xfrm>
            <a:off x="0" y="2310762"/>
            <a:ext cx="12192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698AC44-DC8C-F3A1-F250-C8A528C8D7DB}"/>
              </a:ext>
            </a:extLst>
          </p:cNvPr>
          <p:cNvCxnSpPr>
            <a:cxnSpLocks/>
          </p:cNvCxnSpPr>
          <p:nvPr/>
        </p:nvCxnSpPr>
        <p:spPr>
          <a:xfrm>
            <a:off x="-8293" y="3684534"/>
            <a:ext cx="12192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9705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A918A1-69C7-8D79-6F9C-B8EEF5F64ACF}"/>
            </a:ext>
          </a:extLst>
        </p:cNvPr>
        <p:cNvGrpSpPr/>
        <p:nvPr/>
      </p:nvGrpSpPr>
      <p:grpSpPr>
        <a:xfrm>
          <a:off x="0" y="0"/>
          <a:ext cx="0" cy="0"/>
          <a:chOff x="0" y="0"/>
          <a:chExt cx="0" cy="0"/>
        </a:xfrm>
      </p:grpSpPr>
      <p:pic>
        <p:nvPicPr>
          <p:cNvPr id="56" name="Picture 55" descr="A screen shot of a computer&#10;&#10;Description automatically generated">
            <a:extLst>
              <a:ext uri="{FF2B5EF4-FFF2-40B4-BE49-F238E27FC236}">
                <a16:creationId xmlns:a16="http://schemas.microsoft.com/office/drawing/2014/main" id="{FC3A3F28-D9F6-01F4-BFD3-E118D94E77B8}"/>
              </a:ext>
            </a:extLst>
          </p:cNvPr>
          <p:cNvPicPr>
            <a:picLocks noChangeAspect="1"/>
          </p:cNvPicPr>
          <p:nvPr/>
        </p:nvPicPr>
        <p:blipFill rotWithShape="1">
          <a:blip r:embed="rId2">
            <a:extLst>
              <a:ext uri="{28A0092B-C50C-407E-A947-70E740481C1C}">
                <a14:useLocalDpi xmlns:a14="http://schemas.microsoft.com/office/drawing/2010/main" val="0"/>
              </a:ext>
            </a:extLst>
          </a:blip>
          <a:srcRect t="5295" r="1000" b="7664"/>
          <a:stretch/>
        </p:blipFill>
        <p:spPr>
          <a:xfrm>
            <a:off x="-1" y="962819"/>
            <a:ext cx="12226989" cy="6858000"/>
          </a:xfrm>
          <a:prstGeom prst="rect">
            <a:avLst/>
          </a:prstGeom>
        </p:spPr>
      </p:pic>
      <p:sp>
        <p:nvSpPr>
          <p:cNvPr id="57" name="テキスト プレースホルダー 2">
            <a:extLst>
              <a:ext uri="{FF2B5EF4-FFF2-40B4-BE49-F238E27FC236}">
                <a16:creationId xmlns:a16="http://schemas.microsoft.com/office/drawing/2014/main" id="{AF8F1176-9B27-3782-8614-9D86E2F05095}"/>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717EC57C-07F6-3BDF-DA74-415BA68655FC}"/>
              </a:ext>
            </a:extLst>
          </p:cNvPr>
          <p:cNvCxnSpPr/>
          <p:nvPr/>
        </p:nvCxnSpPr>
        <p:spPr>
          <a:xfrm>
            <a:off x="893218" y="1981391"/>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A456669-7694-4076-786F-C5FA4C8B5D27}"/>
                  </a:ext>
                </a:extLst>
              </p:cNvPr>
              <p:cNvSpPr txBox="1"/>
              <p:nvPr/>
            </p:nvSpPr>
            <p:spPr>
              <a:xfrm>
                <a:off x="466927" y="1434595"/>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a:t>
                </a:r>
                <a14:m>
                  <m:oMath xmlns:m="http://schemas.openxmlformats.org/officeDocument/2006/math">
                    <m:r>
                      <a:rPr lang="en-PH" sz="2400" b="1" i="0" smtClean="0">
                        <a:latin typeface="Cambria Math" panose="02040503050406030204" pitchFamily="18" charset="0"/>
                        <a:ea typeface="Malgun Gothic" panose="020B0503020000020004" pitchFamily="34" charset="-127"/>
                        <a:cs typeface="Times New Roman" panose="02020603050405020304" pitchFamily="18" charset="0"/>
                      </a:rPr>
                      <m:t> </m:t>
                    </m:r>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59" name="TextBox 58">
                <a:extLst>
                  <a:ext uri="{FF2B5EF4-FFF2-40B4-BE49-F238E27FC236}">
                    <a16:creationId xmlns:a16="http://schemas.microsoft.com/office/drawing/2014/main" id="{0A456669-7694-4076-786F-C5FA4C8B5D27}"/>
                  </a:ext>
                </a:extLst>
              </p:cNvPr>
              <p:cNvSpPr txBox="1">
                <a:spLocks noRot="1" noChangeAspect="1" noMove="1" noResize="1" noEditPoints="1" noAdjustHandles="1" noChangeArrowheads="1" noChangeShapeType="1" noTextEdit="1"/>
              </p:cNvSpPr>
              <p:nvPr/>
            </p:nvSpPr>
            <p:spPr>
              <a:xfrm>
                <a:off x="466927" y="1434595"/>
                <a:ext cx="2079498" cy="461665"/>
              </a:xfrm>
              <a:prstGeom prst="rect">
                <a:avLst/>
              </a:prstGeom>
              <a:blipFill>
                <a:blip r:embed="rId3"/>
                <a:stretch>
                  <a:fillRect t="-10526" b="-28947"/>
                </a:stretch>
              </a:blipFill>
            </p:spPr>
            <p:txBody>
              <a:bodyPr/>
              <a:lstStyle/>
              <a:p>
                <a:r>
                  <a:rPr lang="en-US">
                    <a:noFill/>
                  </a:rPr>
                  <a:t> </a:t>
                </a:r>
              </a:p>
            </p:txBody>
          </p:sp>
        </mc:Fallback>
      </mc:AlternateContent>
      <p:sp>
        <p:nvSpPr>
          <p:cNvPr id="60" name="Rectangle: Rounded Corners 59">
            <a:extLst>
              <a:ext uri="{FF2B5EF4-FFF2-40B4-BE49-F238E27FC236}">
                <a16:creationId xmlns:a16="http://schemas.microsoft.com/office/drawing/2014/main" id="{070DF4F8-71D1-FCF1-8609-B87517227E2A}"/>
              </a:ext>
            </a:extLst>
          </p:cNvPr>
          <p:cNvSpPr/>
          <p:nvPr/>
        </p:nvSpPr>
        <p:spPr>
          <a:xfrm>
            <a:off x="4919185" y="6856069"/>
            <a:ext cx="1037066" cy="363485"/>
          </a:xfrm>
          <a:prstGeom prst="roundRect">
            <a:avLst/>
          </a:prstGeom>
          <a:solidFill>
            <a:srgbClr val="01D995"/>
          </a:solid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sp>
        <p:nvSpPr>
          <p:cNvPr id="61" name="Rectangle: Rounded Corners 60">
            <a:extLst>
              <a:ext uri="{FF2B5EF4-FFF2-40B4-BE49-F238E27FC236}">
                <a16:creationId xmlns:a16="http://schemas.microsoft.com/office/drawing/2014/main" id="{221CFD35-DF7F-CA74-64C8-ED68B2D4B7AF}"/>
              </a:ext>
            </a:extLst>
          </p:cNvPr>
          <p:cNvSpPr/>
          <p:nvPr/>
        </p:nvSpPr>
        <p:spPr>
          <a:xfrm>
            <a:off x="4925609" y="5454675"/>
            <a:ext cx="1048987" cy="363485"/>
          </a:xfrm>
          <a:prstGeom prst="roundRect">
            <a:avLst/>
          </a:prstGeom>
          <a:solidFill>
            <a:srgbClr val="2424B7"/>
          </a:solidFill>
          <a:ln>
            <a:solidFill>
              <a:srgbClr val="2424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sp>
        <p:nvSpPr>
          <p:cNvPr id="62" name="TextBox 6">
            <a:extLst>
              <a:ext uri="{FF2B5EF4-FFF2-40B4-BE49-F238E27FC236}">
                <a16:creationId xmlns:a16="http://schemas.microsoft.com/office/drawing/2014/main" id="{98312E59-1DD0-2273-786A-0E5D8A371121}"/>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2BC61E7A-6D2B-FB0C-1C5A-B683599F9C92}"/>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EC83D1E1-B47F-7E3F-4783-6486E5AF8BA4}"/>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9720C8C4-4D55-357F-2E45-4108FCBC1A55}"/>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B73830D1-7C33-9707-8F10-AEA21443D13D}"/>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92668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DC27C1-B340-0798-BC57-A7AB9E8E450B}"/>
            </a:ext>
          </a:extLst>
        </p:cNvPr>
        <p:cNvGrpSpPr/>
        <p:nvPr/>
      </p:nvGrpSpPr>
      <p:grpSpPr>
        <a:xfrm>
          <a:off x="0" y="0"/>
          <a:ext cx="0" cy="0"/>
          <a:chOff x="0" y="0"/>
          <a:chExt cx="0" cy="0"/>
        </a:xfrm>
      </p:grpSpPr>
      <p:pic>
        <p:nvPicPr>
          <p:cNvPr id="3" name="Picture 2" descr="The provided text appears to be a list of electrical values and measurements, but there is no accompanying image to describe.&#10;&#10;AI-generated content may be incorrect.">
            <a:extLst>
              <a:ext uri="{FF2B5EF4-FFF2-40B4-BE49-F238E27FC236}">
                <a16:creationId xmlns:a16="http://schemas.microsoft.com/office/drawing/2014/main" id="{AE3A4969-1E69-5987-C21B-0CD8E72B1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226988" cy="6858000"/>
          </a:xfrm>
          <a:prstGeom prst="rect">
            <a:avLst/>
          </a:prstGeom>
        </p:spPr>
      </p:pic>
      <p:sp>
        <p:nvSpPr>
          <p:cNvPr id="57" name="テキスト プレースホルダー 2">
            <a:extLst>
              <a:ext uri="{FF2B5EF4-FFF2-40B4-BE49-F238E27FC236}">
                <a16:creationId xmlns:a16="http://schemas.microsoft.com/office/drawing/2014/main" id="{BAA7B601-01D9-3913-83ED-0F16BE5C67C8}"/>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62" name="TextBox 6">
            <a:extLst>
              <a:ext uri="{FF2B5EF4-FFF2-40B4-BE49-F238E27FC236}">
                <a16:creationId xmlns:a16="http://schemas.microsoft.com/office/drawing/2014/main" id="{4C27599F-D994-C884-CE48-8827F178A380}"/>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75AC1604-F724-9F92-817B-8A4B8908F6F1}"/>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FACDA449-1C62-C423-B27C-E2B131B20A86}"/>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70CA3480-B17D-CB52-6401-CAC286EFCB9A}"/>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0F237A5B-42BE-E18B-E2DB-5040857D5920}"/>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5145BE70-E7A3-B55B-5A6F-24CFDF61DEAF}"/>
              </a:ext>
            </a:extLst>
          </p:cNvPr>
          <p:cNvCxnSpPr>
            <a:cxnSpLocks/>
          </p:cNvCxnSpPr>
          <p:nvPr/>
        </p:nvCxnSpPr>
        <p:spPr>
          <a:xfrm>
            <a:off x="851907"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393C90D-C584-EF78-3B26-F98AF337FCA4}"/>
                  </a:ext>
                </a:extLst>
              </p:cNvPr>
              <p:cNvSpPr txBox="1"/>
              <p:nvPr/>
            </p:nvSpPr>
            <p:spPr>
              <a:xfrm>
                <a:off x="683310"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6393C90D-C584-EF78-3B26-F98AF337FCA4}"/>
                  </a:ext>
                </a:extLst>
              </p:cNvPr>
              <p:cNvSpPr txBox="1">
                <a:spLocks noRot="1" noChangeAspect="1" noMove="1" noResize="1" noEditPoints="1" noAdjustHandles="1" noChangeArrowheads="1" noChangeShapeType="1" noTextEdit="1"/>
              </p:cNvSpPr>
              <p:nvPr/>
            </p:nvSpPr>
            <p:spPr>
              <a:xfrm>
                <a:off x="683310" y="1605123"/>
                <a:ext cx="1572470" cy="461665"/>
              </a:xfrm>
              <a:prstGeom prst="rect">
                <a:avLst/>
              </a:prstGeom>
              <a:blipFill>
                <a:blip r:embed="rId3"/>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125316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1CCE3D-2A07-2EEB-9E1A-EB2B264F14D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4F6EA2EA-8971-28CE-8ABE-08E1BDFCC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226988" cy="6858000"/>
          </a:xfrm>
          <a:prstGeom prst="rect">
            <a:avLst/>
          </a:prstGeom>
        </p:spPr>
      </p:pic>
      <p:sp>
        <p:nvSpPr>
          <p:cNvPr id="57" name="テキスト プレースホルダー 2">
            <a:extLst>
              <a:ext uri="{FF2B5EF4-FFF2-40B4-BE49-F238E27FC236}">
                <a16:creationId xmlns:a16="http://schemas.microsoft.com/office/drawing/2014/main" id="{7C6248A8-3D0C-CFB7-9AB3-60869319410B}"/>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62" name="TextBox 6">
            <a:extLst>
              <a:ext uri="{FF2B5EF4-FFF2-40B4-BE49-F238E27FC236}">
                <a16:creationId xmlns:a16="http://schemas.microsoft.com/office/drawing/2014/main" id="{C98369C6-2FB7-70BB-3413-D1D9EB50EA48}"/>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13616A51-7D9C-8E1B-6AED-6E4723057B67}"/>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AABD7432-582F-B407-D537-94D3469C62FF}"/>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59248999-2840-57FB-DC1A-6E3EB6E98AA5}"/>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6CFD1901-2E2B-043F-1262-4A51A40931DD}"/>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DCD0A8EB-A57D-067D-C132-E0997D82A490}"/>
              </a:ext>
            </a:extLst>
          </p:cNvPr>
          <p:cNvCxnSpPr>
            <a:cxnSpLocks/>
          </p:cNvCxnSpPr>
          <p:nvPr/>
        </p:nvCxnSpPr>
        <p:spPr>
          <a:xfrm>
            <a:off x="851907"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5761940-F29F-E92B-3952-8614D26580B9}"/>
                  </a:ext>
                </a:extLst>
              </p:cNvPr>
              <p:cNvSpPr txBox="1"/>
              <p:nvPr/>
            </p:nvSpPr>
            <p:spPr>
              <a:xfrm>
                <a:off x="683310"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55761940-F29F-E92B-3952-8614D26580B9}"/>
                  </a:ext>
                </a:extLst>
              </p:cNvPr>
              <p:cNvSpPr txBox="1">
                <a:spLocks noRot="1" noChangeAspect="1" noMove="1" noResize="1" noEditPoints="1" noAdjustHandles="1" noChangeArrowheads="1" noChangeShapeType="1" noTextEdit="1"/>
              </p:cNvSpPr>
              <p:nvPr/>
            </p:nvSpPr>
            <p:spPr>
              <a:xfrm>
                <a:off x="683310" y="1605123"/>
                <a:ext cx="1572470" cy="461665"/>
              </a:xfrm>
              <a:prstGeom prst="rect">
                <a:avLst/>
              </a:prstGeom>
              <a:blipFill>
                <a:blip r:embed="rId3"/>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1877996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D14324-31B7-3975-03BA-0EC3B5961C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71F802-D08F-5EB5-5E95-8B27DE9CBE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226988" cy="6857999"/>
          </a:xfrm>
          <a:prstGeom prst="rect">
            <a:avLst/>
          </a:prstGeom>
        </p:spPr>
      </p:pic>
      <p:sp>
        <p:nvSpPr>
          <p:cNvPr id="57" name="テキスト プレースホルダー 2">
            <a:extLst>
              <a:ext uri="{FF2B5EF4-FFF2-40B4-BE49-F238E27FC236}">
                <a16:creationId xmlns:a16="http://schemas.microsoft.com/office/drawing/2014/main" id="{7C81483B-641F-73C5-ABB9-A45F07B6DE50}"/>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62" name="TextBox 6">
            <a:extLst>
              <a:ext uri="{FF2B5EF4-FFF2-40B4-BE49-F238E27FC236}">
                <a16:creationId xmlns:a16="http://schemas.microsoft.com/office/drawing/2014/main" id="{F709F3CA-E502-4F70-136F-B6FE22A5F4A6}"/>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CFB2E3D3-FEE4-66F6-8217-D19C6BE7DD25}"/>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A0D27962-3B46-1909-6761-25919E3882DA}"/>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5A2649B1-4308-0B99-7430-F95003A68B96}"/>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376EA994-2E68-0B6D-D723-60EFE5C09DB7}"/>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cxnSp>
        <p:nvCxnSpPr>
          <p:cNvPr id="2" name="Straight Arrow Connector 1">
            <a:extLst>
              <a:ext uri="{FF2B5EF4-FFF2-40B4-BE49-F238E27FC236}">
                <a16:creationId xmlns:a16="http://schemas.microsoft.com/office/drawing/2014/main" id="{0F6C112B-2084-584C-3BED-63B2E00F7911}"/>
              </a:ext>
            </a:extLst>
          </p:cNvPr>
          <p:cNvCxnSpPr>
            <a:cxnSpLocks/>
          </p:cNvCxnSpPr>
          <p:nvPr/>
        </p:nvCxnSpPr>
        <p:spPr>
          <a:xfrm>
            <a:off x="851907"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79339BC-2BE6-C083-DD91-4D61842F0C4B}"/>
                  </a:ext>
                </a:extLst>
              </p:cNvPr>
              <p:cNvSpPr txBox="1"/>
              <p:nvPr/>
            </p:nvSpPr>
            <p:spPr>
              <a:xfrm>
                <a:off x="683310" y="1605123"/>
                <a:ext cx="1572470"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55761940-F29F-E92B-3952-8614D26580B9}"/>
                  </a:ext>
                </a:extLst>
              </p:cNvPr>
              <p:cNvSpPr txBox="1">
                <a:spLocks noRot="1" noChangeAspect="1" noMove="1" noResize="1" noEditPoints="1" noAdjustHandles="1" noChangeArrowheads="1" noChangeShapeType="1" noTextEdit="1"/>
              </p:cNvSpPr>
              <p:nvPr/>
            </p:nvSpPr>
            <p:spPr>
              <a:xfrm>
                <a:off x="683310" y="1605123"/>
                <a:ext cx="1572470" cy="461665"/>
              </a:xfrm>
              <a:prstGeom prst="rect">
                <a:avLst/>
              </a:prstGeom>
              <a:blipFill>
                <a:blip r:embed="rId3"/>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6477167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7443</TotalTime>
  <Words>350</Words>
  <Application>Microsoft Office PowerPoint</Application>
  <PresentationFormat>Custom</PresentationFormat>
  <Paragraphs>116</Paragraphs>
  <Slides>13</Slides>
  <Notes>0</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ROQUE Karl Raymond Dela Cruz</dc:creator>
  <cp:lastModifiedBy>ROQUE Karl Raymond Dela Cruz</cp:lastModifiedBy>
  <cp:revision>8</cp:revision>
  <dcterms:created xsi:type="dcterms:W3CDTF">2026-01-15T07:48:16Z</dcterms:created>
  <dcterms:modified xsi:type="dcterms:W3CDTF">2026-10-22T07:36:48Z</dcterms:modified>
</cp:coreProperties>
</file>