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8" r:id="rId2"/>
    <p:sldId id="259" r:id="rId3"/>
    <p:sldId id="260" r:id="rId4"/>
    <p:sldId id="264" r:id="rId5"/>
    <p:sldId id="256" r:id="rId6"/>
    <p:sldId id="261" r:id="rId7"/>
    <p:sldId id="265" r:id="rId8"/>
    <p:sldId id="257" r:id="rId9"/>
    <p:sldId id="262" r:id="rId10"/>
    <p:sldId id="263" r:id="rId11"/>
  </p:sldIdLst>
  <p:sldSz cx="12192000" cy="8783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50" d="100"/>
          <a:sy n="50" d="100"/>
        </p:scale>
        <p:origin x="1695" y="54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437508"/>
            <a:ext cx="10363200" cy="3058007"/>
          </a:xfrm>
        </p:spPr>
        <p:txBody>
          <a:bodyPr anchor="b"/>
          <a:lstStyle>
            <a:lvl1pPr algn="ctr">
              <a:defRPr sz="7685"/>
            </a:lvl1pPr>
          </a:lstStyle>
          <a:p>
            <a:r>
              <a:rPr lang="en-US"/>
              <a:t>Click to edit Master title style</a:t>
            </a:r>
            <a:endParaRPr lang="en-US" dirty="0"/>
          </a:p>
        </p:txBody>
      </p:sp>
      <p:sp>
        <p:nvSpPr>
          <p:cNvPr id="3" name="Subtitle 2"/>
          <p:cNvSpPr>
            <a:spLocks noGrp="1"/>
          </p:cNvSpPr>
          <p:nvPr>
            <p:ph type="subTitle" idx="1"/>
          </p:nvPr>
        </p:nvSpPr>
        <p:spPr>
          <a:xfrm>
            <a:off x="1524000" y="4613444"/>
            <a:ext cx="9144000" cy="2120679"/>
          </a:xfrm>
        </p:spPr>
        <p:txBody>
          <a:bodyPr/>
          <a:lstStyle>
            <a:lvl1pPr marL="0" indent="0" algn="ctr">
              <a:buNone/>
              <a:defRPr sz="3074"/>
            </a:lvl1pPr>
            <a:lvl2pPr marL="585582" indent="0" algn="ctr">
              <a:buNone/>
              <a:defRPr sz="2562"/>
            </a:lvl2pPr>
            <a:lvl3pPr marL="1171164" indent="0" algn="ctr">
              <a:buNone/>
              <a:defRPr sz="2305"/>
            </a:lvl3pPr>
            <a:lvl4pPr marL="1756745" indent="0" algn="ctr">
              <a:buNone/>
              <a:defRPr sz="2049"/>
            </a:lvl4pPr>
            <a:lvl5pPr marL="2342327" indent="0" algn="ctr">
              <a:buNone/>
              <a:defRPr sz="2049"/>
            </a:lvl5pPr>
            <a:lvl6pPr marL="2927909" indent="0" algn="ctr">
              <a:buNone/>
              <a:defRPr sz="2049"/>
            </a:lvl6pPr>
            <a:lvl7pPr marL="3513491" indent="0" algn="ctr">
              <a:buNone/>
              <a:defRPr sz="2049"/>
            </a:lvl7pPr>
            <a:lvl8pPr marL="4099072" indent="0" algn="ctr">
              <a:buNone/>
              <a:defRPr sz="2049"/>
            </a:lvl8pPr>
            <a:lvl9pPr marL="4684654" indent="0" algn="ctr">
              <a:buNone/>
              <a:defRPr sz="2049"/>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EE7F2677-E5D1-48BB-B124-3CAA138518D8}"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3214886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7F2677-E5D1-48BB-B124-3CAA138518D8}"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20714084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2189812"/>
            <a:ext cx="10515600" cy="3653749"/>
          </a:xfrm>
        </p:spPr>
        <p:txBody>
          <a:bodyPr anchor="b"/>
          <a:lstStyle>
            <a:lvl1pPr>
              <a:defRPr sz="7685"/>
            </a:lvl1pPr>
          </a:lstStyle>
          <a:p>
            <a:r>
              <a:rPr lang="en-US"/>
              <a:t>Click to edit Master title style</a:t>
            </a:r>
            <a:endParaRPr lang="en-US" dirty="0"/>
          </a:p>
        </p:txBody>
      </p:sp>
      <p:sp>
        <p:nvSpPr>
          <p:cNvPr id="3" name="Text Placeholder 2"/>
          <p:cNvSpPr>
            <a:spLocks noGrp="1"/>
          </p:cNvSpPr>
          <p:nvPr>
            <p:ph type="body" idx="1"/>
          </p:nvPr>
        </p:nvSpPr>
        <p:spPr>
          <a:xfrm>
            <a:off x="831851" y="5878127"/>
            <a:ext cx="10515600" cy="1921420"/>
          </a:xfrm>
        </p:spPr>
        <p:txBody>
          <a:bodyPr/>
          <a:lstStyle>
            <a:lvl1pPr marL="0" indent="0">
              <a:buNone/>
              <a:defRPr sz="3074">
                <a:solidFill>
                  <a:schemeClr val="tx1">
                    <a:tint val="82000"/>
                  </a:schemeClr>
                </a:solidFill>
              </a:defRPr>
            </a:lvl1pPr>
            <a:lvl2pPr marL="585582" indent="0">
              <a:buNone/>
              <a:defRPr sz="2562">
                <a:solidFill>
                  <a:schemeClr val="tx1">
                    <a:tint val="82000"/>
                  </a:schemeClr>
                </a:solidFill>
              </a:defRPr>
            </a:lvl2pPr>
            <a:lvl3pPr marL="1171164" indent="0">
              <a:buNone/>
              <a:defRPr sz="2305">
                <a:solidFill>
                  <a:schemeClr val="tx1">
                    <a:tint val="82000"/>
                  </a:schemeClr>
                </a:solidFill>
              </a:defRPr>
            </a:lvl3pPr>
            <a:lvl4pPr marL="1756745" indent="0">
              <a:buNone/>
              <a:defRPr sz="2049">
                <a:solidFill>
                  <a:schemeClr val="tx1">
                    <a:tint val="82000"/>
                  </a:schemeClr>
                </a:solidFill>
              </a:defRPr>
            </a:lvl4pPr>
            <a:lvl5pPr marL="2342327" indent="0">
              <a:buNone/>
              <a:defRPr sz="2049">
                <a:solidFill>
                  <a:schemeClr val="tx1">
                    <a:tint val="82000"/>
                  </a:schemeClr>
                </a:solidFill>
              </a:defRPr>
            </a:lvl5pPr>
            <a:lvl6pPr marL="2927909" indent="0">
              <a:buNone/>
              <a:defRPr sz="2049">
                <a:solidFill>
                  <a:schemeClr val="tx1">
                    <a:tint val="82000"/>
                  </a:schemeClr>
                </a:solidFill>
              </a:defRPr>
            </a:lvl6pPr>
            <a:lvl7pPr marL="3513491" indent="0">
              <a:buNone/>
              <a:defRPr sz="2049">
                <a:solidFill>
                  <a:schemeClr val="tx1">
                    <a:tint val="82000"/>
                  </a:schemeClr>
                </a:solidFill>
              </a:defRPr>
            </a:lvl7pPr>
            <a:lvl8pPr marL="4099072" indent="0">
              <a:buNone/>
              <a:defRPr sz="2049">
                <a:solidFill>
                  <a:schemeClr val="tx1">
                    <a:tint val="82000"/>
                  </a:schemeClr>
                </a:solidFill>
              </a:defRPr>
            </a:lvl8pPr>
            <a:lvl9pPr marL="4684654" indent="0">
              <a:buNone/>
              <a:defRPr sz="2049">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E7F2677-E5D1-48BB-B124-3CAA138518D8}"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26463866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2338237"/>
            <a:ext cx="5181600" cy="55731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338237"/>
            <a:ext cx="5181600" cy="55731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E7F2677-E5D1-48BB-B124-3CAA138518D8}"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15820989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467649"/>
            <a:ext cx="10515600" cy="1697764"/>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153212"/>
            <a:ext cx="5157787" cy="1055256"/>
          </a:xfrm>
        </p:spPr>
        <p:txBody>
          <a:bodyPr anchor="b"/>
          <a:lstStyle>
            <a:lvl1pPr marL="0" indent="0">
              <a:buNone/>
              <a:defRPr sz="3074" b="1"/>
            </a:lvl1pPr>
            <a:lvl2pPr marL="585582" indent="0">
              <a:buNone/>
              <a:defRPr sz="2562" b="1"/>
            </a:lvl2pPr>
            <a:lvl3pPr marL="1171164" indent="0">
              <a:buNone/>
              <a:defRPr sz="2305" b="1"/>
            </a:lvl3pPr>
            <a:lvl4pPr marL="1756745" indent="0">
              <a:buNone/>
              <a:defRPr sz="2049" b="1"/>
            </a:lvl4pPr>
            <a:lvl5pPr marL="2342327" indent="0">
              <a:buNone/>
              <a:defRPr sz="2049" b="1"/>
            </a:lvl5pPr>
            <a:lvl6pPr marL="2927909" indent="0">
              <a:buNone/>
              <a:defRPr sz="2049" b="1"/>
            </a:lvl6pPr>
            <a:lvl7pPr marL="3513491" indent="0">
              <a:buNone/>
              <a:defRPr sz="2049" b="1"/>
            </a:lvl7pPr>
            <a:lvl8pPr marL="4099072" indent="0">
              <a:buNone/>
              <a:defRPr sz="2049" b="1"/>
            </a:lvl8pPr>
            <a:lvl9pPr marL="4684654" indent="0">
              <a:buNone/>
              <a:defRPr sz="2049" b="1"/>
            </a:lvl9pPr>
          </a:lstStyle>
          <a:p>
            <a:pPr lvl="0"/>
            <a:r>
              <a:rPr lang="en-US"/>
              <a:t>Click to edit Master text styles</a:t>
            </a:r>
          </a:p>
        </p:txBody>
      </p:sp>
      <p:sp>
        <p:nvSpPr>
          <p:cNvPr id="4" name="Content Placeholder 3"/>
          <p:cNvSpPr>
            <a:spLocks noGrp="1"/>
          </p:cNvSpPr>
          <p:nvPr>
            <p:ph sz="half" idx="2"/>
          </p:nvPr>
        </p:nvSpPr>
        <p:spPr>
          <a:xfrm>
            <a:off x="839789" y="3208468"/>
            <a:ext cx="5157787" cy="47191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153212"/>
            <a:ext cx="5183188" cy="1055256"/>
          </a:xfrm>
        </p:spPr>
        <p:txBody>
          <a:bodyPr anchor="b"/>
          <a:lstStyle>
            <a:lvl1pPr marL="0" indent="0">
              <a:buNone/>
              <a:defRPr sz="3074" b="1"/>
            </a:lvl1pPr>
            <a:lvl2pPr marL="585582" indent="0">
              <a:buNone/>
              <a:defRPr sz="2562" b="1"/>
            </a:lvl2pPr>
            <a:lvl3pPr marL="1171164" indent="0">
              <a:buNone/>
              <a:defRPr sz="2305" b="1"/>
            </a:lvl3pPr>
            <a:lvl4pPr marL="1756745" indent="0">
              <a:buNone/>
              <a:defRPr sz="2049" b="1"/>
            </a:lvl4pPr>
            <a:lvl5pPr marL="2342327" indent="0">
              <a:buNone/>
              <a:defRPr sz="2049" b="1"/>
            </a:lvl5pPr>
            <a:lvl6pPr marL="2927909" indent="0">
              <a:buNone/>
              <a:defRPr sz="2049" b="1"/>
            </a:lvl6pPr>
            <a:lvl7pPr marL="3513491" indent="0">
              <a:buNone/>
              <a:defRPr sz="2049" b="1"/>
            </a:lvl7pPr>
            <a:lvl8pPr marL="4099072" indent="0">
              <a:buNone/>
              <a:defRPr sz="2049" b="1"/>
            </a:lvl8pPr>
            <a:lvl9pPr marL="4684654" indent="0">
              <a:buNone/>
              <a:defRPr sz="2049" b="1"/>
            </a:lvl9pPr>
          </a:lstStyle>
          <a:p>
            <a:pPr lvl="0"/>
            <a:r>
              <a:rPr lang="en-US"/>
              <a:t>Click to edit Master text styles</a:t>
            </a:r>
          </a:p>
        </p:txBody>
      </p:sp>
      <p:sp>
        <p:nvSpPr>
          <p:cNvPr id="6" name="Content Placeholder 5"/>
          <p:cNvSpPr>
            <a:spLocks noGrp="1"/>
          </p:cNvSpPr>
          <p:nvPr>
            <p:ph sz="quarter" idx="4"/>
          </p:nvPr>
        </p:nvSpPr>
        <p:spPr>
          <a:xfrm>
            <a:off x="6172201" y="3208468"/>
            <a:ext cx="5183188" cy="47191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E7F2677-E5D1-48BB-B124-3CAA138518D8}" type="datetimeFigureOut">
              <a:rPr lang="en-US" smtClean="0"/>
              <a:t>10/10/2026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20197757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E7F2677-E5D1-48BB-B124-3CAA138518D8}" type="datetimeFigureOut">
              <a:rPr lang="en-US" smtClean="0"/>
              <a:t>10/10/2026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551694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E7F2677-E5D1-48BB-B124-3CAA138518D8}" type="datetimeFigureOut">
              <a:rPr lang="en-US" smtClean="0"/>
              <a:t>10/10/2026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18414032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585576"/>
            <a:ext cx="3932237" cy="2049516"/>
          </a:xfrm>
        </p:spPr>
        <p:txBody>
          <a:bodyPr anchor="b"/>
          <a:lstStyle>
            <a:lvl1pPr>
              <a:defRPr sz="4099"/>
            </a:lvl1pPr>
          </a:lstStyle>
          <a:p>
            <a:r>
              <a:rPr lang="en-US"/>
              <a:t>Click to edit Master title style</a:t>
            </a:r>
            <a:endParaRPr lang="en-US" dirty="0"/>
          </a:p>
        </p:txBody>
      </p:sp>
      <p:sp>
        <p:nvSpPr>
          <p:cNvPr id="3" name="Content Placeholder 2"/>
          <p:cNvSpPr>
            <a:spLocks noGrp="1"/>
          </p:cNvSpPr>
          <p:nvPr>
            <p:ph idx="1"/>
          </p:nvPr>
        </p:nvSpPr>
        <p:spPr>
          <a:xfrm>
            <a:off x="5183188" y="1264683"/>
            <a:ext cx="6172200" cy="6242076"/>
          </a:xfrm>
        </p:spPr>
        <p:txBody>
          <a:bodyPr/>
          <a:lstStyle>
            <a:lvl1pPr>
              <a:defRPr sz="4099"/>
            </a:lvl1pPr>
            <a:lvl2pPr>
              <a:defRPr sz="3586"/>
            </a:lvl2pPr>
            <a:lvl3pPr>
              <a:defRPr sz="3074"/>
            </a:lvl3pPr>
            <a:lvl4pPr>
              <a:defRPr sz="2562"/>
            </a:lvl4pPr>
            <a:lvl5pPr>
              <a:defRPr sz="2562"/>
            </a:lvl5pPr>
            <a:lvl6pPr>
              <a:defRPr sz="2562"/>
            </a:lvl6pPr>
            <a:lvl7pPr>
              <a:defRPr sz="2562"/>
            </a:lvl7pPr>
            <a:lvl8pPr>
              <a:defRPr sz="2562"/>
            </a:lvl8pPr>
            <a:lvl9pPr>
              <a:defRPr sz="256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635091"/>
            <a:ext cx="3932237" cy="4881833"/>
          </a:xfrm>
        </p:spPr>
        <p:txBody>
          <a:bodyPr/>
          <a:lstStyle>
            <a:lvl1pPr marL="0" indent="0">
              <a:buNone/>
              <a:defRPr sz="2049"/>
            </a:lvl1pPr>
            <a:lvl2pPr marL="585582" indent="0">
              <a:buNone/>
              <a:defRPr sz="1793"/>
            </a:lvl2pPr>
            <a:lvl3pPr marL="1171164" indent="0">
              <a:buNone/>
              <a:defRPr sz="1537"/>
            </a:lvl3pPr>
            <a:lvl4pPr marL="1756745" indent="0">
              <a:buNone/>
              <a:defRPr sz="1281"/>
            </a:lvl4pPr>
            <a:lvl5pPr marL="2342327" indent="0">
              <a:buNone/>
              <a:defRPr sz="1281"/>
            </a:lvl5pPr>
            <a:lvl6pPr marL="2927909" indent="0">
              <a:buNone/>
              <a:defRPr sz="1281"/>
            </a:lvl6pPr>
            <a:lvl7pPr marL="3513491" indent="0">
              <a:buNone/>
              <a:defRPr sz="1281"/>
            </a:lvl7pPr>
            <a:lvl8pPr marL="4099072" indent="0">
              <a:buNone/>
              <a:defRPr sz="1281"/>
            </a:lvl8pPr>
            <a:lvl9pPr marL="4684654" indent="0">
              <a:buNone/>
              <a:defRPr sz="1281"/>
            </a:lvl9pPr>
          </a:lstStyle>
          <a:p>
            <a:pPr lvl="0"/>
            <a:r>
              <a:rPr lang="en-US"/>
              <a:t>Click to edit Master text styles</a:t>
            </a:r>
          </a:p>
        </p:txBody>
      </p:sp>
      <p:sp>
        <p:nvSpPr>
          <p:cNvPr id="5" name="Date Placeholder 4"/>
          <p:cNvSpPr>
            <a:spLocks noGrp="1"/>
          </p:cNvSpPr>
          <p:nvPr>
            <p:ph type="dt" sz="half" idx="10"/>
          </p:nvPr>
        </p:nvSpPr>
        <p:spPr/>
        <p:txBody>
          <a:bodyPr/>
          <a:lstStyle/>
          <a:p>
            <a:fld id="{EE7F2677-E5D1-48BB-B124-3CAA138518D8}"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27639318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585576"/>
            <a:ext cx="3932237" cy="2049516"/>
          </a:xfrm>
        </p:spPr>
        <p:txBody>
          <a:bodyPr anchor="b"/>
          <a:lstStyle>
            <a:lvl1pPr>
              <a:defRPr sz="4099"/>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264683"/>
            <a:ext cx="6172200" cy="6242076"/>
          </a:xfrm>
        </p:spPr>
        <p:txBody>
          <a:bodyPr anchor="t"/>
          <a:lstStyle>
            <a:lvl1pPr marL="0" indent="0">
              <a:buNone/>
              <a:defRPr sz="4099"/>
            </a:lvl1pPr>
            <a:lvl2pPr marL="585582" indent="0">
              <a:buNone/>
              <a:defRPr sz="3586"/>
            </a:lvl2pPr>
            <a:lvl3pPr marL="1171164" indent="0">
              <a:buNone/>
              <a:defRPr sz="3074"/>
            </a:lvl3pPr>
            <a:lvl4pPr marL="1756745" indent="0">
              <a:buNone/>
              <a:defRPr sz="2562"/>
            </a:lvl4pPr>
            <a:lvl5pPr marL="2342327" indent="0">
              <a:buNone/>
              <a:defRPr sz="2562"/>
            </a:lvl5pPr>
            <a:lvl6pPr marL="2927909" indent="0">
              <a:buNone/>
              <a:defRPr sz="2562"/>
            </a:lvl6pPr>
            <a:lvl7pPr marL="3513491" indent="0">
              <a:buNone/>
              <a:defRPr sz="2562"/>
            </a:lvl7pPr>
            <a:lvl8pPr marL="4099072" indent="0">
              <a:buNone/>
              <a:defRPr sz="2562"/>
            </a:lvl8pPr>
            <a:lvl9pPr marL="4684654" indent="0">
              <a:buNone/>
              <a:defRPr sz="2562"/>
            </a:lvl9pPr>
          </a:lstStyle>
          <a:p>
            <a:r>
              <a:rPr lang="en-US"/>
              <a:t>Click icon to add picture</a:t>
            </a:r>
            <a:endParaRPr lang="en-US" dirty="0"/>
          </a:p>
        </p:txBody>
      </p:sp>
      <p:sp>
        <p:nvSpPr>
          <p:cNvPr id="4" name="Text Placeholder 3"/>
          <p:cNvSpPr>
            <a:spLocks noGrp="1"/>
          </p:cNvSpPr>
          <p:nvPr>
            <p:ph type="body" sz="half" idx="2"/>
          </p:nvPr>
        </p:nvSpPr>
        <p:spPr>
          <a:xfrm>
            <a:off x="839788" y="2635091"/>
            <a:ext cx="3932237" cy="4881833"/>
          </a:xfrm>
        </p:spPr>
        <p:txBody>
          <a:bodyPr/>
          <a:lstStyle>
            <a:lvl1pPr marL="0" indent="0">
              <a:buNone/>
              <a:defRPr sz="2049"/>
            </a:lvl1pPr>
            <a:lvl2pPr marL="585582" indent="0">
              <a:buNone/>
              <a:defRPr sz="1793"/>
            </a:lvl2pPr>
            <a:lvl3pPr marL="1171164" indent="0">
              <a:buNone/>
              <a:defRPr sz="1537"/>
            </a:lvl3pPr>
            <a:lvl4pPr marL="1756745" indent="0">
              <a:buNone/>
              <a:defRPr sz="1281"/>
            </a:lvl4pPr>
            <a:lvl5pPr marL="2342327" indent="0">
              <a:buNone/>
              <a:defRPr sz="1281"/>
            </a:lvl5pPr>
            <a:lvl6pPr marL="2927909" indent="0">
              <a:buNone/>
              <a:defRPr sz="1281"/>
            </a:lvl6pPr>
            <a:lvl7pPr marL="3513491" indent="0">
              <a:buNone/>
              <a:defRPr sz="1281"/>
            </a:lvl7pPr>
            <a:lvl8pPr marL="4099072" indent="0">
              <a:buNone/>
              <a:defRPr sz="1281"/>
            </a:lvl8pPr>
            <a:lvl9pPr marL="4684654" indent="0">
              <a:buNone/>
              <a:defRPr sz="1281"/>
            </a:lvl9pPr>
          </a:lstStyle>
          <a:p>
            <a:pPr lvl="0"/>
            <a:r>
              <a:rPr lang="en-US"/>
              <a:t>Click to edit Master text styles</a:t>
            </a:r>
          </a:p>
        </p:txBody>
      </p:sp>
      <p:sp>
        <p:nvSpPr>
          <p:cNvPr id="5" name="Date Placeholder 4"/>
          <p:cNvSpPr>
            <a:spLocks noGrp="1"/>
          </p:cNvSpPr>
          <p:nvPr>
            <p:ph type="dt" sz="half" idx="10"/>
          </p:nvPr>
        </p:nvSpPr>
        <p:spPr/>
        <p:txBody>
          <a:bodyPr/>
          <a:lstStyle/>
          <a:p>
            <a:fld id="{EE7F2677-E5D1-48BB-B124-3CAA138518D8}" type="datetimeFigureOut">
              <a:rPr lang="en-US" smtClean="0"/>
              <a:t>10/10/2026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7809557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7F2677-E5D1-48BB-B124-3CAA138518D8}"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30410748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467647"/>
            <a:ext cx="2628900" cy="744372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467647"/>
            <a:ext cx="7734300" cy="744372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E7F2677-E5D1-48BB-B124-3CAA138518D8}" type="datetimeFigureOut">
              <a:rPr lang="en-US" smtClean="0"/>
              <a:t>10/10/2026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7891446-8B56-4A80-9C54-9FD2E459D003}" type="slidenum">
              <a:rPr lang="en-US" smtClean="0"/>
              <a:t>‹#›</a:t>
            </a:fld>
            <a:endParaRPr lang="en-US"/>
          </a:p>
        </p:txBody>
      </p:sp>
    </p:spTree>
    <p:extLst>
      <p:ext uri="{BB962C8B-B14F-4D97-AF65-F5344CB8AC3E}">
        <p14:creationId xmlns:p14="http://schemas.microsoft.com/office/powerpoint/2010/main" val="1680800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467649"/>
            <a:ext cx="10515600" cy="169776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2338237"/>
            <a:ext cx="10515600" cy="55731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8141133"/>
            <a:ext cx="2743200" cy="467647"/>
          </a:xfrm>
          <a:prstGeom prst="rect">
            <a:avLst/>
          </a:prstGeom>
        </p:spPr>
        <p:txBody>
          <a:bodyPr vert="horz" lIns="91440" tIns="45720" rIns="91440" bIns="45720" rtlCol="0" anchor="ctr"/>
          <a:lstStyle>
            <a:lvl1pPr algn="l">
              <a:defRPr sz="1537">
                <a:solidFill>
                  <a:schemeClr val="tx1">
                    <a:tint val="82000"/>
                  </a:schemeClr>
                </a:solidFill>
              </a:defRPr>
            </a:lvl1pPr>
          </a:lstStyle>
          <a:p>
            <a:fld id="{EE7F2677-E5D1-48BB-B124-3CAA138518D8}" type="datetimeFigureOut">
              <a:rPr lang="en-US" smtClean="0"/>
              <a:t>10/10/2026</a:t>
            </a:fld>
            <a:endParaRPr lang="en-US"/>
          </a:p>
        </p:txBody>
      </p:sp>
      <p:sp>
        <p:nvSpPr>
          <p:cNvPr id="5" name="Footer Placeholder 4"/>
          <p:cNvSpPr>
            <a:spLocks noGrp="1"/>
          </p:cNvSpPr>
          <p:nvPr>
            <p:ph type="ftr" sz="quarter" idx="3"/>
          </p:nvPr>
        </p:nvSpPr>
        <p:spPr>
          <a:xfrm>
            <a:off x="4038600" y="8141133"/>
            <a:ext cx="4114800" cy="467647"/>
          </a:xfrm>
          <a:prstGeom prst="rect">
            <a:avLst/>
          </a:prstGeom>
        </p:spPr>
        <p:txBody>
          <a:bodyPr vert="horz" lIns="91440" tIns="45720" rIns="91440" bIns="45720" rtlCol="0" anchor="ctr"/>
          <a:lstStyle>
            <a:lvl1pPr algn="ctr">
              <a:defRPr sz="1537">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8141133"/>
            <a:ext cx="2743200" cy="467647"/>
          </a:xfrm>
          <a:prstGeom prst="rect">
            <a:avLst/>
          </a:prstGeom>
        </p:spPr>
        <p:txBody>
          <a:bodyPr vert="horz" lIns="91440" tIns="45720" rIns="91440" bIns="45720" rtlCol="0" anchor="ctr"/>
          <a:lstStyle>
            <a:lvl1pPr algn="r">
              <a:defRPr sz="1537">
                <a:solidFill>
                  <a:schemeClr val="tx1">
                    <a:tint val="82000"/>
                  </a:schemeClr>
                </a:solidFill>
              </a:defRPr>
            </a:lvl1pPr>
          </a:lstStyle>
          <a:p>
            <a:fld id="{57891446-8B56-4A80-9C54-9FD2E459D003}" type="slidenum">
              <a:rPr lang="en-US" smtClean="0"/>
              <a:t>‹#›</a:t>
            </a:fld>
            <a:endParaRPr lang="en-US"/>
          </a:p>
        </p:txBody>
      </p:sp>
    </p:spTree>
    <p:extLst>
      <p:ext uri="{BB962C8B-B14F-4D97-AF65-F5344CB8AC3E}">
        <p14:creationId xmlns:p14="http://schemas.microsoft.com/office/powerpoint/2010/main" val="3052935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171164" rtl="0" eaLnBrk="1" latinLnBrk="0" hangingPunct="1">
        <a:lnSpc>
          <a:spcPct val="90000"/>
        </a:lnSpc>
        <a:spcBef>
          <a:spcPct val="0"/>
        </a:spcBef>
        <a:buNone/>
        <a:defRPr sz="5636" kern="1200">
          <a:solidFill>
            <a:schemeClr val="tx1"/>
          </a:solidFill>
          <a:latin typeface="+mj-lt"/>
          <a:ea typeface="+mj-ea"/>
          <a:cs typeface="+mj-cs"/>
        </a:defRPr>
      </a:lvl1pPr>
    </p:titleStyle>
    <p:bodyStyle>
      <a:lvl1pPr marL="292791" indent="-292791" algn="l" defTabSz="1171164" rtl="0" eaLnBrk="1" latinLnBrk="0" hangingPunct="1">
        <a:lnSpc>
          <a:spcPct val="90000"/>
        </a:lnSpc>
        <a:spcBef>
          <a:spcPts val="1281"/>
        </a:spcBef>
        <a:buFont typeface="Arial" panose="020B0604020202020204" pitchFamily="34" charset="0"/>
        <a:buChar char="•"/>
        <a:defRPr sz="3586" kern="1200">
          <a:solidFill>
            <a:schemeClr val="tx1"/>
          </a:solidFill>
          <a:latin typeface="+mn-lt"/>
          <a:ea typeface="+mn-ea"/>
          <a:cs typeface="+mn-cs"/>
        </a:defRPr>
      </a:lvl1pPr>
      <a:lvl2pPr marL="878373" indent="-292791" algn="l" defTabSz="1171164" rtl="0" eaLnBrk="1" latinLnBrk="0" hangingPunct="1">
        <a:lnSpc>
          <a:spcPct val="90000"/>
        </a:lnSpc>
        <a:spcBef>
          <a:spcPts val="640"/>
        </a:spcBef>
        <a:buFont typeface="Arial" panose="020B0604020202020204" pitchFamily="34" charset="0"/>
        <a:buChar char="•"/>
        <a:defRPr sz="3074" kern="1200">
          <a:solidFill>
            <a:schemeClr val="tx1"/>
          </a:solidFill>
          <a:latin typeface="+mn-lt"/>
          <a:ea typeface="+mn-ea"/>
          <a:cs typeface="+mn-cs"/>
        </a:defRPr>
      </a:lvl2pPr>
      <a:lvl3pPr marL="1463954" indent="-292791" algn="l" defTabSz="1171164" rtl="0" eaLnBrk="1" latinLnBrk="0" hangingPunct="1">
        <a:lnSpc>
          <a:spcPct val="90000"/>
        </a:lnSpc>
        <a:spcBef>
          <a:spcPts val="640"/>
        </a:spcBef>
        <a:buFont typeface="Arial" panose="020B0604020202020204" pitchFamily="34" charset="0"/>
        <a:buChar char="•"/>
        <a:defRPr sz="2562" kern="1200">
          <a:solidFill>
            <a:schemeClr val="tx1"/>
          </a:solidFill>
          <a:latin typeface="+mn-lt"/>
          <a:ea typeface="+mn-ea"/>
          <a:cs typeface="+mn-cs"/>
        </a:defRPr>
      </a:lvl3pPr>
      <a:lvl4pPr marL="2049536"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4pPr>
      <a:lvl5pPr marL="2635118"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5pPr>
      <a:lvl6pPr marL="3220700"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6pPr>
      <a:lvl7pPr marL="3806281"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7pPr>
      <a:lvl8pPr marL="4391863"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8pPr>
      <a:lvl9pPr marL="4977445" indent="-292791" algn="l" defTabSz="1171164" rtl="0" eaLnBrk="1" latinLnBrk="0" hangingPunct="1">
        <a:lnSpc>
          <a:spcPct val="90000"/>
        </a:lnSpc>
        <a:spcBef>
          <a:spcPts val="640"/>
        </a:spcBef>
        <a:buFont typeface="Arial" panose="020B0604020202020204" pitchFamily="34" charset="0"/>
        <a:buChar char="•"/>
        <a:defRPr sz="2305" kern="1200">
          <a:solidFill>
            <a:schemeClr val="tx1"/>
          </a:solidFill>
          <a:latin typeface="+mn-lt"/>
          <a:ea typeface="+mn-ea"/>
          <a:cs typeface="+mn-cs"/>
        </a:defRPr>
      </a:lvl9pPr>
    </p:bodyStyle>
    <p:otherStyle>
      <a:defPPr>
        <a:defRPr lang="en-US"/>
      </a:defPPr>
      <a:lvl1pPr marL="0" algn="l" defTabSz="1171164" rtl="0" eaLnBrk="1" latinLnBrk="0" hangingPunct="1">
        <a:defRPr sz="2305" kern="1200">
          <a:solidFill>
            <a:schemeClr val="tx1"/>
          </a:solidFill>
          <a:latin typeface="+mn-lt"/>
          <a:ea typeface="+mn-ea"/>
          <a:cs typeface="+mn-cs"/>
        </a:defRPr>
      </a:lvl1pPr>
      <a:lvl2pPr marL="585582" algn="l" defTabSz="1171164" rtl="0" eaLnBrk="1" latinLnBrk="0" hangingPunct="1">
        <a:defRPr sz="2305" kern="1200">
          <a:solidFill>
            <a:schemeClr val="tx1"/>
          </a:solidFill>
          <a:latin typeface="+mn-lt"/>
          <a:ea typeface="+mn-ea"/>
          <a:cs typeface="+mn-cs"/>
        </a:defRPr>
      </a:lvl2pPr>
      <a:lvl3pPr marL="1171164" algn="l" defTabSz="1171164" rtl="0" eaLnBrk="1" latinLnBrk="0" hangingPunct="1">
        <a:defRPr sz="2305" kern="1200">
          <a:solidFill>
            <a:schemeClr val="tx1"/>
          </a:solidFill>
          <a:latin typeface="+mn-lt"/>
          <a:ea typeface="+mn-ea"/>
          <a:cs typeface="+mn-cs"/>
        </a:defRPr>
      </a:lvl3pPr>
      <a:lvl4pPr marL="1756745" algn="l" defTabSz="1171164" rtl="0" eaLnBrk="1" latinLnBrk="0" hangingPunct="1">
        <a:defRPr sz="2305" kern="1200">
          <a:solidFill>
            <a:schemeClr val="tx1"/>
          </a:solidFill>
          <a:latin typeface="+mn-lt"/>
          <a:ea typeface="+mn-ea"/>
          <a:cs typeface="+mn-cs"/>
        </a:defRPr>
      </a:lvl4pPr>
      <a:lvl5pPr marL="2342327" algn="l" defTabSz="1171164" rtl="0" eaLnBrk="1" latinLnBrk="0" hangingPunct="1">
        <a:defRPr sz="2305" kern="1200">
          <a:solidFill>
            <a:schemeClr val="tx1"/>
          </a:solidFill>
          <a:latin typeface="+mn-lt"/>
          <a:ea typeface="+mn-ea"/>
          <a:cs typeface="+mn-cs"/>
        </a:defRPr>
      </a:lvl5pPr>
      <a:lvl6pPr marL="2927909" algn="l" defTabSz="1171164" rtl="0" eaLnBrk="1" latinLnBrk="0" hangingPunct="1">
        <a:defRPr sz="2305" kern="1200">
          <a:solidFill>
            <a:schemeClr val="tx1"/>
          </a:solidFill>
          <a:latin typeface="+mn-lt"/>
          <a:ea typeface="+mn-ea"/>
          <a:cs typeface="+mn-cs"/>
        </a:defRPr>
      </a:lvl6pPr>
      <a:lvl7pPr marL="3513491" algn="l" defTabSz="1171164" rtl="0" eaLnBrk="1" latinLnBrk="0" hangingPunct="1">
        <a:defRPr sz="2305" kern="1200">
          <a:solidFill>
            <a:schemeClr val="tx1"/>
          </a:solidFill>
          <a:latin typeface="+mn-lt"/>
          <a:ea typeface="+mn-ea"/>
          <a:cs typeface="+mn-cs"/>
        </a:defRPr>
      </a:lvl7pPr>
      <a:lvl8pPr marL="4099072" algn="l" defTabSz="1171164" rtl="0" eaLnBrk="1" latinLnBrk="0" hangingPunct="1">
        <a:defRPr sz="2305" kern="1200">
          <a:solidFill>
            <a:schemeClr val="tx1"/>
          </a:solidFill>
          <a:latin typeface="+mn-lt"/>
          <a:ea typeface="+mn-ea"/>
          <a:cs typeface="+mn-cs"/>
        </a:defRPr>
      </a:lvl8pPr>
      <a:lvl9pPr marL="4684654" algn="l" defTabSz="1171164" rtl="0" eaLnBrk="1" latinLnBrk="0" hangingPunct="1">
        <a:defRPr sz="23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80.png"/><Relationship Id="rId4" Type="http://schemas.openxmlformats.org/officeDocument/2006/relationships/image" Target="../media/image70.png"/></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 Id="rId5" Type="http://schemas.openxmlformats.org/officeDocument/2006/relationships/image" Target="../media/image100.png"/><Relationship Id="rId4" Type="http://schemas.openxmlformats.org/officeDocument/2006/relationships/image" Target="../media/image91.png"/></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 Id="rId5" Type="http://schemas.openxmlformats.org/officeDocument/2006/relationships/image" Target="../media/image100.png"/><Relationship Id="rId4" Type="http://schemas.openxmlformats.org/officeDocument/2006/relationships/image" Target="../media/image91.png"/></Relationships>
</file>

<file path=ppt/slides/_rels/slide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74A87-F431-3C2D-3383-90DC9F72F3C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1F21023-98D7-0B6C-0B36-C452E1DF9B04}"/>
              </a:ext>
            </a:extLst>
          </p:cNvPr>
          <p:cNvSpPr>
            <a:spLocks noGrp="1"/>
          </p:cNvSpPr>
          <p:nvPr>
            <p:ph idx="1"/>
          </p:nvPr>
        </p:nvSpPr>
        <p:spPr/>
        <p:txBody>
          <a:bodyPr/>
          <a:lstStyle/>
          <a:p>
            <a:endParaRPr lang="en-US"/>
          </a:p>
        </p:txBody>
      </p:sp>
      <p:pic>
        <p:nvPicPr>
          <p:cNvPr id="4" name="Picture 3" descr="A screen shot of a computer&#10;&#10;Description automatically generated">
            <a:extLst>
              <a:ext uri="{FF2B5EF4-FFF2-40B4-BE49-F238E27FC236}">
                <a16:creationId xmlns:a16="http://schemas.microsoft.com/office/drawing/2014/main" id="{B6FABD11-CFB0-673E-42EF-4DD267B876C1}"/>
              </a:ext>
            </a:extLst>
          </p:cNvPr>
          <p:cNvPicPr>
            <a:picLocks noChangeAspect="1"/>
          </p:cNvPicPr>
          <p:nvPr/>
        </p:nvPicPr>
        <p:blipFill rotWithShape="1">
          <a:blip r:embed="rId2">
            <a:extLst>
              <a:ext uri="{28A0092B-C50C-407E-A947-70E740481C1C}">
                <a14:useLocalDpi xmlns:a14="http://schemas.microsoft.com/office/drawing/2010/main" val="0"/>
              </a:ext>
            </a:extLst>
          </a:blip>
          <a:srcRect t="5212" r="945" b="7765"/>
          <a:stretch>
            <a:fillRect/>
          </a:stretch>
        </p:blipFill>
        <p:spPr>
          <a:xfrm>
            <a:off x="0" y="1104899"/>
            <a:ext cx="12168577" cy="6806475"/>
          </a:xfrm>
          <a:prstGeom prst="rect">
            <a:avLst/>
          </a:prstGeom>
        </p:spPr>
      </p:pic>
      <p:sp>
        <p:nvSpPr>
          <p:cNvPr id="5" name="テキスト プレースホルダー 2">
            <a:extLst>
              <a:ext uri="{FF2B5EF4-FFF2-40B4-BE49-F238E27FC236}">
                <a16:creationId xmlns:a16="http://schemas.microsoft.com/office/drawing/2014/main" id="{9E35CBE9-558E-FFF2-7906-A0FFD88E89B7}"/>
              </a:ext>
            </a:extLst>
          </p:cNvPr>
          <p:cNvSpPr txBox="1">
            <a:spLocks/>
          </p:cNvSpPr>
          <p:nvPr/>
        </p:nvSpPr>
        <p:spPr>
          <a:xfrm>
            <a:off x="350158" y="2242210"/>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Arial" panose="020B0604020202020204" pitchFamily="34" charset="0"/>
              <a:ea typeface="Malgun Gothic" panose="020B0503020000020004" pitchFamily="34" charset="-127"/>
              <a:cs typeface="Arial" panose="020B0604020202020204" pitchFamily="34" charset="0"/>
            </a:endParaRPr>
          </a:p>
        </p:txBody>
      </p:sp>
      <p:cxnSp>
        <p:nvCxnSpPr>
          <p:cNvPr id="6" name="Straight Arrow Connector 5">
            <a:extLst>
              <a:ext uri="{FF2B5EF4-FFF2-40B4-BE49-F238E27FC236}">
                <a16:creationId xmlns:a16="http://schemas.microsoft.com/office/drawing/2014/main" id="{2AD2127E-4F53-2F4B-A63A-F4A81D4B09B1}"/>
              </a:ext>
            </a:extLst>
          </p:cNvPr>
          <p:cNvCxnSpPr/>
          <p:nvPr/>
        </p:nvCxnSpPr>
        <p:spPr>
          <a:xfrm>
            <a:off x="1194689" y="2014849"/>
            <a:ext cx="1226917"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658010A1-6BAC-89DE-73A6-2F3ADCC188F7}"/>
              </a:ext>
            </a:extLst>
          </p:cNvPr>
          <p:cNvSpPr txBox="1"/>
          <p:nvPr/>
        </p:nvSpPr>
        <p:spPr>
          <a:xfrm>
            <a:off x="768399" y="1546318"/>
            <a:ext cx="2079498"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4 </a:t>
            </a:r>
            <a:r>
              <a:rPr lang="en-PH" sz="2400" b="1" dirty="0" err="1">
                <a:latin typeface="Times New Roman" panose="02020603050405020304" pitchFamily="18" charset="0"/>
                <a:ea typeface="Malgun Gothic" panose="020B0503020000020004" pitchFamily="34" charset="-127"/>
                <a:cs typeface="Times New Roman" panose="02020603050405020304" pitchFamily="18" charset="0"/>
              </a:rPr>
              <a:t>ms</a:t>
            </a: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p:sp>
        <p:nvSpPr>
          <p:cNvPr id="10" name="TextBox 6">
            <a:extLst>
              <a:ext uri="{FF2B5EF4-FFF2-40B4-BE49-F238E27FC236}">
                <a16:creationId xmlns:a16="http://schemas.microsoft.com/office/drawing/2014/main" id="{B6A07F4A-B177-6830-D641-0B6F16E05C17}"/>
              </a:ext>
            </a:extLst>
          </p:cNvPr>
          <p:cNvSpPr txBox="1"/>
          <p:nvPr/>
        </p:nvSpPr>
        <p:spPr>
          <a:xfrm>
            <a:off x="9109278" y="1368518"/>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11" name="TextBox 7">
            <a:extLst>
              <a:ext uri="{FF2B5EF4-FFF2-40B4-BE49-F238E27FC236}">
                <a16:creationId xmlns:a16="http://schemas.microsoft.com/office/drawing/2014/main" id="{732FE768-EEDD-2C37-D346-B7E049415190}"/>
              </a:ext>
            </a:extLst>
          </p:cNvPr>
          <p:cNvSpPr txBox="1"/>
          <p:nvPr/>
        </p:nvSpPr>
        <p:spPr>
          <a:xfrm>
            <a:off x="9109278" y="2763412"/>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12" name="TextBox 8">
            <a:extLst>
              <a:ext uri="{FF2B5EF4-FFF2-40B4-BE49-F238E27FC236}">
                <a16:creationId xmlns:a16="http://schemas.microsoft.com/office/drawing/2014/main" id="{85452659-3169-AAAD-4EF2-3DEF997AF0DF}"/>
              </a:ext>
            </a:extLst>
          </p:cNvPr>
          <p:cNvSpPr txBox="1"/>
          <p:nvPr/>
        </p:nvSpPr>
        <p:spPr>
          <a:xfrm>
            <a:off x="9247498" y="3424324"/>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13" name="TextBox 9">
            <a:extLst>
              <a:ext uri="{FF2B5EF4-FFF2-40B4-BE49-F238E27FC236}">
                <a16:creationId xmlns:a16="http://schemas.microsoft.com/office/drawing/2014/main" id="{24810D09-3156-DE88-7D28-3E88FCD95255}"/>
              </a:ext>
            </a:extLst>
          </p:cNvPr>
          <p:cNvSpPr txBox="1"/>
          <p:nvPr/>
        </p:nvSpPr>
        <p:spPr>
          <a:xfrm>
            <a:off x="9369479" y="4767130"/>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14" name="TextBox 10">
            <a:extLst>
              <a:ext uri="{FF2B5EF4-FFF2-40B4-BE49-F238E27FC236}">
                <a16:creationId xmlns:a16="http://schemas.microsoft.com/office/drawing/2014/main" id="{DA0EF53D-6F55-05D9-AFAE-FF173B860242}"/>
              </a:ext>
            </a:extLst>
          </p:cNvPr>
          <p:cNvSpPr txBox="1"/>
          <p:nvPr/>
        </p:nvSpPr>
        <p:spPr>
          <a:xfrm>
            <a:off x="9391917" y="6469754"/>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Tree>
    <p:extLst>
      <p:ext uri="{BB962C8B-B14F-4D97-AF65-F5344CB8AC3E}">
        <p14:creationId xmlns:p14="http://schemas.microsoft.com/office/powerpoint/2010/main" val="4935014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117C5-02BF-E64D-A36E-B4497523E05C}"/>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EB9907D1-BC2B-9A68-6774-C205949923C7}"/>
              </a:ext>
            </a:extLst>
          </p:cNvPr>
          <p:cNvSpPr>
            <a:spLocks noGrp="1"/>
          </p:cNvSpPr>
          <p:nvPr>
            <p:ph idx="1"/>
          </p:nvPr>
        </p:nvSpPr>
        <p:spPr/>
        <p:txBody>
          <a:bodyPr/>
          <a:lstStyle/>
          <a:p>
            <a:endParaRPr lang="en-US"/>
          </a:p>
        </p:txBody>
      </p:sp>
      <p:pic>
        <p:nvPicPr>
          <p:cNvPr id="4" name="Picture 3" descr="A screen shot of a computer&#10;&#10;Description automatically generated">
            <a:extLst>
              <a:ext uri="{FF2B5EF4-FFF2-40B4-BE49-F238E27FC236}">
                <a16:creationId xmlns:a16="http://schemas.microsoft.com/office/drawing/2014/main" id="{370C6BB5-0E91-9FF4-6D59-3A4D5A281C5C}"/>
              </a:ext>
            </a:extLst>
          </p:cNvPr>
          <p:cNvPicPr>
            <a:picLocks noChangeAspect="1"/>
          </p:cNvPicPr>
          <p:nvPr/>
        </p:nvPicPr>
        <p:blipFill rotWithShape="1">
          <a:blip r:embed="rId2">
            <a:extLst>
              <a:ext uri="{28A0092B-C50C-407E-A947-70E740481C1C}">
                <a14:useLocalDpi xmlns:a14="http://schemas.microsoft.com/office/drawing/2010/main" val="0"/>
              </a:ext>
            </a:extLst>
          </a:blip>
          <a:srcRect t="5215" r="875" b="7461"/>
          <a:stretch>
            <a:fillRect/>
          </a:stretch>
        </p:blipFill>
        <p:spPr>
          <a:xfrm>
            <a:off x="0" y="1104899"/>
            <a:ext cx="12085320" cy="6806475"/>
          </a:xfrm>
          <a:prstGeom prst="rect">
            <a:avLst/>
          </a:prstGeom>
        </p:spPr>
      </p:pic>
      <p:sp>
        <p:nvSpPr>
          <p:cNvPr id="5" name="テキスト プレースホルダー 2">
            <a:extLst>
              <a:ext uri="{FF2B5EF4-FFF2-40B4-BE49-F238E27FC236}">
                <a16:creationId xmlns:a16="http://schemas.microsoft.com/office/drawing/2014/main" id="{278DC370-7402-8ACF-0566-70D143B83C59}"/>
              </a:ext>
            </a:extLst>
          </p:cNvPr>
          <p:cNvSpPr txBox="1">
            <a:spLocks/>
          </p:cNvSpPr>
          <p:nvPr/>
        </p:nvSpPr>
        <p:spPr>
          <a:xfrm>
            <a:off x="350158" y="2242209"/>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Arial" panose="020B0604020202020204" pitchFamily="34" charset="0"/>
              <a:ea typeface="Malgun Gothic" panose="020B0503020000020004" pitchFamily="34" charset="-127"/>
              <a:cs typeface="Arial" panose="020B0604020202020204" pitchFamily="34" charset="0"/>
            </a:endParaRPr>
          </a:p>
        </p:txBody>
      </p:sp>
      <p:cxnSp>
        <p:nvCxnSpPr>
          <p:cNvPr id="6" name="Straight Arrow Connector 5">
            <a:extLst>
              <a:ext uri="{FF2B5EF4-FFF2-40B4-BE49-F238E27FC236}">
                <a16:creationId xmlns:a16="http://schemas.microsoft.com/office/drawing/2014/main" id="{F5A0C58D-ACB8-CFAD-401E-6E4EB0FC80F3}"/>
              </a:ext>
            </a:extLst>
          </p:cNvPr>
          <p:cNvCxnSpPr>
            <a:cxnSpLocks/>
          </p:cNvCxnSpPr>
          <p:nvPr/>
        </p:nvCxnSpPr>
        <p:spPr>
          <a:xfrm>
            <a:off x="747132"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20B5370-0FDA-8104-DBB2-345028546AF2}"/>
                  </a:ext>
                </a:extLst>
              </p:cNvPr>
              <p:cNvSpPr txBox="1"/>
              <p:nvPr/>
            </p:nvSpPr>
            <p:spPr>
              <a:xfrm>
                <a:off x="296759" y="1562598"/>
                <a:ext cx="2079498"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620B5370-0FDA-8104-DBB2-345028546AF2}"/>
                  </a:ext>
                </a:extLst>
              </p:cNvPr>
              <p:cNvSpPr txBox="1">
                <a:spLocks noRot="1" noChangeAspect="1" noMove="1" noResize="1" noEditPoints="1" noAdjustHandles="1" noChangeArrowheads="1" noChangeShapeType="1" noTextEdit="1"/>
              </p:cNvSpPr>
              <p:nvPr/>
            </p:nvSpPr>
            <p:spPr>
              <a:xfrm>
                <a:off x="296759" y="1562598"/>
                <a:ext cx="2079498" cy="461665"/>
              </a:xfrm>
              <a:prstGeom prst="rect">
                <a:avLst/>
              </a:prstGeom>
              <a:blipFill>
                <a:blip r:embed="rId3"/>
                <a:stretch>
                  <a:fillRect t="-10526" b="-28947"/>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C5E32E0D-8838-9439-7C52-55277FB9629F}"/>
              </a:ext>
            </a:extLst>
          </p:cNvPr>
          <p:cNvCxnSpPr>
            <a:cxnSpLocks/>
          </p:cNvCxnSpPr>
          <p:nvPr/>
        </p:nvCxnSpPr>
        <p:spPr>
          <a:xfrm>
            <a:off x="797934" y="3455889"/>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003AEF7-9AC5-8263-851D-35024048C01F}"/>
                  </a:ext>
                </a:extLst>
              </p:cNvPr>
              <p:cNvSpPr txBox="1"/>
              <p:nvPr/>
            </p:nvSpPr>
            <p:spPr>
              <a:xfrm>
                <a:off x="833880" y="2695877"/>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xmlns="">
          <p:sp>
            <p:nvSpPr>
              <p:cNvPr id="9" name="TextBox 8">
                <a:extLst>
                  <a:ext uri="{FF2B5EF4-FFF2-40B4-BE49-F238E27FC236}">
                    <a16:creationId xmlns:a16="http://schemas.microsoft.com/office/drawing/2014/main" id="{B003AEF7-9AC5-8263-851D-35024048C01F}"/>
                  </a:ext>
                </a:extLst>
              </p:cNvPr>
              <p:cNvSpPr txBox="1">
                <a:spLocks noRot="1" noChangeAspect="1" noMove="1" noResize="1" noEditPoints="1" noAdjustHandles="1" noChangeArrowheads="1" noChangeShapeType="1" noTextEdit="1"/>
              </p:cNvSpPr>
              <p:nvPr/>
            </p:nvSpPr>
            <p:spPr>
              <a:xfrm>
                <a:off x="833880" y="2695877"/>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2DE5C391-612A-4B20-FDE8-CAE5F17697DE}"/>
              </a:ext>
            </a:extLst>
          </p:cNvPr>
          <p:cNvCxnSpPr>
            <a:cxnSpLocks/>
          </p:cNvCxnSpPr>
          <p:nvPr/>
        </p:nvCxnSpPr>
        <p:spPr>
          <a:xfrm>
            <a:off x="738504" y="6522369"/>
            <a:ext cx="0" cy="1358139"/>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10C5305-29DA-CFA8-EF1C-42B1EC92900C}"/>
              </a:ext>
            </a:extLst>
          </p:cNvPr>
          <p:cNvCxnSpPr>
            <a:cxnSpLocks/>
          </p:cNvCxnSpPr>
          <p:nvPr/>
        </p:nvCxnSpPr>
        <p:spPr>
          <a:xfrm flipH="1">
            <a:off x="3739305" y="6522369"/>
            <a:ext cx="4" cy="1389005"/>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0ADB566C-38AC-B932-15EB-2562D39C0EA3}"/>
              </a:ext>
            </a:extLst>
          </p:cNvPr>
          <p:cNvGrpSpPr/>
          <p:nvPr/>
        </p:nvGrpSpPr>
        <p:grpSpPr>
          <a:xfrm>
            <a:off x="2413837" y="7694441"/>
            <a:ext cx="2782648" cy="363485"/>
            <a:chOff x="3750989" y="6265974"/>
            <a:chExt cx="1441109" cy="363485"/>
          </a:xfrm>
        </p:grpSpPr>
        <p:sp>
          <p:nvSpPr>
            <p:cNvPr id="13" name="Rectangle: Rounded Corners 12">
              <a:extLst>
                <a:ext uri="{FF2B5EF4-FFF2-40B4-BE49-F238E27FC236}">
                  <a16:creationId xmlns:a16="http://schemas.microsoft.com/office/drawing/2014/main" id="{73529536-0C54-D0D3-2868-82E24E4613C2}"/>
                </a:ext>
              </a:extLst>
            </p:cNvPr>
            <p:cNvSpPr/>
            <p:nvPr/>
          </p:nvSpPr>
          <p:spPr>
            <a:xfrm>
              <a:off x="3872530" y="6265974"/>
              <a:ext cx="537087" cy="363485"/>
            </a:xfrm>
            <a:prstGeom prst="roundRect">
              <a:avLst/>
            </a:prstGeom>
            <a:solidFill>
              <a:srgbClr val="01D9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14" name="Straight Arrow Connector 13">
              <a:extLst>
                <a:ext uri="{FF2B5EF4-FFF2-40B4-BE49-F238E27FC236}">
                  <a16:creationId xmlns:a16="http://schemas.microsoft.com/office/drawing/2014/main" id="{2DE19BB0-0D29-0B83-1077-27D5F4A17559}"/>
                </a:ext>
              </a:extLst>
            </p:cNvPr>
            <p:cNvCxnSpPr>
              <a:cxnSpLocks/>
              <a:stCxn id="13" idx="1"/>
            </p:cNvCxnSpPr>
            <p:nvPr/>
          </p:nvCxnSpPr>
          <p:spPr>
            <a:xfrm flipH="1">
              <a:off x="3750989" y="6447717"/>
              <a:ext cx="121541" cy="0"/>
            </a:xfrm>
            <a:prstGeom prst="straightConnector1">
              <a:avLst/>
            </a:prstGeom>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1D226CE-BFEE-B956-E1A2-5C0E1262C907}"/>
                </a:ext>
              </a:extLst>
            </p:cNvPr>
            <p:cNvCxnSpPr>
              <a:cxnSpLocks/>
              <a:stCxn id="13" idx="3"/>
            </p:cNvCxnSpPr>
            <p:nvPr/>
          </p:nvCxnSpPr>
          <p:spPr>
            <a:xfrm>
              <a:off x="4409617" y="6447717"/>
              <a:ext cx="782481" cy="0"/>
            </a:xfrm>
            <a:prstGeom prst="straightConnector1">
              <a:avLst/>
            </a:prstGeom>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07FB1238-DACB-90B9-5F49-64D9A31D4508}"/>
              </a:ext>
            </a:extLst>
          </p:cNvPr>
          <p:cNvCxnSpPr>
            <a:cxnSpLocks/>
          </p:cNvCxnSpPr>
          <p:nvPr/>
        </p:nvCxnSpPr>
        <p:spPr>
          <a:xfrm>
            <a:off x="6767556" y="6530504"/>
            <a:ext cx="0" cy="138087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CA146D6D-4385-12A0-6ED3-0B9891177077}"/>
              </a:ext>
            </a:extLst>
          </p:cNvPr>
          <p:cNvCxnSpPr>
            <a:cxnSpLocks/>
          </p:cNvCxnSpPr>
          <p:nvPr/>
        </p:nvCxnSpPr>
        <p:spPr>
          <a:xfrm>
            <a:off x="755335" y="3455889"/>
            <a:ext cx="0" cy="264453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DEBC6B5-882B-6D91-9AED-17D71B6D3746}"/>
              </a:ext>
            </a:extLst>
          </p:cNvPr>
          <p:cNvCxnSpPr>
            <a:cxnSpLocks/>
          </p:cNvCxnSpPr>
          <p:nvPr/>
        </p:nvCxnSpPr>
        <p:spPr>
          <a:xfrm>
            <a:off x="3827405" y="5169816"/>
            <a:ext cx="0" cy="961473"/>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206291FA-4B85-524B-8AFB-91813997A467}"/>
              </a:ext>
            </a:extLst>
          </p:cNvPr>
          <p:cNvGrpSpPr/>
          <p:nvPr/>
        </p:nvGrpSpPr>
        <p:grpSpPr>
          <a:xfrm>
            <a:off x="747132" y="4984761"/>
            <a:ext cx="4178725" cy="363485"/>
            <a:chOff x="4028441" y="5945152"/>
            <a:chExt cx="1441109" cy="363485"/>
          </a:xfrm>
          <a:solidFill>
            <a:srgbClr val="2424B7"/>
          </a:solidFill>
        </p:grpSpPr>
        <p:sp>
          <p:nvSpPr>
            <p:cNvPr id="20" name="Rectangle: Rounded Corners 19">
              <a:extLst>
                <a:ext uri="{FF2B5EF4-FFF2-40B4-BE49-F238E27FC236}">
                  <a16:creationId xmlns:a16="http://schemas.microsoft.com/office/drawing/2014/main" id="{516FC2E6-474D-86FC-064B-8D2C2FAAC354}"/>
                </a:ext>
              </a:extLst>
            </p:cNvPr>
            <p:cNvSpPr/>
            <p:nvPr/>
          </p:nvSpPr>
          <p:spPr>
            <a:xfrm>
              <a:off x="4434955" y="5945152"/>
              <a:ext cx="367609" cy="363485"/>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S</a:t>
              </a:r>
              <a:r>
                <a:rPr lang="en-US" sz="2000" b="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sz="2000"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21" name="Straight Arrow Connector 20">
              <a:extLst>
                <a:ext uri="{FF2B5EF4-FFF2-40B4-BE49-F238E27FC236}">
                  <a16:creationId xmlns:a16="http://schemas.microsoft.com/office/drawing/2014/main" id="{A3429BC7-F261-B079-3B2A-0C7F33D677A1}"/>
                </a:ext>
              </a:extLst>
            </p:cNvPr>
            <p:cNvCxnSpPr>
              <a:cxnSpLocks/>
              <a:stCxn id="20" idx="1"/>
            </p:cNvCxnSpPr>
            <p:nvPr/>
          </p:nvCxnSpPr>
          <p:spPr>
            <a:xfrm flipH="1">
              <a:off x="4028441" y="6126895"/>
              <a:ext cx="406514" cy="0"/>
            </a:xfrm>
            <a:prstGeom prst="straightConnector1">
              <a:avLst/>
            </a:prstGeom>
            <a:grpFill/>
            <a:ln w="38100">
              <a:solidFill>
                <a:srgbClr val="2424B7"/>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04223D6-7899-D9A1-3FC1-09DD53A93F3C}"/>
                </a:ext>
              </a:extLst>
            </p:cNvPr>
            <p:cNvCxnSpPr>
              <a:cxnSpLocks/>
              <a:stCxn id="20" idx="3"/>
            </p:cNvCxnSpPr>
            <p:nvPr/>
          </p:nvCxnSpPr>
          <p:spPr>
            <a:xfrm>
              <a:off x="4802564" y="6126895"/>
              <a:ext cx="666986" cy="0"/>
            </a:xfrm>
            <a:prstGeom prst="straightConnector1">
              <a:avLst/>
            </a:prstGeom>
            <a:grpFill/>
            <a:ln w="38100">
              <a:solidFill>
                <a:srgbClr val="2424B7"/>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B3B70ECE-196A-9A45-23B0-6283E2BA5B8E}"/>
              </a:ext>
            </a:extLst>
          </p:cNvPr>
          <p:cNvCxnSpPr>
            <a:cxnSpLocks/>
          </p:cNvCxnSpPr>
          <p:nvPr/>
        </p:nvCxnSpPr>
        <p:spPr>
          <a:xfrm>
            <a:off x="3827405" y="3342208"/>
            <a:ext cx="0" cy="276658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D0F95BF7-AE37-BAA2-0A51-3B414A15BA48}"/>
              </a:ext>
            </a:extLst>
          </p:cNvPr>
          <p:cNvCxnSpPr>
            <a:cxnSpLocks/>
          </p:cNvCxnSpPr>
          <p:nvPr/>
        </p:nvCxnSpPr>
        <p:spPr>
          <a:xfrm>
            <a:off x="8011913" y="3813507"/>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5" name="Group 24">
            <a:extLst>
              <a:ext uri="{FF2B5EF4-FFF2-40B4-BE49-F238E27FC236}">
                <a16:creationId xmlns:a16="http://schemas.microsoft.com/office/drawing/2014/main" id="{6F335BB7-6336-0FE8-6072-470EF1966802}"/>
              </a:ext>
            </a:extLst>
          </p:cNvPr>
          <p:cNvGrpSpPr/>
          <p:nvPr/>
        </p:nvGrpSpPr>
        <p:grpSpPr>
          <a:xfrm>
            <a:off x="3839574" y="5215314"/>
            <a:ext cx="4107226" cy="363485"/>
            <a:chOff x="3126376" y="6824808"/>
            <a:chExt cx="1441110" cy="363485"/>
          </a:xfrm>
        </p:grpSpPr>
        <p:sp>
          <p:nvSpPr>
            <p:cNvPr id="26" name="Rectangle: Rounded Corners 25">
              <a:extLst>
                <a:ext uri="{FF2B5EF4-FFF2-40B4-BE49-F238E27FC236}">
                  <a16:creationId xmlns:a16="http://schemas.microsoft.com/office/drawing/2014/main" id="{73CEB61B-CF59-096F-F250-359B547EB970}"/>
                </a:ext>
              </a:extLst>
            </p:cNvPr>
            <p:cNvSpPr/>
            <p:nvPr/>
          </p:nvSpPr>
          <p:spPr>
            <a:xfrm>
              <a:off x="3551394" y="6824808"/>
              <a:ext cx="402331" cy="363485"/>
            </a:xfrm>
            <a:prstGeom prst="roundRect">
              <a:avLst/>
            </a:prstGeom>
            <a:solidFill>
              <a:srgbClr val="FD9116"/>
            </a:solidFill>
            <a:ln>
              <a:solidFill>
                <a:srgbClr val="FD911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S</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27" name="Straight Arrow Connector 26">
              <a:extLst>
                <a:ext uri="{FF2B5EF4-FFF2-40B4-BE49-F238E27FC236}">
                  <a16:creationId xmlns:a16="http://schemas.microsoft.com/office/drawing/2014/main" id="{6B5858F8-6FD8-4219-A936-EB92CC0341A7}"/>
                </a:ext>
              </a:extLst>
            </p:cNvPr>
            <p:cNvCxnSpPr>
              <a:cxnSpLocks/>
              <a:stCxn id="26" idx="1"/>
            </p:cNvCxnSpPr>
            <p:nvPr/>
          </p:nvCxnSpPr>
          <p:spPr>
            <a:xfrm flipH="1">
              <a:off x="3126376" y="7006551"/>
              <a:ext cx="425018" cy="0"/>
            </a:xfrm>
            <a:prstGeom prst="straightConnector1">
              <a:avLst/>
            </a:prstGeom>
            <a:solidFill>
              <a:srgbClr val="FD9116"/>
            </a:solidFill>
            <a:ln w="38100">
              <a:solidFill>
                <a:srgbClr val="FD9116"/>
              </a:solidFill>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4EB88A7A-E938-4F2A-FCA0-57695F88AEB9}"/>
                </a:ext>
              </a:extLst>
            </p:cNvPr>
            <p:cNvCxnSpPr>
              <a:cxnSpLocks/>
              <a:stCxn id="26" idx="3"/>
            </p:cNvCxnSpPr>
            <p:nvPr/>
          </p:nvCxnSpPr>
          <p:spPr>
            <a:xfrm>
              <a:off x="3953725" y="7006551"/>
              <a:ext cx="613761" cy="0"/>
            </a:xfrm>
            <a:prstGeom prst="straightConnector1">
              <a:avLst/>
            </a:prstGeom>
            <a:solidFill>
              <a:srgbClr val="FD9116"/>
            </a:solidFill>
            <a:ln w="38100">
              <a:solidFill>
                <a:srgbClr val="FD9116"/>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Straight Connector 28">
            <a:extLst>
              <a:ext uri="{FF2B5EF4-FFF2-40B4-BE49-F238E27FC236}">
                <a16:creationId xmlns:a16="http://schemas.microsoft.com/office/drawing/2014/main" id="{B4801A3D-83E7-8EF6-03D8-788EAC45F382}"/>
              </a:ext>
            </a:extLst>
          </p:cNvPr>
          <p:cNvCxnSpPr>
            <a:cxnSpLocks/>
          </p:cNvCxnSpPr>
          <p:nvPr/>
        </p:nvCxnSpPr>
        <p:spPr>
          <a:xfrm>
            <a:off x="4997954" y="5173270"/>
            <a:ext cx="0" cy="961473"/>
          </a:xfrm>
          <a:prstGeom prst="line">
            <a:avLst/>
          </a:prstGeom>
          <a:ln w="381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B8A054AD-A0E4-52D4-D6CF-302DE2BAA90D}"/>
              </a:ext>
            </a:extLst>
          </p:cNvPr>
          <p:cNvCxnSpPr>
            <a:cxnSpLocks/>
          </p:cNvCxnSpPr>
          <p:nvPr/>
        </p:nvCxnSpPr>
        <p:spPr>
          <a:xfrm>
            <a:off x="4997954" y="3813507"/>
            <a:ext cx="0" cy="2277291"/>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593C0F17-961F-3C30-024E-A3A7B7F9DEAC}"/>
              </a:ext>
            </a:extLst>
          </p:cNvPr>
          <p:cNvSpPr txBox="1"/>
          <p:nvPr/>
        </p:nvSpPr>
        <p:spPr>
          <a:xfrm>
            <a:off x="4504782" y="318945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2" name="Straight Arrow Connector 31">
            <a:extLst>
              <a:ext uri="{FF2B5EF4-FFF2-40B4-BE49-F238E27FC236}">
                <a16:creationId xmlns:a16="http://schemas.microsoft.com/office/drawing/2014/main" id="{472B3133-B672-AD2A-860A-13C7EF17A949}"/>
              </a:ext>
            </a:extLst>
          </p:cNvPr>
          <p:cNvCxnSpPr/>
          <p:nvPr/>
        </p:nvCxnSpPr>
        <p:spPr>
          <a:xfrm flipH="1">
            <a:off x="3869265"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EEA6665-9CDE-F78F-6201-AC0346F0ABBB}"/>
              </a:ext>
            </a:extLst>
          </p:cNvPr>
          <p:cNvSpPr txBox="1"/>
          <p:nvPr/>
        </p:nvSpPr>
        <p:spPr>
          <a:xfrm>
            <a:off x="1457256" y="3807281"/>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4" name="Straight Arrow Connector 33">
            <a:extLst>
              <a:ext uri="{FF2B5EF4-FFF2-40B4-BE49-F238E27FC236}">
                <a16:creationId xmlns:a16="http://schemas.microsoft.com/office/drawing/2014/main" id="{4A058328-7BC8-3767-5178-81186F23A29D}"/>
              </a:ext>
            </a:extLst>
          </p:cNvPr>
          <p:cNvCxnSpPr>
            <a:cxnSpLocks/>
          </p:cNvCxnSpPr>
          <p:nvPr/>
        </p:nvCxnSpPr>
        <p:spPr>
          <a:xfrm>
            <a:off x="6663273"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BFDB940-BFE2-2957-9317-60340663E267}"/>
              </a:ext>
            </a:extLst>
          </p:cNvPr>
          <p:cNvCxnSpPr/>
          <p:nvPr/>
        </p:nvCxnSpPr>
        <p:spPr>
          <a:xfrm flipH="1">
            <a:off x="821739"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F9754BA0-0D53-9531-50E5-B080C0EFE4BE}"/>
              </a:ext>
            </a:extLst>
          </p:cNvPr>
          <p:cNvCxnSpPr>
            <a:cxnSpLocks/>
          </p:cNvCxnSpPr>
          <p:nvPr/>
        </p:nvCxnSpPr>
        <p:spPr>
          <a:xfrm>
            <a:off x="3615747"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37" name="Group 36">
            <a:extLst>
              <a:ext uri="{FF2B5EF4-FFF2-40B4-BE49-F238E27FC236}">
                <a16:creationId xmlns:a16="http://schemas.microsoft.com/office/drawing/2014/main" id="{4A031666-50E9-A3B5-EAA6-27997F314EBE}"/>
              </a:ext>
            </a:extLst>
          </p:cNvPr>
          <p:cNvGrpSpPr/>
          <p:nvPr/>
        </p:nvGrpSpPr>
        <p:grpSpPr>
          <a:xfrm>
            <a:off x="755335" y="6325444"/>
            <a:ext cx="2982563" cy="363485"/>
            <a:chOff x="3750989" y="5274254"/>
            <a:chExt cx="1441109" cy="363485"/>
          </a:xfrm>
          <a:solidFill>
            <a:srgbClr val="D8469D"/>
          </a:solidFill>
        </p:grpSpPr>
        <p:sp>
          <p:nvSpPr>
            <p:cNvPr id="38" name="Rectangle: Rounded Corners 37">
              <a:extLst>
                <a:ext uri="{FF2B5EF4-FFF2-40B4-BE49-F238E27FC236}">
                  <a16:creationId xmlns:a16="http://schemas.microsoft.com/office/drawing/2014/main" id="{DA8159B4-E05A-70C2-F700-C631F3FAEB20}"/>
                </a:ext>
              </a:extLst>
            </p:cNvPr>
            <p:cNvSpPr/>
            <p:nvPr/>
          </p:nvSpPr>
          <p:spPr>
            <a:xfrm>
              <a:off x="4225107" y="5274254"/>
              <a:ext cx="501087" cy="363485"/>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39" name="Straight Arrow Connector 38">
              <a:extLst>
                <a:ext uri="{FF2B5EF4-FFF2-40B4-BE49-F238E27FC236}">
                  <a16:creationId xmlns:a16="http://schemas.microsoft.com/office/drawing/2014/main" id="{F701217E-85BB-126E-BD88-30772E82351E}"/>
                </a:ext>
              </a:extLst>
            </p:cNvPr>
            <p:cNvCxnSpPr>
              <a:cxnSpLocks/>
              <a:stCxn id="38" idx="1"/>
            </p:cNvCxnSpPr>
            <p:nvPr/>
          </p:nvCxnSpPr>
          <p:spPr>
            <a:xfrm flipH="1">
              <a:off x="3750989" y="5455997"/>
              <a:ext cx="474118"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411532C-E053-0A38-33DE-6DDBF49E053B}"/>
                </a:ext>
              </a:extLst>
            </p:cNvPr>
            <p:cNvCxnSpPr>
              <a:cxnSpLocks/>
              <a:stCxn id="38" idx="3"/>
            </p:cNvCxnSpPr>
            <p:nvPr/>
          </p:nvCxnSpPr>
          <p:spPr>
            <a:xfrm>
              <a:off x="4726194" y="5455997"/>
              <a:ext cx="465904"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grpSp>
      <p:cxnSp>
        <p:nvCxnSpPr>
          <p:cNvPr id="41" name="Straight Connector 40">
            <a:extLst>
              <a:ext uri="{FF2B5EF4-FFF2-40B4-BE49-F238E27FC236}">
                <a16:creationId xmlns:a16="http://schemas.microsoft.com/office/drawing/2014/main" id="{CAED0151-BC72-669F-9001-1BA22273960A}"/>
              </a:ext>
            </a:extLst>
          </p:cNvPr>
          <p:cNvCxnSpPr>
            <a:cxnSpLocks/>
          </p:cNvCxnSpPr>
          <p:nvPr/>
        </p:nvCxnSpPr>
        <p:spPr>
          <a:xfrm>
            <a:off x="2389570" y="7569921"/>
            <a:ext cx="0" cy="310587"/>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966CEB-82AA-A340-6BBD-2FAB06812B82}"/>
              </a:ext>
            </a:extLst>
          </p:cNvPr>
          <p:cNvCxnSpPr>
            <a:cxnSpLocks/>
          </p:cNvCxnSpPr>
          <p:nvPr/>
        </p:nvCxnSpPr>
        <p:spPr>
          <a:xfrm>
            <a:off x="5213771" y="7569921"/>
            <a:ext cx="0" cy="310587"/>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D64A627-A2D5-70C4-39F8-E4861D673236}"/>
              </a:ext>
            </a:extLst>
          </p:cNvPr>
          <p:cNvCxnSpPr>
            <a:cxnSpLocks/>
          </p:cNvCxnSpPr>
          <p:nvPr/>
        </p:nvCxnSpPr>
        <p:spPr>
          <a:xfrm>
            <a:off x="8452271" y="7569921"/>
            <a:ext cx="0" cy="310587"/>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44" name="Group 43">
            <a:extLst>
              <a:ext uri="{FF2B5EF4-FFF2-40B4-BE49-F238E27FC236}">
                <a16:creationId xmlns:a16="http://schemas.microsoft.com/office/drawing/2014/main" id="{C9154E47-E6F8-A314-CFDA-6EBDD2350BCB}"/>
              </a:ext>
            </a:extLst>
          </p:cNvPr>
          <p:cNvGrpSpPr/>
          <p:nvPr/>
        </p:nvGrpSpPr>
        <p:grpSpPr>
          <a:xfrm>
            <a:off x="5234886" y="7713906"/>
            <a:ext cx="3201447" cy="363485"/>
            <a:chOff x="3750989" y="6265974"/>
            <a:chExt cx="1441109" cy="363485"/>
          </a:xfrm>
          <a:solidFill>
            <a:srgbClr val="D8469D"/>
          </a:solidFill>
        </p:grpSpPr>
        <p:sp>
          <p:nvSpPr>
            <p:cNvPr id="45" name="Rectangle: Rounded Corners 44">
              <a:extLst>
                <a:ext uri="{FF2B5EF4-FFF2-40B4-BE49-F238E27FC236}">
                  <a16:creationId xmlns:a16="http://schemas.microsoft.com/office/drawing/2014/main" id="{5C4A1CAC-3699-D361-0D6D-A96A94676255}"/>
                </a:ext>
              </a:extLst>
            </p:cNvPr>
            <p:cNvSpPr/>
            <p:nvPr/>
          </p:nvSpPr>
          <p:spPr>
            <a:xfrm>
              <a:off x="3864206" y="6265974"/>
              <a:ext cx="507650" cy="363485"/>
            </a:xfrm>
            <a:prstGeom prst="roundRect">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46" name="Straight Arrow Connector 45">
              <a:extLst>
                <a:ext uri="{FF2B5EF4-FFF2-40B4-BE49-F238E27FC236}">
                  <a16:creationId xmlns:a16="http://schemas.microsoft.com/office/drawing/2014/main" id="{EE49B24E-902D-7567-A96A-0AEFD4991110}"/>
                </a:ext>
              </a:extLst>
            </p:cNvPr>
            <p:cNvCxnSpPr>
              <a:cxnSpLocks/>
              <a:stCxn id="45" idx="1"/>
            </p:cNvCxnSpPr>
            <p:nvPr/>
          </p:nvCxnSpPr>
          <p:spPr>
            <a:xfrm flipH="1">
              <a:off x="3750989" y="6447717"/>
              <a:ext cx="113217"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0FFA1632-8166-1700-B566-9AD084B3A9B6}"/>
                </a:ext>
              </a:extLst>
            </p:cNvPr>
            <p:cNvCxnSpPr>
              <a:cxnSpLocks/>
              <a:stCxn id="45" idx="3"/>
            </p:cNvCxnSpPr>
            <p:nvPr/>
          </p:nvCxnSpPr>
          <p:spPr>
            <a:xfrm>
              <a:off x="4371856" y="6447717"/>
              <a:ext cx="820242"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F0E7A2A8-309A-47BD-327F-A8A783B15871}"/>
              </a:ext>
            </a:extLst>
          </p:cNvPr>
          <p:cNvGrpSpPr/>
          <p:nvPr/>
        </p:nvGrpSpPr>
        <p:grpSpPr>
          <a:xfrm>
            <a:off x="3762151" y="6325444"/>
            <a:ext cx="2982563" cy="363485"/>
            <a:chOff x="3750989" y="5274254"/>
            <a:chExt cx="1441109" cy="363485"/>
          </a:xfrm>
          <a:solidFill>
            <a:srgbClr val="D8469D"/>
          </a:solidFill>
        </p:grpSpPr>
        <p:sp>
          <p:nvSpPr>
            <p:cNvPr id="49" name="Rectangle: Rounded Corners 48">
              <a:extLst>
                <a:ext uri="{FF2B5EF4-FFF2-40B4-BE49-F238E27FC236}">
                  <a16:creationId xmlns:a16="http://schemas.microsoft.com/office/drawing/2014/main" id="{619705B6-0269-448A-2376-3838FBBBA95D}"/>
                </a:ext>
              </a:extLst>
            </p:cNvPr>
            <p:cNvSpPr/>
            <p:nvPr/>
          </p:nvSpPr>
          <p:spPr>
            <a:xfrm>
              <a:off x="4225107" y="5274254"/>
              <a:ext cx="501087" cy="363485"/>
            </a:xfrm>
            <a:prstGeom prst="roundRect">
              <a:avLst/>
            </a:prstGeom>
            <a:solidFill>
              <a:srgbClr val="01D99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50" name="Straight Arrow Connector 49">
              <a:extLst>
                <a:ext uri="{FF2B5EF4-FFF2-40B4-BE49-F238E27FC236}">
                  <a16:creationId xmlns:a16="http://schemas.microsoft.com/office/drawing/2014/main" id="{A29F8130-7B99-1EE8-01FE-C5FE4B123CE5}"/>
                </a:ext>
              </a:extLst>
            </p:cNvPr>
            <p:cNvCxnSpPr>
              <a:cxnSpLocks/>
              <a:stCxn id="49" idx="1"/>
            </p:cNvCxnSpPr>
            <p:nvPr/>
          </p:nvCxnSpPr>
          <p:spPr>
            <a:xfrm flipH="1">
              <a:off x="3750989" y="5455997"/>
              <a:ext cx="474118"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0989A0CB-6FD5-CB96-A49F-3C11EAD558B6}"/>
                </a:ext>
              </a:extLst>
            </p:cNvPr>
            <p:cNvCxnSpPr>
              <a:cxnSpLocks/>
              <a:stCxn id="49" idx="3"/>
            </p:cNvCxnSpPr>
            <p:nvPr/>
          </p:nvCxnSpPr>
          <p:spPr>
            <a:xfrm>
              <a:off x="4726194" y="5455997"/>
              <a:ext cx="465904"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grpSp>
      <p:sp>
        <p:nvSpPr>
          <p:cNvPr id="52" name="TextBox 6">
            <a:extLst>
              <a:ext uri="{FF2B5EF4-FFF2-40B4-BE49-F238E27FC236}">
                <a16:creationId xmlns:a16="http://schemas.microsoft.com/office/drawing/2014/main" id="{ABC4CB49-5FF5-6610-3A78-75F8B0A2680E}"/>
              </a:ext>
            </a:extLst>
          </p:cNvPr>
          <p:cNvSpPr txBox="1"/>
          <p:nvPr/>
        </p:nvSpPr>
        <p:spPr>
          <a:xfrm>
            <a:off x="9109278" y="1368517"/>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3" name="TextBox 7">
            <a:extLst>
              <a:ext uri="{FF2B5EF4-FFF2-40B4-BE49-F238E27FC236}">
                <a16:creationId xmlns:a16="http://schemas.microsoft.com/office/drawing/2014/main" id="{3BDB0BB1-BE3E-5E58-1B15-F7B4C0907F8B}"/>
              </a:ext>
            </a:extLst>
          </p:cNvPr>
          <p:cNvSpPr txBox="1"/>
          <p:nvPr/>
        </p:nvSpPr>
        <p:spPr>
          <a:xfrm>
            <a:off x="9109278" y="2763411"/>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4" name="TextBox 8">
            <a:extLst>
              <a:ext uri="{FF2B5EF4-FFF2-40B4-BE49-F238E27FC236}">
                <a16:creationId xmlns:a16="http://schemas.microsoft.com/office/drawing/2014/main" id="{21531A9D-EFAD-854F-C113-286A55DF09C3}"/>
              </a:ext>
            </a:extLst>
          </p:cNvPr>
          <p:cNvSpPr txBox="1"/>
          <p:nvPr/>
        </p:nvSpPr>
        <p:spPr>
          <a:xfrm>
            <a:off x="9247498" y="3724123"/>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9">
            <a:extLst>
              <a:ext uri="{FF2B5EF4-FFF2-40B4-BE49-F238E27FC236}">
                <a16:creationId xmlns:a16="http://schemas.microsoft.com/office/drawing/2014/main" id="{49F835FF-C746-3C17-D54D-23AA613A077A}"/>
              </a:ext>
            </a:extLst>
          </p:cNvPr>
          <p:cNvSpPr txBox="1"/>
          <p:nvPr/>
        </p:nvSpPr>
        <p:spPr>
          <a:xfrm>
            <a:off x="9369479" y="5066929"/>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6" name="TextBox 10">
            <a:extLst>
              <a:ext uri="{FF2B5EF4-FFF2-40B4-BE49-F238E27FC236}">
                <a16:creationId xmlns:a16="http://schemas.microsoft.com/office/drawing/2014/main" id="{D1274190-828B-BFA7-B57A-55801D18CF1D}"/>
              </a:ext>
            </a:extLst>
          </p:cNvPr>
          <p:cNvSpPr txBox="1"/>
          <p:nvPr/>
        </p:nvSpPr>
        <p:spPr>
          <a:xfrm>
            <a:off x="9391917" y="6469753"/>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Tree>
    <p:extLst>
      <p:ext uri="{BB962C8B-B14F-4D97-AF65-F5344CB8AC3E}">
        <p14:creationId xmlns:p14="http://schemas.microsoft.com/office/powerpoint/2010/main" val="30383775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97C8321-C255-FB8A-625C-A68E1AFCCE0E}"/>
            </a:ext>
          </a:extLst>
        </p:cNvPr>
        <p:cNvGrpSpPr/>
        <p:nvPr/>
      </p:nvGrpSpPr>
      <p:grpSpPr>
        <a:xfrm>
          <a:off x="0" y="0"/>
          <a:ext cx="0" cy="0"/>
          <a:chOff x="0" y="0"/>
          <a:chExt cx="0" cy="0"/>
        </a:xfrm>
      </p:grpSpPr>
      <p:pic>
        <p:nvPicPr>
          <p:cNvPr id="60" name="Content Placeholder 59" descr="It appears that the provided text is a table or list of electrical measurements, including voltage (V) and current (A) across various components, such as C1, C5, and C8. The values are arranged in ascending order, with some negative values indicating a reverse direction or load.&#10;&#10;AI-generated content may be incorrect.">
            <a:extLst>
              <a:ext uri="{FF2B5EF4-FFF2-40B4-BE49-F238E27FC236}">
                <a16:creationId xmlns:a16="http://schemas.microsoft.com/office/drawing/2014/main" id="{85FB9A3D-5FC2-8305-8A16-020593B2E7E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1104899"/>
            <a:ext cx="12085320" cy="6806474"/>
          </a:xfrm>
          <a:prstGeom prst="rect">
            <a:avLst/>
          </a:prstGeom>
        </p:spPr>
      </p:pic>
      <p:sp>
        <p:nvSpPr>
          <p:cNvPr id="5" name="テキスト プレースホルダー 2">
            <a:extLst>
              <a:ext uri="{FF2B5EF4-FFF2-40B4-BE49-F238E27FC236}">
                <a16:creationId xmlns:a16="http://schemas.microsoft.com/office/drawing/2014/main" id="{4C68877B-4E34-63A6-084E-5F2321308EB9}"/>
              </a:ext>
            </a:extLst>
          </p:cNvPr>
          <p:cNvSpPr txBox="1">
            <a:spLocks/>
          </p:cNvSpPr>
          <p:nvPr/>
        </p:nvSpPr>
        <p:spPr>
          <a:xfrm>
            <a:off x="350158" y="2242209"/>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Arial" panose="020B0604020202020204" pitchFamily="34" charset="0"/>
              <a:ea typeface="Malgun Gothic" panose="020B0503020000020004" pitchFamily="34" charset="-127"/>
              <a:cs typeface="Arial" panose="020B0604020202020204" pitchFamily="34" charset="0"/>
            </a:endParaRPr>
          </a:p>
        </p:txBody>
      </p:sp>
      <p:cxnSp>
        <p:nvCxnSpPr>
          <p:cNvPr id="6" name="Straight Arrow Connector 5">
            <a:extLst>
              <a:ext uri="{FF2B5EF4-FFF2-40B4-BE49-F238E27FC236}">
                <a16:creationId xmlns:a16="http://schemas.microsoft.com/office/drawing/2014/main" id="{A7AC848F-CE3F-DB5C-32C9-35C016CC7E0C}"/>
              </a:ext>
            </a:extLst>
          </p:cNvPr>
          <p:cNvCxnSpPr>
            <a:cxnSpLocks/>
          </p:cNvCxnSpPr>
          <p:nvPr/>
        </p:nvCxnSpPr>
        <p:spPr>
          <a:xfrm>
            <a:off x="747132"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FD3180D-C282-D813-7CC5-D69B0242A042}"/>
                  </a:ext>
                </a:extLst>
              </p:cNvPr>
              <p:cNvSpPr txBox="1"/>
              <p:nvPr/>
            </p:nvSpPr>
            <p:spPr>
              <a:xfrm>
                <a:off x="578535" y="1605123"/>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7" name="TextBox 6">
                <a:extLst>
                  <a:ext uri="{FF2B5EF4-FFF2-40B4-BE49-F238E27FC236}">
                    <a16:creationId xmlns:a16="http://schemas.microsoft.com/office/drawing/2014/main" id="{4FD3180D-C282-D813-7CC5-D69B0242A042}"/>
                  </a:ext>
                </a:extLst>
              </p:cNvPr>
              <p:cNvSpPr txBox="1">
                <a:spLocks noRot="1" noChangeAspect="1" noMove="1" noResize="1" noEditPoints="1" noAdjustHandles="1" noChangeArrowheads="1" noChangeShapeType="1" noTextEdit="1"/>
              </p:cNvSpPr>
              <p:nvPr/>
            </p:nvSpPr>
            <p:spPr>
              <a:xfrm>
                <a:off x="578535" y="1605123"/>
                <a:ext cx="1572470" cy="461665"/>
              </a:xfrm>
              <a:prstGeom prst="rect">
                <a:avLst/>
              </a:prstGeom>
              <a:blipFill>
                <a:blip r:embed="rId3"/>
                <a:stretch>
                  <a:fillRect t="-10526" b="-28947"/>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8FC4DBCD-23F5-0E77-CECC-03BA04A66A03}"/>
              </a:ext>
            </a:extLst>
          </p:cNvPr>
          <p:cNvCxnSpPr>
            <a:cxnSpLocks/>
          </p:cNvCxnSpPr>
          <p:nvPr/>
        </p:nvCxnSpPr>
        <p:spPr>
          <a:xfrm>
            <a:off x="797934" y="3455889"/>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1C8538E-9E64-D080-40AA-63D38C3A1EDD}"/>
                  </a:ext>
                </a:extLst>
              </p:cNvPr>
              <p:cNvSpPr txBox="1"/>
              <p:nvPr/>
            </p:nvSpPr>
            <p:spPr>
              <a:xfrm>
                <a:off x="833880" y="2695877"/>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xmlns="">
          <p:sp>
            <p:nvSpPr>
              <p:cNvPr id="9" name="TextBox 8">
                <a:extLst>
                  <a:ext uri="{FF2B5EF4-FFF2-40B4-BE49-F238E27FC236}">
                    <a16:creationId xmlns:a16="http://schemas.microsoft.com/office/drawing/2014/main" id="{B003AEF7-9AC5-8263-851D-35024048C01F}"/>
                  </a:ext>
                </a:extLst>
              </p:cNvPr>
              <p:cNvSpPr txBox="1">
                <a:spLocks noRot="1" noChangeAspect="1" noMove="1" noResize="1" noEditPoints="1" noAdjustHandles="1" noChangeArrowheads="1" noChangeShapeType="1" noTextEdit="1"/>
              </p:cNvSpPr>
              <p:nvPr/>
            </p:nvSpPr>
            <p:spPr>
              <a:xfrm>
                <a:off x="833880" y="2695877"/>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BC535284-A2E2-11E1-B36B-9695F274D6B4}"/>
              </a:ext>
            </a:extLst>
          </p:cNvPr>
          <p:cNvCxnSpPr>
            <a:cxnSpLocks/>
          </p:cNvCxnSpPr>
          <p:nvPr/>
        </p:nvCxnSpPr>
        <p:spPr>
          <a:xfrm>
            <a:off x="738504" y="6522369"/>
            <a:ext cx="0" cy="1358139"/>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07828C8-B3A4-69FE-2091-4E45718FDDA5}"/>
              </a:ext>
            </a:extLst>
          </p:cNvPr>
          <p:cNvCxnSpPr>
            <a:cxnSpLocks/>
          </p:cNvCxnSpPr>
          <p:nvPr/>
        </p:nvCxnSpPr>
        <p:spPr>
          <a:xfrm>
            <a:off x="755335" y="3455889"/>
            <a:ext cx="0" cy="264453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25279ECC-F704-9AC3-E210-6EF06EFA0D2E}"/>
              </a:ext>
            </a:extLst>
          </p:cNvPr>
          <p:cNvCxnSpPr>
            <a:cxnSpLocks/>
          </p:cNvCxnSpPr>
          <p:nvPr/>
        </p:nvCxnSpPr>
        <p:spPr>
          <a:xfrm>
            <a:off x="3827405" y="3342208"/>
            <a:ext cx="0" cy="276658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17FCF9F-47E1-4E31-FFA2-F55AC52E27FB}"/>
              </a:ext>
            </a:extLst>
          </p:cNvPr>
          <p:cNvCxnSpPr>
            <a:cxnSpLocks/>
          </p:cNvCxnSpPr>
          <p:nvPr/>
        </p:nvCxnSpPr>
        <p:spPr>
          <a:xfrm>
            <a:off x="8011913" y="3813507"/>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850A8B6-5012-1D01-DEAD-5232EBF69A3F}"/>
              </a:ext>
            </a:extLst>
          </p:cNvPr>
          <p:cNvCxnSpPr>
            <a:cxnSpLocks/>
          </p:cNvCxnSpPr>
          <p:nvPr/>
        </p:nvCxnSpPr>
        <p:spPr>
          <a:xfrm>
            <a:off x="4997954" y="3813507"/>
            <a:ext cx="0" cy="2277291"/>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C46ACBD2-09CD-B390-FB04-5B1E15F32491}"/>
              </a:ext>
            </a:extLst>
          </p:cNvPr>
          <p:cNvSpPr txBox="1"/>
          <p:nvPr/>
        </p:nvSpPr>
        <p:spPr>
          <a:xfrm>
            <a:off x="4504782" y="318945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2" name="Straight Arrow Connector 31">
            <a:extLst>
              <a:ext uri="{FF2B5EF4-FFF2-40B4-BE49-F238E27FC236}">
                <a16:creationId xmlns:a16="http://schemas.microsoft.com/office/drawing/2014/main" id="{F7B7C8E5-0BF4-F80C-345C-ED03A14B94FF}"/>
              </a:ext>
            </a:extLst>
          </p:cNvPr>
          <p:cNvCxnSpPr/>
          <p:nvPr/>
        </p:nvCxnSpPr>
        <p:spPr>
          <a:xfrm flipH="1">
            <a:off x="3869265"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7EFCC6D8-9605-0D5B-5BB6-DC3CF0DB6D1E}"/>
              </a:ext>
            </a:extLst>
          </p:cNvPr>
          <p:cNvSpPr txBox="1"/>
          <p:nvPr/>
        </p:nvSpPr>
        <p:spPr>
          <a:xfrm>
            <a:off x="1457256" y="3807281"/>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4" name="Straight Arrow Connector 33">
            <a:extLst>
              <a:ext uri="{FF2B5EF4-FFF2-40B4-BE49-F238E27FC236}">
                <a16:creationId xmlns:a16="http://schemas.microsoft.com/office/drawing/2014/main" id="{474DCFD7-6A41-2712-1F7B-A6BF6BA2B14B}"/>
              </a:ext>
            </a:extLst>
          </p:cNvPr>
          <p:cNvCxnSpPr>
            <a:cxnSpLocks/>
          </p:cNvCxnSpPr>
          <p:nvPr/>
        </p:nvCxnSpPr>
        <p:spPr>
          <a:xfrm>
            <a:off x="6663273"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61595FF8-5703-C4F4-0AA6-3254FDEE938E}"/>
              </a:ext>
            </a:extLst>
          </p:cNvPr>
          <p:cNvCxnSpPr/>
          <p:nvPr/>
        </p:nvCxnSpPr>
        <p:spPr>
          <a:xfrm flipH="1">
            <a:off x="821739"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70CBA1C-2356-7BC8-E86A-3F02AFAFED59}"/>
              </a:ext>
            </a:extLst>
          </p:cNvPr>
          <p:cNvCxnSpPr>
            <a:cxnSpLocks/>
          </p:cNvCxnSpPr>
          <p:nvPr/>
        </p:nvCxnSpPr>
        <p:spPr>
          <a:xfrm>
            <a:off x="3615747"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6">
            <a:extLst>
              <a:ext uri="{FF2B5EF4-FFF2-40B4-BE49-F238E27FC236}">
                <a16:creationId xmlns:a16="http://schemas.microsoft.com/office/drawing/2014/main" id="{0325E7DE-3576-7BBD-AC0B-687871BAE333}"/>
              </a:ext>
            </a:extLst>
          </p:cNvPr>
          <p:cNvSpPr txBox="1"/>
          <p:nvPr/>
        </p:nvSpPr>
        <p:spPr>
          <a:xfrm>
            <a:off x="9109278" y="1368517"/>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3" name="TextBox 7">
            <a:extLst>
              <a:ext uri="{FF2B5EF4-FFF2-40B4-BE49-F238E27FC236}">
                <a16:creationId xmlns:a16="http://schemas.microsoft.com/office/drawing/2014/main" id="{B960FCE7-E9C4-8300-765F-E8C363FECDC1}"/>
              </a:ext>
            </a:extLst>
          </p:cNvPr>
          <p:cNvSpPr txBox="1"/>
          <p:nvPr/>
        </p:nvSpPr>
        <p:spPr>
          <a:xfrm>
            <a:off x="9109278" y="2763411"/>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4" name="TextBox 8">
            <a:extLst>
              <a:ext uri="{FF2B5EF4-FFF2-40B4-BE49-F238E27FC236}">
                <a16:creationId xmlns:a16="http://schemas.microsoft.com/office/drawing/2014/main" id="{3D618AA4-7269-A396-B301-90E74923769F}"/>
              </a:ext>
            </a:extLst>
          </p:cNvPr>
          <p:cNvSpPr txBox="1"/>
          <p:nvPr/>
        </p:nvSpPr>
        <p:spPr>
          <a:xfrm>
            <a:off x="9247498" y="3724123"/>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9">
            <a:extLst>
              <a:ext uri="{FF2B5EF4-FFF2-40B4-BE49-F238E27FC236}">
                <a16:creationId xmlns:a16="http://schemas.microsoft.com/office/drawing/2014/main" id="{1B932722-DE1C-D3FD-956F-D718BD602A3D}"/>
              </a:ext>
            </a:extLst>
          </p:cNvPr>
          <p:cNvSpPr txBox="1"/>
          <p:nvPr/>
        </p:nvSpPr>
        <p:spPr>
          <a:xfrm>
            <a:off x="9369479" y="5066929"/>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6" name="TextBox 10">
            <a:extLst>
              <a:ext uri="{FF2B5EF4-FFF2-40B4-BE49-F238E27FC236}">
                <a16:creationId xmlns:a16="http://schemas.microsoft.com/office/drawing/2014/main" id="{EC53944F-E00C-8694-4807-D4CE5271C3A4}"/>
              </a:ext>
            </a:extLst>
          </p:cNvPr>
          <p:cNvSpPr txBox="1"/>
          <p:nvPr/>
        </p:nvSpPr>
        <p:spPr>
          <a:xfrm>
            <a:off x="9391917" y="6469753"/>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Tree>
    <p:extLst>
      <p:ext uri="{BB962C8B-B14F-4D97-AF65-F5344CB8AC3E}">
        <p14:creationId xmlns:p14="http://schemas.microsoft.com/office/powerpoint/2010/main" val="3115423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29565C4-C3F2-03E9-A159-E16428ADD03B}"/>
            </a:ext>
          </a:extLst>
        </p:cNvPr>
        <p:cNvGrpSpPr/>
        <p:nvPr/>
      </p:nvGrpSpPr>
      <p:grpSpPr>
        <a:xfrm>
          <a:off x="0" y="0"/>
          <a:ext cx="0" cy="0"/>
          <a:chOff x="0" y="0"/>
          <a:chExt cx="0" cy="0"/>
        </a:xfrm>
      </p:grpSpPr>
      <p:pic>
        <p:nvPicPr>
          <p:cNvPr id="3" name="Picture 2" descr="The provided text appears to be a list of electrical measurements and values, possibly from a multimeter or oscilloscope display. It includes voltage readings (V), current readings (A), and possibly other units such as milliamperes (mA) and picofarads (pF). The data seems to be organized in a tabular format, with different labels such as C1, C2, C5, and C8, which could indicate different channels or components being tested.&#10;&#10;AI-generated content may be incorrect.">
            <a:extLst>
              <a:ext uri="{FF2B5EF4-FFF2-40B4-BE49-F238E27FC236}">
                <a16:creationId xmlns:a16="http://schemas.microsoft.com/office/drawing/2014/main" id="{3CE9F478-C16F-4A39-D3C6-9E626898B4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101032"/>
            <a:ext cx="12085320" cy="6806473"/>
          </a:xfrm>
          <a:prstGeom prst="rect">
            <a:avLst/>
          </a:prstGeom>
        </p:spPr>
      </p:pic>
      <p:sp>
        <p:nvSpPr>
          <p:cNvPr id="5" name="テキスト プレースホルダー 2">
            <a:extLst>
              <a:ext uri="{FF2B5EF4-FFF2-40B4-BE49-F238E27FC236}">
                <a16:creationId xmlns:a16="http://schemas.microsoft.com/office/drawing/2014/main" id="{A8797864-402A-7EE7-E40D-5535B56C819E}"/>
              </a:ext>
            </a:extLst>
          </p:cNvPr>
          <p:cNvSpPr txBox="1">
            <a:spLocks/>
          </p:cNvSpPr>
          <p:nvPr/>
        </p:nvSpPr>
        <p:spPr>
          <a:xfrm>
            <a:off x="350158" y="2242209"/>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Arial" panose="020B0604020202020204" pitchFamily="34" charset="0"/>
              <a:ea typeface="Malgun Gothic" panose="020B0503020000020004" pitchFamily="34" charset="-127"/>
              <a:cs typeface="Arial" panose="020B0604020202020204" pitchFamily="34" charset="0"/>
            </a:endParaRPr>
          </a:p>
        </p:txBody>
      </p:sp>
      <p:cxnSp>
        <p:nvCxnSpPr>
          <p:cNvPr id="6" name="Straight Arrow Connector 5">
            <a:extLst>
              <a:ext uri="{FF2B5EF4-FFF2-40B4-BE49-F238E27FC236}">
                <a16:creationId xmlns:a16="http://schemas.microsoft.com/office/drawing/2014/main" id="{728F9A60-ABE8-D822-0378-7CDC730D6080}"/>
              </a:ext>
            </a:extLst>
          </p:cNvPr>
          <p:cNvCxnSpPr>
            <a:cxnSpLocks/>
          </p:cNvCxnSpPr>
          <p:nvPr/>
        </p:nvCxnSpPr>
        <p:spPr>
          <a:xfrm>
            <a:off x="747132"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FE58045-ADB0-979F-6AF6-857429A0B271}"/>
                  </a:ext>
                </a:extLst>
              </p:cNvPr>
              <p:cNvSpPr txBox="1"/>
              <p:nvPr/>
            </p:nvSpPr>
            <p:spPr>
              <a:xfrm>
                <a:off x="578535" y="1605123"/>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p:sp>
            <p:nvSpPr>
              <p:cNvPr id="7" name="TextBox 6">
                <a:extLst>
                  <a:ext uri="{FF2B5EF4-FFF2-40B4-BE49-F238E27FC236}">
                    <a16:creationId xmlns:a16="http://schemas.microsoft.com/office/drawing/2014/main" id="{7FE58045-ADB0-979F-6AF6-857429A0B271}"/>
                  </a:ext>
                </a:extLst>
              </p:cNvPr>
              <p:cNvSpPr txBox="1">
                <a:spLocks noRot="1" noChangeAspect="1" noMove="1" noResize="1" noEditPoints="1" noAdjustHandles="1" noChangeArrowheads="1" noChangeShapeType="1" noTextEdit="1"/>
              </p:cNvSpPr>
              <p:nvPr/>
            </p:nvSpPr>
            <p:spPr>
              <a:xfrm>
                <a:off x="578535" y="1605123"/>
                <a:ext cx="1572470" cy="461665"/>
              </a:xfrm>
              <a:prstGeom prst="rect">
                <a:avLst/>
              </a:prstGeom>
              <a:blipFill>
                <a:blip r:embed="rId3"/>
                <a:stretch>
                  <a:fillRect t="-10526" b="-28947"/>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1CC8A244-B570-F9FE-829E-C5DBF157B840}"/>
              </a:ext>
            </a:extLst>
          </p:cNvPr>
          <p:cNvCxnSpPr>
            <a:cxnSpLocks/>
          </p:cNvCxnSpPr>
          <p:nvPr/>
        </p:nvCxnSpPr>
        <p:spPr>
          <a:xfrm>
            <a:off x="797934" y="3455889"/>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337A4090-BF1D-6AD8-3393-C43E118D64C1}"/>
                  </a:ext>
                </a:extLst>
              </p:cNvPr>
              <p:cNvSpPr txBox="1"/>
              <p:nvPr/>
            </p:nvSpPr>
            <p:spPr>
              <a:xfrm>
                <a:off x="833880" y="2695877"/>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p:sp>
            <p:nvSpPr>
              <p:cNvPr id="9" name="TextBox 8">
                <a:extLst>
                  <a:ext uri="{FF2B5EF4-FFF2-40B4-BE49-F238E27FC236}">
                    <a16:creationId xmlns:a16="http://schemas.microsoft.com/office/drawing/2014/main" id="{337A4090-BF1D-6AD8-3393-C43E118D64C1}"/>
                  </a:ext>
                </a:extLst>
              </p:cNvPr>
              <p:cNvSpPr txBox="1">
                <a:spLocks noRot="1" noChangeAspect="1" noMove="1" noResize="1" noEditPoints="1" noAdjustHandles="1" noChangeArrowheads="1" noChangeShapeType="1" noTextEdit="1"/>
              </p:cNvSpPr>
              <p:nvPr/>
            </p:nvSpPr>
            <p:spPr>
              <a:xfrm>
                <a:off x="833880" y="2695877"/>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C2697608-1827-EE06-518B-1E49DFA18330}"/>
              </a:ext>
            </a:extLst>
          </p:cNvPr>
          <p:cNvCxnSpPr>
            <a:cxnSpLocks/>
          </p:cNvCxnSpPr>
          <p:nvPr/>
        </p:nvCxnSpPr>
        <p:spPr>
          <a:xfrm>
            <a:off x="738504" y="6522369"/>
            <a:ext cx="0" cy="1358139"/>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11FE4F5F-C284-A46C-D75F-ED8C27BBA34C}"/>
              </a:ext>
            </a:extLst>
          </p:cNvPr>
          <p:cNvCxnSpPr>
            <a:cxnSpLocks/>
          </p:cNvCxnSpPr>
          <p:nvPr/>
        </p:nvCxnSpPr>
        <p:spPr>
          <a:xfrm>
            <a:off x="755335" y="3455889"/>
            <a:ext cx="0" cy="264453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FECCA9DE-4BD5-39CC-C352-A65990B7F786}"/>
              </a:ext>
            </a:extLst>
          </p:cNvPr>
          <p:cNvCxnSpPr>
            <a:cxnSpLocks/>
          </p:cNvCxnSpPr>
          <p:nvPr/>
        </p:nvCxnSpPr>
        <p:spPr>
          <a:xfrm>
            <a:off x="3827405" y="3342208"/>
            <a:ext cx="0" cy="2766584"/>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A38A0E6B-629C-2D6C-0E18-17B1F0FCEB13}"/>
              </a:ext>
            </a:extLst>
          </p:cNvPr>
          <p:cNvCxnSpPr>
            <a:cxnSpLocks/>
          </p:cNvCxnSpPr>
          <p:nvPr/>
        </p:nvCxnSpPr>
        <p:spPr>
          <a:xfrm>
            <a:off x="8011913" y="3813507"/>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EFB494C3-A54B-09B9-FE67-0DBDF6D8A9A3}"/>
              </a:ext>
            </a:extLst>
          </p:cNvPr>
          <p:cNvCxnSpPr>
            <a:cxnSpLocks/>
          </p:cNvCxnSpPr>
          <p:nvPr/>
        </p:nvCxnSpPr>
        <p:spPr>
          <a:xfrm>
            <a:off x="4997954" y="3813507"/>
            <a:ext cx="0" cy="2277291"/>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C63DD308-F7C7-4E54-702A-233DB243FD9B}"/>
              </a:ext>
            </a:extLst>
          </p:cNvPr>
          <p:cNvSpPr txBox="1"/>
          <p:nvPr/>
        </p:nvSpPr>
        <p:spPr>
          <a:xfrm>
            <a:off x="4504782" y="318945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2" name="Straight Arrow Connector 31">
            <a:extLst>
              <a:ext uri="{FF2B5EF4-FFF2-40B4-BE49-F238E27FC236}">
                <a16:creationId xmlns:a16="http://schemas.microsoft.com/office/drawing/2014/main" id="{6670678A-BB9A-65DD-4796-19DBD4D6C45C}"/>
              </a:ext>
            </a:extLst>
          </p:cNvPr>
          <p:cNvCxnSpPr/>
          <p:nvPr/>
        </p:nvCxnSpPr>
        <p:spPr>
          <a:xfrm flipH="1">
            <a:off x="3869265"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86B18078-2457-1A1F-CA81-1F1E73DA220E}"/>
              </a:ext>
            </a:extLst>
          </p:cNvPr>
          <p:cNvSpPr txBox="1"/>
          <p:nvPr/>
        </p:nvSpPr>
        <p:spPr>
          <a:xfrm>
            <a:off x="1457256" y="3807281"/>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4" name="Straight Arrow Connector 33">
            <a:extLst>
              <a:ext uri="{FF2B5EF4-FFF2-40B4-BE49-F238E27FC236}">
                <a16:creationId xmlns:a16="http://schemas.microsoft.com/office/drawing/2014/main" id="{DA43583B-D220-F5DB-9241-D31B5B505E8C}"/>
              </a:ext>
            </a:extLst>
          </p:cNvPr>
          <p:cNvCxnSpPr>
            <a:cxnSpLocks/>
          </p:cNvCxnSpPr>
          <p:nvPr/>
        </p:nvCxnSpPr>
        <p:spPr>
          <a:xfrm>
            <a:off x="6663273" y="3437387"/>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B1D2B4D-3772-6580-53B3-94E93E31CEFA}"/>
              </a:ext>
            </a:extLst>
          </p:cNvPr>
          <p:cNvCxnSpPr/>
          <p:nvPr/>
        </p:nvCxnSpPr>
        <p:spPr>
          <a:xfrm flipH="1">
            <a:off x="821739"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930C28B5-AA55-F051-9FDB-CE176DE274E1}"/>
              </a:ext>
            </a:extLst>
          </p:cNvPr>
          <p:cNvCxnSpPr>
            <a:cxnSpLocks/>
          </p:cNvCxnSpPr>
          <p:nvPr/>
        </p:nvCxnSpPr>
        <p:spPr>
          <a:xfrm>
            <a:off x="3615747" y="4061002"/>
            <a:ext cx="132926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2" name="TextBox 6">
            <a:extLst>
              <a:ext uri="{FF2B5EF4-FFF2-40B4-BE49-F238E27FC236}">
                <a16:creationId xmlns:a16="http://schemas.microsoft.com/office/drawing/2014/main" id="{F4358F1F-24AC-99AE-2769-33596AD3F3FB}"/>
              </a:ext>
            </a:extLst>
          </p:cNvPr>
          <p:cNvSpPr txBox="1"/>
          <p:nvPr/>
        </p:nvSpPr>
        <p:spPr>
          <a:xfrm>
            <a:off x="9109278" y="1368517"/>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3" name="TextBox 7">
            <a:extLst>
              <a:ext uri="{FF2B5EF4-FFF2-40B4-BE49-F238E27FC236}">
                <a16:creationId xmlns:a16="http://schemas.microsoft.com/office/drawing/2014/main" id="{98F5A13B-5043-D8FE-943B-0CA0C891AA5C}"/>
              </a:ext>
            </a:extLst>
          </p:cNvPr>
          <p:cNvSpPr txBox="1"/>
          <p:nvPr/>
        </p:nvSpPr>
        <p:spPr>
          <a:xfrm>
            <a:off x="9109278" y="2763411"/>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4" name="TextBox 8">
            <a:extLst>
              <a:ext uri="{FF2B5EF4-FFF2-40B4-BE49-F238E27FC236}">
                <a16:creationId xmlns:a16="http://schemas.microsoft.com/office/drawing/2014/main" id="{9BBB6F60-EE27-743B-EC53-198FB17FC497}"/>
              </a:ext>
            </a:extLst>
          </p:cNvPr>
          <p:cNvSpPr txBox="1"/>
          <p:nvPr/>
        </p:nvSpPr>
        <p:spPr>
          <a:xfrm>
            <a:off x="9247498" y="3724123"/>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9">
            <a:extLst>
              <a:ext uri="{FF2B5EF4-FFF2-40B4-BE49-F238E27FC236}">
                <a16:creationId xmlns:a16="http://schemas.microsoft.com/office/drawing/2014/main" id="{5F1478F3-BF85-6878-3913-95DBE68D3ACC}"/>
              </a:ext>
            </a:extLst>
          </p:cNvPr>
          <p:cNvSpPr txBox="1"/>
          <p:nvPr/>
        </p:nvSpPr>
        <p:spPr>
          <a:xfrm>
            <a:off x="9369479" y="5066929"/>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6" name="TextBox 10">
            <a:extLst>
              <a:ext uri="{FF2B5EF4-FFF2-40B4-BE49-F238E27FC236}">
                <a16:creationId xmlns:a16="http://schemas.microsoft.com/office/drawing/2014/main" id="{C87E9A89-C76E-D72E-E550-04D495610FC1}"/>
              </a:ext>
            </a:extLst>
          </p:cNvPr>
          <p:cNvSpPr txBox="1"/>
          <p:nvPr/>
        </p:nvSpPr>
        <p:spPr>
          <a:xfrm>
            <a:off x="9391917" y="6469753"/>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Tree>
    <p:extLst>
      <p:ext uri="{BB962C8B-B14F-4D97-AF65-F5344CB8AC3E}">
        <p14:creationId xmlns:p14="http://schemas.microsoft.com/office/powerpoint/2010/main" val="24546604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93A1F-5DF1-AC01-C96E-CD47413372C9}"/>
              </a:ext>
            </a:extLst>
          </p:cNvPr>
          <p:cNvSpPr>
            <a:spLocks noGrp="1"/>
          </p:cNvSpPr>
          <p:nvPr>
            <p:ph type="ctrTitle"/>
          </p:nvPr>
        </p:nvSpPr>
        <p:spPr/>
        <p:txBody>
          <a:bodyPr/>
          <a:lstStyle/>
          <a:p>
            <a:endParaRPr lang="en-US"/>
          </a:p>
        </p:txBody>
      </p:sp>
      <p:sp>
        <p:nvSpPr>
          <p:cNvPr id="3" name="Subtitle 2">
            <a:extLst>
              <a:ext uri="{FF2B5EF4-FFF2-40B4-BE49-F238E27FC236}">
                <a16:creationId xmlns:a16="http://schemas.microsoft.com/office/drawing/2014/main" id="{75D3887D-31C5-05A7-CFE6-6B02E26273D6}"/>
              </a:ext>
            </a:extLst>
          </p:cNvPr>
          <p:cNvSpPr>
            <a:spLocks noGrp="1"/>
          </p:cNvSpPr>
          <p:nvPr>
            <p:ph type="subTitle" idx="1"/>
          </p:nvPr>
        </p:nvSpPr>
        <p:spPr/>
        <p:txBody>
          <a:bodyPr/>
          <a:lstStyle/>
          <a:p>
            <a:endParaRPr lang="en-US"/>
          </a:p>
        </p:txBody>
      </p:sp>
      <p:pic>
        <p:nvPicPr>
          <p:cNvPr id="4" name="Picture 3">
            <a:extLst>
              <a:ext uri="{FF2B5EF4-FFF2-40B4-BE49-F238E27FC236}">
                <a16:creationId xmlns:a16="http://schemas.microsoft.com/office/drawing/2014/main" id="{DBD25D68-8F8E-674A-3449-630D4A98390C}"/>
              </a:ext>
            </a:extLst>
          </p:cNvPr>
          <p:cNvPicPr>
            <a:picLocks noChangeAspect="1"/>
          </p:cNvPicPr>
          <p:nvPr/>
        </p:nvPicPr>
        <p:blipFill rotWithShape="1">
          <a:blip r:embed="rId2"/>
          <a:srcRect t="7766" r="945" b="7928"/>
          <a:stretch/>
        </p:blipFill>
        <p:spPr>
          <a:xfrm>
            <a:off x="1" y="962819"/>
            <a:ext cx="12168577" cy="6858000"/>
          </a:xfrm>
          <a:prstGeom prst="rect">
            <a:avLst/>
          </a:prstGeom>
        </p:spPr>
      </p:pic>
      <p:sp>
        <p:nvSpPr>
          <p:cNvPr id="5" name="テキスト プレースホルダー 2">
            <a:extLst>
              <a:ext uri="{FF2B5EF4-FFF2-40B4-BE49-F238E27FC236}">
                <a16:creationId xmlns:a16="http://schemas.microsoft.com/office/drawing/2014/main" id="{B13B6EDB-17A2-C4C0-C088-7796A8EE5038}"/>
              </a:ext>
            </a:extLst>
          </p:cNvPr>
          <p:cNvSpPr txBox="1">
            <a:spLocks/>
          </p:cNvSpPr>
          <p:nvPr/>
        </p:nvSpPr>
        <p:spPr>
          <a:xfrm>
            <a:off x="350158" y="2151655"/>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8" name="Straight Arrow Connector 7">
            <a:extLst>
              <a:ext uri="{FF2B5EF4-FFF2-40B4-BE49-F238E27FC236}">
                <a16:creationId xmlns:a16="http://schemas.microsoft.com/office/drawing/2014/main" id="{A3925886-7240-9611-819D-6BF64B49FC29}"/>
              </a:ext>
            </a:extLst>
          </p:cNvPr>
          <p:cNvCxnSpPr>
            <a:cxnSpLocks/>
          </p:cNvCxnSpPr>
          <p:nvPr/>
        </p:nvCxnSpPr>
        <p:spPr>
          <a:xfrm>
            <a:off x="770512" y="3365334"/>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58C1D1A-7868-95FD-FCD9-3FA24010AE08}"/>
                  </a:ext>
                </a:extLst>
              </p:cNvPr>
              <p:cNvSpPr txBox="1"/>
              <p:nvPr/>
            </p:nvSpPr>
            <p:spPr>
              <a:xfrm>
                <a:off x="806458" y="2605323"/>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PH" sz="2400" b="1">
                        <a:latin typeface="Cambria Math" panose="02040503050406030204" pitchFamily="18" charset="0"/>
                        <a:ea typeface="Malgun Gothic" panose="020B0503020000020004" pitchFamily="34" charset="-127"/>
                        <a:cs typeface="Times New Roman" panose="02020603050405020304" pitchFamily="18" charset="0"/>
                      </a:rPr>
                      <m:t> </m:t>
                    </m:r>
                    <m:r>
                      <a:rPr lang="en-US" sz="2400" b="1" i="1">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xmlns="">
          <p:sp>
            <p:nvSpPr>
              <p:cNvPr id="9" name="TextBox 8">
                <a:extLst>
                  <a:ext uri="{FF2B5EF4-FFF2-40B4-BE49-F238E27FC236}">
                    <a16:creationId xmlns:a16="http://schemas.microsoft.com/office/drawing/2014/main" id="{C58C1D1A-7868-95FD-FCD9-3FA24010AE08}"/>
                  </a:ext>
                </a:extLst>
              </p:cNvPr>
              <p:cNvSpPr txBox="1">
                <a:spLocks noRot="1" noChangeAspect="1" noMove="1" noResize="1" noEditPoints="1" noAdjustHandles="1" noChangeArrowheads="1" noChangeShapeType="1" noTextEdit="1"/>
              </p:cNvSpPr>
              <p:nvPr/>
            </p:nvSpPr>
            <p:spPr>
              <a:xfrm>
                <a:off x="806458" y="2605323"/>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9D3F38BC-20B7-9D37-03D4-8A885F5491FC}"/>
              </a:ext>
            </a:extLst>
          </p:cNvPr>
          <p:cNvCxnSpPr>
            <a:cxnSpLocks/>
          </p:cNvCxnSpPr>
          <p:nvPr/>
        </p:nvCxnSpPr>
        <p:spPr>
          <a:xfrm>
            <a:off x="721974" y="6431815"/>
            <a:ext cx="0" cy="1358139"/>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A998C1D-0EF4-00E7-32DB-3C1985976B15}"/>
              </a:ext>
            </a:extLst>
          </p:cNvPr>
          <p:cNvCxnSpPr>
            <a:cxnSpLocks/>
          </p:cNvCxnSpPr>
          <p:nvPr/>
        </p:nvCxnSpPr>
        <p:spPr>
          <a:xfrm flipH="1">
            <a:off x="3759944" y="6431815"/>
            <a:ext cx="4" cy="1389005"/>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2" name="Group 11">
            <a:extLst>
              <a:ext uri="{FF2B5EF4-FFF2-40B4-BE49-F238E27FC236}">
                <a16:creationId xmlns:a16="http://schemas.microsoft.com/office/drawing/2014/main" id="{E455BD66-9E3D-0C66-6D8D-43A0A650A03A}"/>
              </a:ext>
            </a:extLst>
          </p:cNvPr>
          <p:cNvGrpSpPr/>
          <p:nvPr/>
        </p:nvGrpSpPr>
        <p:grpSpPr>
          <a:xfrm>
            <a:off x="3312025" y="7637033"/>
            <a:ext cx="3464967" cy="363485"/>
            <a:chOff x="3191887" y="6265974"/>
            <a:chExt cx="2009917" cy="363485"/>
          </a:xfrm>
          <a:solidFill>
            <a:srgbClr val="D8469D"/>
          </a:solidFill>
        </p:grpSpPr>
        <p:sp>
          <p:nvSpPr>
            <p:cNvPr id="13" name="Rectangle: Rounded Corners 12">
              <a:extLst>
                <a:ext uri="{FF2B5EF4-FFF2-40B4-BE49-F238E27FC236}">
                  <a16:creationId xmlns:a16="http://schemas.microsoft.com/office/drawing/2014/main" id="{3692F725-9A06-84EE-BE24-45E9DA1ECDD3}"/>
                </a:ext>
              </a:extLst>
            </p:cNvPr>
            <p:cNvSpPr/>
            <p:nvPr/>
          </p:nvSpPr>
          <p:spPr>
            <a:xfrm>
              <a:off x="3872530" y="6265974"/>
              <a:ext cx="710152" cy="363485"/>
            </a:xfrm>
            <a:prstGeom prst="roundRect">
              <a:avLst/>
            </a:prstGeom>
            <a:grpFill/>
            <a:ln>
              <a:solidFill>
                <a:srgbClr val="D8469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14" name="Straight Arrow Connector 13">
              <a:extLst>
                <a:ext uri="{FF2B5EF4-FFF2-40B4-BE49-F238E27FC236}">
                  <a16:creationId xmlns:a16="http://schemas.microsoft.com/office/drawing/2014/main" id="{823A9875-3BE3-965E-FE1A-70DB992075BE}"/>
                </a:ext>
              </a:extLst>
            </p:cNvPr>
            <p:cNvCxnSpPr>
              <a:cxnSpLocks/>
              <a:stCxn id="13" idx="1"/>
            </p:cNvCxnSpPr>
            <p:nvPr/>
          </p:nvCxnSpPr>
          <p:spPr>
            <a:xfrm flipH="1">
              <a:off x="3191887" y="6447717"/>
              <a:ext cx="680643"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96C7071-F97E-3D3C-DA74-B6D72BD8728F}"/>
                </a:ext>
              </a:extLst>
            </p:cNvPr>
            <p:cNvCxnSpPr>
              <a:cxnSpLocks/>
              <a:stCxn id="13" idx="3"/>
            </p:cNvCxnSpPr>
            <p:nvPr/>
          </p:nvCxnSpPr>
          <p:spPr>
            <a:xfrm>
              <a:off x="4582682" y="6447717"/>
              <a:ext cx="619122"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grpSp>
      <p:cxnSp>
        <p:nvCxnSpPr>
          <p:cNvPr id="16" name="Straight Connector 15">
            <a:extLst>
              <a:ext uri="{FF2B5EF4-FFF2-40B4-BE49-F238E27FC236}">
                <a16:creationId xmlns:a16="http://schemas.microsoft.com/office/drawing/2014/main" id="{8D978B5E-E08C-58DC-B564-5E1BA00E02F0}"/>
              </a:ext>
            </a:extLst>
          </p:cNvPr>
          <p:cNvCxnSpPr>
            <a:cxnSpLocks/>
          </p:cNvCxnSpPr>
          <p:nvPr/>
        </p:nvCxnSpPr>
        <p:spPr>
          <a:xfrm>
            <a:off x="6798264" y="6439949"/>
            <a:ext cx="0" cy="138087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F80DB71-AF8D-989E-E8F7-D12CD8AD0B3F}"/>
              </a:ext>
            </a:extLst>
          </p:cNvPr>
          <p:cNvCxnSpPr>
            <a:cxnSpLocks/>
          </p:cNvCxnSpPr>
          <p:nvPr/>
        </p:nvCxnSpPr>
        <p:spPr>
          <a:xfrm>
            <a:off x="721974"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4A03A9DB-7992-B7B3-611F-F12C0AEE24DB}"/>
              </a:ext>
            </a:extLst>
          </p:cNvPr>
          <p:cNvCxnSpPr>
            <a:cxnSpLocks/>
          </p:cNvCxnSpPr>
          <p:nvPr/>
        </p:nvCxnSpPr>
        <p:spPr>
          <a:xfrm>
            <a:off x="3761276"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19" name="Group 18">
            <a:extLst>
              <a:ext uri="{FF2B5EF4-FFF2-40B4-BE49-F238E27FC236}">
                <a16:creationId xmlns:a16="http://schemas.microsoft.com/office/drawing/2014/main" id="{3FA4C6EF-39B8-9EB0-9949-0AA8F9AE46FC}"/>
              </a:ext>
            </a:extLst>
          </p:cNvPr>
          <p:cNvGrpSpPr/>
          <p:nvPr/>
        </p:nvGrpSpPr>
        <p:grpSpPr>
          <a:xfrm>
            <a:off x="752456" y="4894207"/>
            <a:ext cx="2966765" cy="363485"/>
            <a:chOff x="4028441" y="5945152"/>
            <a:chExt cx="1441109" cy="363485"/>
          </a:xfrm>
          <a:solidFill>
            <a:srgbClr val="2424B7"/>
          </a:solidFill>
        </p:grpSpPr>
        <p:sp>
          <p:nvSpPr>
            <p:cNvPr id="20" name="Rectangle: Rounded Corners 19">
              <a:extLst>
                <a:ext uri="{FF2B5EF4-FFF2-40B4-BE49-F238E27FC236}">
                  <a16:creationId xmlns:a16="http://schemas.microsoft.com/office/drawing/2014/main" id="{1958EFF3-E4C3-C0E5-20EF-61EBFB37E95E}"/>
                </a:ext>
              </a:extLst>
            </p:cNvPr>
            <p:cNvSpPr/>
            <p:nvPr/>
          </p:nvSpPr>
          <p:spPr>
            <a:xfrm>
              <a:off x="4458794" y="5945152"/>
              <a:ext cx="565923" cy="363485"/>
            </a:xfrm>
            <a:prstGeom prst="roundRect">
              <a:avLst/>
            </a:prstGeom>
            <a:solidFill>
              <a:srgbClr val="FD91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S</a:t>
              </a:r>
              <a:r>
                <a:rPr lang="en-US"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21" name="Straight Arrow Connector 20">
              <a:extLst>
                <a:ext uri="{FF2B5EF4-FFF2-40B4-BE49-F238E27FC236}">
                  <a16:creationId xmlns:a16="http://schemas.microsoft.com/office/drawing/2014/main" id="{C22381BC-2F9F-6804-7445-AC3C940EB32A}"/>
                </a:ext>
              </a:extLst>
            </p:cNvPr>
            <p:cNvCxnSpPr>
              <a:cxnSpLocks/>
              <a:stCxn id="20" idx="1"/>
            </p:cNvCxnSpPr>
            <p:nvPr/>
          </p:nvCxnSpPr>
          <p:spPr>
            <a:xfrm flipH="1">
              <a:off x="4028441" y="6126895"/>
              <a:ext cx="430353" cy="0"/>
            </a:xfrm>
            <a:prstGeom prst="straightConnector1">
              <a:avLst/>
            </a:prstGeom>
            <a:solidFill>
              <a:srgbClr val="FD9116"/>
            </a:solidFill>
            <a:ln w="38100">
              <a:solidFill>
                <a:srgbClr val="FD9116"/>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9A6B0324-12E0-EDBE-087C-4416BE8BAAF6}"/>
                </a:ext>
              </a:extLst>
            </p:cNvPr>
            <p:cNvCxnSpPr>
              <a:cxnSpLocks/>
              <a:stCxn id="20" idx="3"/>
            </p:cNvCxnSpPr>
            <p:nvPr/>
          </p:nvCxnSpPr>
          <p:spPr>
            <a:xfrm>
              <a:off x="5024717" y="6126895"/>
              <a:ext cx="444833" cy="0"/>
            </a:xfrm>
            <a:prstGeom prst="straightConnector1">
              <a:avLst/>
            </a:prstGeom>
            <a:solidFill>
              <a:srgbClr val="FD9116"/>
            </a:solidFill>
            <a:ln w="38100">
              <a:solidFill>
                <a:srgbClr val="FD9116"/>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3" name="Straight Connector 22">
            <a:extLst>
              <a:ext uri="{FF2B5EF4-FFF2-40B4-BE49-F238E27FC236}">
                <a16:creationId xmlns:a16="http://schemas.microsoft.com/office/drawing/2014/main" id="{81561F8A-D94B-5032-C314-E624C762E224}"/>
              </a:ext>
            </a:extLst>
          </p:cNvPr>
          <p:cNvCxnSpPr>
            <a:cxnSpLocks/>
          </p:cNvCxnSpPr>
          <p:nvPr/>
        </p:nvCxnSpPr>
        <p:spPr>
          <a:xfrm>
            <a:off x="7063450" y="3363555"/>
            <a:ext cx="0" cy="26641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8A84A924-8B49-27E1-3F5B-2747C49F2998}"/>
              </a:ext>
            </a:extLst>
          </p:cNvPr>
          <p:cNvGrpSpPr/>
          <p:nvPr/>
        </p:nvGrpSpPr>
        <p:grpSpPr>
          <a:xfrm>
            <a:off x="790575" y="3647283"/>
            <a:ext cx="3239161" cy="461665"/>
            <a:chOff x="3114890" y="2684463"/>
            <a:chExt cx="4123274" cy="461665"/>
          </a:xfrm>
        </p:grpSpPr>
        <p:sp>
          <p:nvSpPr>
            <p:cNvPr id="25" name="TextBox 24">
              <a:extLst>
                <a:ext uri="{FF2B5EF4-FFF2-40B4-BE49-F238E27FC236}">
                  <a16:creationId xmlns:a16="http://schemas.microsoft.com/office/drawing/2014/main" id="{AECDB682-0D60-C642-FAA3-CC9BFACE2D15}"/>
                </a:ext>
              </a:extLst>
            </p:cNvPr>
            <p:cNvSpPr txBox="1"/>
            <p:nvPr/>
          </p:nvSpPr>
          <p:spPr>
            <a:xfrm>
              <a:off x="3750407" y="268446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26" name="Straight Arrow Connector 25">
              <a:extLst>
                <a:ext uri="{FF2B5EF4-FFF2-40B4-BE49-F238E27FC236}">
                  <a16:creationId xmlns:a16="http://schemas.microsoft.com/office/drawing/2014/main" id="{BD70061E-DF4E-1F90-489A-419CC0BBA66D}"/>
                </a:ext>
              </a:extLst>
            </p:cNvPr>
            <p:cNvCxnSpPr>
              <a:cxnSpLocks/>
            </p:cNvCxnSpPr>
            <p:nvPr/>
          </p:nvCxnSpPr>
          <p:spPr>
            <a:xfrm flipH="1">
              <a:off x="3114890" y="3007628"/>
              <a:ext cx="10792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B8AF508-D145-C05F-D6DD-D8F65E686BEE}"/>
                </a:ext>
              </a:extLst>
            </p:cNvPr>
            <p:cNvCxnSpPr>
              <a:cxnSpLocks/>
            </p:cNvCxnSpPr>
            <p:nvPr/>
          </p:nvCxnSpPr>
          <p:spPr>
            <a:xfrm>
              <a:off x="6175100" y="3007628"/>
              <a:ext cx="106306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Connector 27">
            <a:extLst>
              <a:ext uri="{FF2B5EF4-FFF2-40B4-BE49-F238E27FC236}">
                <a16:creationId xmlns:a16="http://schemas.microsoft.com/office/drawing/2014/main" id="{D9DB06E8-B08F-761B-3CEA-18FC01863E15}"/>
              </a:ext>
            </a:extLst>
          </p:cNvPr>
          <p:cNvCxnSpPr>
            <a:cxnSpLocks/>
          </p:cNvCxnSpPr>
          <p:nvPr/>
        </p:nvCxnSpPr>
        <p:spPr>
          <a:xfrm>
            <a:off x="4078779" y="3722953"/>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9BFD6F1A-9527-37EE-070E-014C720C4E34}"/>
              </a:ext>
            </a:extLst>
          </p:cNvPr>
          <p:cNvGrpSpPr/>
          <p:nvPr/>
        </p:nvGrpSpPr>
        <p:grpSpPr>
          <a:xfrm>
            <a:off x="3794166" y="3040391"/>
            <a:ext cx="3242386" cy="461665"/>
            <a:chOff x="6162416" y="2431239"/>
            <a:chExt cx="4123274" cy="461665"/>
          </a:xfrm>
        </p:grpSpPr>
        <p:sp>
          <p:nvSpPr>
            <p:cNvPr id="30" name="TextBox 29">
              <a:extLst>
                <a:ext uri="{FF2B5EF4-FFF2-40B4-BE49-F238E27FC236}">
                  <a16:creationId xmlns:a16="http://schemas.microsoft.com/office/drawing/2014/main" id="{05BADE7F-0E7D-C6AD-A3F6-9EF8F5ED272A}"/>
                </a:ext>
              </a:extLst>
            </p:cNvPr>
            <p:cNvSpPr txBox="1"/>
            <p:nvPr/>
          </p:nvSpPr>
          <p:spPr>
            <a:xfrm>
              <a:off x="6797932" y="2431239"/>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1" name="Straight Arrow Connector 30">
              <a:extLst>
                <a:ext uri="{FF2B5EF4-FFF2-40B4-BE49-F238E27FC236}">
                  <a16:creationId xmlns:a16="http://schemas.microsoft.com/office/drawing/2014/main" id="{E830937C-52CE-4116-F108-CC5AEF6491F0}"/>
                </a:ext>
              </a:extLst>
            </p:cNvPr>
            <p:cNvCxnSpPr>
              <a:cxnSpLocks/>
            </p:cNvCxnSpPr>
            <p:nvPr/>
          </p:nvCxnSpPr>
          <p:spPr>
            <a:xfrm flipH="1">
              <a:off x="6162416" y="2754404"/>
              <a:ext cx="118050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86EF215-F908-9047-22F8-8D1BB6A94214}"/>
                </a:ext>
              </a:extLst>
            </p:cNvPr>
            <p:cNvCxnSpPr>
              <a:cxnSpLocks/>
            </p:cNvCxnSpPr>
            <p:nvPr/>
          </p:nvCxnSpPr>
          <p:spPr>
            <a:xfrm>
              <a:off x="9241709" y="2754404"/>
              <a:ext cx="104398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3" name="Group 32">
            <a:extLst>
              <a:ext uri="{FF2B5EF4-FFF2-40B4-BE49-F238E27FC236}">
                <a16:creationId xmlns:a16="http://schemas.microsoft.com/office/drawing/2014/main" id="{DE6091E4-6F00-417A-440D-8080BBE5EB55}"/>
              </a:ext>
            </a:extLst>
          </p:cNvPr>
          <p:cNvGrpSpPr/>
          <p:nvPr/>
        </p:nvGrpSpPr>
        <p:grpSpPr>
          <a:xfrm>
            <a:off x="782242" y="6234890"/>
            <a:ext cx="2936974" cy="363485"/>
            <a:chOff x="3750989" y="5274254"/>
            <a:chExt cx="1441109" cy="363485"/>
          </a:xfrm>
          <a:solidFill>
            <a:srgbClr val="01D995"/>
          </a:solidFill>
        </p:grpSpPr>
        <p:sp>
          <p:nvSpPr>
            <p:cNvPr id="34" name="Rectangle: Rounded Corners 33">
              <a:extLst>
                <a:ext uri="{FF2B5EF4-FFF2-40B4-BE49-F238E27FC236}">
                  <a16:creationId xmlns:a16="http://schemas.microsoft.com/office/drawing/2014/main" id="{D6955C06-2293-424B-67A6-00E7511F0396}"/>
                </a:ext>
              </a:extLst>
            </p:cNvPr>
            <p:cNvSpPr/>
            <p:nvPr/>
          </p:nvSpPr>
          <p:spPr>
            <a:xfrm>
              <a:off x="4216262" y="5274254"/>
              <a:ext cx="508863" cy="363485"/>
            </a:xfrm>
            <a:prstGeom prst="roundRect">
              <a:avLst/>
            </a:prstGeom>
            <a:grpFill/>
            <a:ln>
              <a:solidFill>
                <a:srgbClr val="01D9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35" name="Straight Arrow Connector 34">
              <a:extLst>
                <a:ext uri="{FF2B5EF4-FFF2-40B4-BE49-F238E27FC236}">
                  <a16:creationId xmlns:a16="http://schemas.microsoft.com/office/drawing/2014/main" id="{B13FF3C1-5297-5510-250A-064AD32BE601}"/>
                </a:ext>
              </a:extLst>
            </p:cNvPr>
            <p:cNvCxnSpPr>
              <a:cxnSpLocks/>
              <a:stCxn id="34" idx="1"/>
            </p:cNvCxnSpPr>
            <p:nvPr/>
          </p:nvCxnSpPr>
          <p:spPr>
            <a:xfrm flipH="1">
              <a:off x="3750989" y="5455997"/>
              <a:ext cx="465273"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AB55997D-3AE5-431C-5B9B-CC16BCAC157D}"/>
                </a:ext>
              </a:extLst>
            </p:cNvPr>
            <p:cNvCxnSpPr>
              <a:cxnSpLocks/>
              <a:stCxn id="34" idx="3"/>
            </p:cNvCxnSpPr>
            <p:nvPr/>
          </p:nvCxnSpPr>
          <p:spPr>
            <a:xfrm>
              <a:off x="4725125" y="5455997"/>
              <a:ext cx="466973"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grpSp>
      <p:cxnSp>
        <p:nvCxnSpPr>
          <p:cNvPr id="37" name="Straight Connector 36">
            <a:extLst>
              <a:ext uri="{FF2B5EF4-FFF2-40B4-BE49-F238E27FC236}">
                <a16:creationId xmlns:a16="http://schemas.microsoft.com/office/drawing/2014/main" id="{D86990B1-1106-8664-1656-DAAAA3980DF1}"/>
              </a:ext>
            </a:extLst>
          </p:cNvPr>
          <p:cNvCxnSpPr>
            <a:cxnSpLocks/>
          </p:cNvCxnSpPr>
          <p:nvPr/>
        </p:nvCxnSpPr>
        <p:spPr>
          <a:xfrm>
            <a:off x="3273021" y="7180147"/>
            <a:ext cx="0" cy="609806"/>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B5762627-49AF-674C-65D2-65B44DF6C40E}"/>
              </a:ext>
            </a:extLst>
          </p:cNvPr>
          <p:cNvCxnSpPr>
            <a:cxnSpLocks/>
          </p:cNvCxnSpPr>
          <p:nvPr/>
        </p:nvCxnSpPr>
        <p:spPr>
          <a:xfrm>
            <a:off x="9420892" y="7180147"/>
            <a:ext cx="0" cy="609806"/>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39" name="Group 38">
            <a:extLst>
              <a:ext uri="{FF2B5EF4-FFF2-40B4-BE49-F238E27FC236}">
                <a16:creationId xmlns:a16="http://schemas.microsoft.com/office/drawing/2014/main" id="{27D4C676-4B95-A2E2-3CCC-313BBBF41940}"/>
              </a:ext>
            </a:extLst>
          </p:cNvPr>
          <p:cNvGrpSpPr/>
          <p:nvPr/>
        </p:nvGrpSpPr>
        <p:grpSpPr>
          <a:xfrm>
            <a:off x="6807745" y="7648975"/>
            <a:ext cx="2613148" cy="363485"/>
            <a:chOff x="3404202" y="6265974"/>
            <a:chExt cx="1787896" cy="363485"/>
          </a:xfrm>
          <a:solidFill>
            <a:srgbClr val="01D995"/>
          </a:solidFill>
        </p:grpSpPr>
        <p:sp>
          <p:nvSpPr>
            <p:cNvPr id="40" name="Rectangle: Rounded Corners 39">
              <a:extLst>
                <a:ext uri="{FF2B5EF4-FFF2-40B4-BE49-F238E27FC236}">
                  <a16:creationId xmlns:a16="http://schemas.microsoft.com/office/drawing/2014/main" id="{40AC0DB7-D6D3-1AB6-E4F8-A7255EA04973}"/>
                </a:ext>
              </a:extLst>
            </p:cNvPr>
            <p:cNvSpPr/>
            <p:nvPr/>
          </p:nvSpPr>
          <p:spPr>
            <a:xfrm>
              <a:off x="3781483" y="6265974"/>
              <a:ext cx="760721" cy="363485"/>
            </a:xfrm>
            <a:prstGeom prst="roundRect">
              <a:avLst/>
            </a:prstGeom>
            <a:grpFill/>
            <a:ln>
              <a:solidFill>
                <a:srgbClr val="01D9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41" name="Straight Arrow Connector 40">
              <a:extLst>
                <a:ext uri="{FF2B5EF4-FFF2-40B4-BE49-F238E27FC236}">
                  <a16:creationId xmlns:a16="http://schemas.microsoft.com/office/drawing/2014/main" id="{6F951C93-4340-874B-E5A9-552B326B4F3A}"/>
                </a:ext>
              </a:extLst>
            </p:cNvPr>
            <p:cNvCxnSpPr>
              <a:cxnSpLocks/>
              <a:stCxn id="40" idx="1"/>
            </p:cNvCxnSpPr>
            <p:nvPr/>
          </p:nvCxnSpPr>
          <p:spPr>
            <a:xfrm flipH="1">
              <a:off x="3404202" y="6447717"/>
              <a:ext cx="377281"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12539805-9E58-F959-F71B-D3F1CB301A57}"/>
                </a:ext>
              </a:extLst>
            </p:cNvPr>
            <p:cNvCxnSpPr>
              <a:cxnSpLocks/>
              <a:stCxn id="40" idx="3"/>
            </p:cNvCxnSpPr>
            <p:nvPr/>
          </p:nvCxnSpPr>
          <p:spPr>
            <a:xfrm>
              <a:off x="4542203" y="6447717"/>
              <a:ext cx="649895" cy="0"/>
            </a:xfrm>
            <a:prstGeom prst="straightConnector1">
              <a:avLst/>
            </a:prstGeom>
            <a:grpFill/>
            <a:ln w="38100">
              <a:solidFill>
                <a:srgbClr val="01D995"/>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3" name="Group 42">
            <a:extLst>
              <a:ext uri="{FF2B5EF4-FFF2-40B4-BE49-F238E27FC236}">
                <a16:creationId xmlns:a16="http://schemas.microsoft.com/office/drawing/2014/main" id="{E0B5CBF5-FA95-984F-26BB-BB20BEFCF830}"/>
              </a:ext>
            </a:extLst>
          </p:cNvPr>
          <p:cNvGrpSpPr/>
          <p:nvPr/>
        </p:nvGrpSpPr>
        <p:grpSpPr>
          <a:xfrm>
            <a:off x="3759837" y="6234890"/>
            <a:ext cx="2982563" cy="363485"/>
            <a:chOff x="3750989" y="5274254"/>
            <a:chExt cx="1441109" cy="363485"/>
          </a:xfrm>
          <a:solidFill>
            <a:srgbClr val="D8469D"/>
          </a:solidFill>
        </p:grpSpPr>
        <p:sp>
          <p:nvSpPr>
            <p:cNvPr id="44" name="Rectangle: Rounded Corners 43">
              <a:extLst>
                <a:ext uri="{FF2B5EF4-FFF2-40B4-BE49-F238E27FC236}">
                  <a16:creationId xmlns:a16="http://schemas.microsoft.com/office/drawing/2014/main" id="{E7AA8946-68B5-1CB4-825B-E167C034587F}"/>
                </a:ext>
              </a:extLst>
            </p:cNvPr>
            <p:cNvSpPr/>
            <p:nvPr/>
          </p:nvSpPr>
          <p:spPr>
            <a:xfrm>
              <a:off x="4225107" y="5274254"/>
              <a:ext cx="501087" cy="363485"/>
            </a:xfrm>
            <a:prstGeom prst="roundRect">
              <a:avLst/>
            </a:prstGeom>
            <a:grpFill/>
            <a:ln>
              <a:solidFill>
                <a:srgbClr val="D8469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1</a:t>
              </a:r>
              <a:r>
                <a:rPr lang="en-US"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cxnSp>
          <p:nvCxnSpPr>
            <p:cNvPr id="45" name="Straight Arrow Connector 44">
              <a:extLst>
                <a:ext uri="{FF2B5EF4-FFF2-40B4-BE49-F238E27FC236}">
                  <a16:creationId xmlns:a16="http://schemas.microsoft.com/office/drawing/2014/main" id="{891BFD08-1187-DCC4-F2B8-24B20D3C883E}"/>
                </a:ext>
              </a:extLst>
            </p:cNvPr>
            <p:cNvCxnSpPr>
              <a:cxnSpLocks/>
              <a:stCxn id="44" idx="1"/>
            </p:cNvCxnSpPr>
            <p:nvPr/>
          </p:nvCxnSpPr>
          <p:spPr>
            <a:xfrm flipH="1">
              <a:off x="3750989" y="5455997"/>
              <a:ext cx="474118"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D90B3B3-6005-4687-E81B-82B87E6150D2}"/>
                </a:ext>
              </a:extLst>
            </p:cNvPr>
            <p:cNvCxnSpPr>
              <a:cxnSpLocks/>
              <a:stCxn id="44" idx="3"/>
            </p:cNvCxnSpPr>
            <p:nvPr/>
          </p:nvCxnSpPr>
          <p:spPr>
            <a:xfrm>
              <a:off x="4726194" y="5455997"/>
              <a:ext cx="465904" cy="0"/>
            </a:xfrm>
            <a:prstGeom prst="straightConnector1">
              <a:avLst/>
            </a:prstGeom>
            <a:grpFill/>
            <a:ln w="38100">
              <a:solidFill>
                <a:srgbClr val="D8469D"/>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7" name="Group 46">
            <a:extLst>
              <a:ext uri="{FF2B5EF4-FFF2-40B4-BE49-F238E27FC236}">
                <a16:creationId xmlns:a16="http://schemas.microsoft.com/office/drawing/2014/main" id="{DF61DA86-46E3-51A4-6B95-777DA99259B2}"/>
              </a:ext>
            </a:extLst>
          </p:cNvPr>
          <p:cNvGrpSpPr/>
          <p:nvPr/>
        </p:nvGrpSpPr>
        <p:grpSpPr>
          <a:xfrm>
            <a:off x="3784258" y="5124760"/>
            <a:ext cx="2973367" cy="363485"/>
            <a:chOff x="3126376" y="6824808"/>
            <a:chExt cx="1441110" cy="363485"/>
          </a:xfrm>
        </p:grpSpPr>
        <p:cxnSp>
          <p:nvCxnSpPr>
            <p:cNvPr id="48" name="Straight Arrow Connector 47">
              <a:extLst>
                <a:ext uri="{FF2B5EF4-FFF2-40B4-BE49-F238E27FC236}">
                  <a16:creationId xmlns:a16="http://schemas.microsoft.com/office/drawing/2014/main" id="{80B717FB-3786-19DA-A39A-3900823614D8}"/>
                </a:ext>
              </a:extLst>
            </p:cNvPr>
            <p:cNvCxnSpPr>
              <a:cxnSpLocks/>
              <a:stCxn id="50" idx="1"/>
            </p:cNvCxnSpPr>
            <p:nvPr/>
          </p:nvCxnSpPr>
          <p:spPr>
            <a:xfrm flipH="1">
              <a:off x="3126376" y="7006551"/>
              <a:ext cx="470434" cy="0"/>
            </a:xfrm>
            <a:prstGeom prst="straightConnector1">
              <a:avLst/>
            </a:prstGeom>
            <a:solidFill>
              <a:srgbClr val="FD9116"/>
            </a:solidFill>
            <a:ln w="38100">
              <a:solidFill>
                <a:srgbClr val="2424B7"/>
              </a:solidFill>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327F812A-3A5D-7201-64EE-EFDB4E5F87D6}"/>
                </a:ext>
              </a:extLst>
            </p:cNvPr>
            <p:cNvCxnSpPr>
              <a:cxnSpLocks/>
              <a:stCxn id="50" idx="3"/>
            </p:cNvCxnSpPr>
            <p:nvPr/>
          </p:nvCxnSpPr>
          <p:spPr>
            <a:xfrm>
              <a:off x="4124074" y="7006551"/>
              <a:ext cx="443412" cy="0"/>
            </a:xfrm>
            <a:prstGeom prst="straightConnector1">
              <a:avLst/>
            </a:prstGeom>
            <a:solidFill>
              <a:srgbClr val="FD9116"/>
            </a:solidFill>
            <a:ln w="38100">
              <a:solidFill>
                <a:srgbClr val="2424B7"/>
              </a:solidFill>
              <a:tailEnd type="triangle"/>
            </a:ln>
          </p:spPr>
          <p:style>
            <a:lnRef idx="1">
              <a:schemeClr val="accent1"/>
            </a:lnRef>
            <a:fillRef idx="0">
              <a:schemeClr val="accent1"/>
            </a:fillRef>
            <a:effectRef idx="0">
              <a:schemeClr val="accent1"/>
            </a:effectRef>
            <a:fontRef idx="minor">
              <a:schemeClr val="tx1"/>
            </a:fontRef>
          </p:style>
        </p:cxnSp>
        <p:sp>
          <p:nvSpPr>
            <p:cNvPr id="50" name="Rectangle: Rounded Corners 49">
              <a:extLst>
                <a:ext uri="{FF2B5EF4-FFF2-40B4-BE49-F238E27FC236}">
                  <a16:creationId xmlns:a16="http://schemas.microsoft.com/office/drawing/2014/main" id="{4F36ABB3-048B-A03B-0ABA-5BB9FFD2501B}"/>
                </a:ext>
              </a:extLst>
            </p:cNvPr>
            <p:cNvSpPr/>
            <p:nvPr/>
          </p:nvSpPr>
          <p:spPr>
            <a:xfrm>
              <a:off x="3596810" y="6824808"/>
              <a:ext cx="527264" cy="363485"/>
            </a:xfrm>
            <a:prstGeom prst="roundRect">
              <a:avLst/>
            </a:prstGeom>
            <a:solidFill>
              <a:srgbClr val="2424B7"/>
            </a:solidFill>
            <a:ln>
              <a:solidFill>
                <a:srgbClr val="2424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b="1" i="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S</a:t>
              </a:r>
              <a:r>
                <a:rPr lang="en-US" b="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b="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grpSp>
      <p:sp>
        <p:nvSpPr>
          <p:cNvPr id="51" name="TextBox 6">
            <a:extLst>
              <a:ext uri="{FF2B5EF4-FFF2-40B4-BE49-F238E27FC236}">
                <a16:creationId xmlns:a16="http://schemas.microsoft.com/office/drawing/2014/main" id="{672C3DB4-B19B-FEAA-7AE4-856101B46DCE}"/>
              </a:ext>
            </a:extLst>
          </p:cNvPr>
          <p:cNvSpPr txBox="1"/>
          <p:nvPr/>
        </p:nvSpPr>
        <p:spPr>
          <a:xfrm>
            <a:off x="9109279" y="1277963"/>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2" name="TextBox 7">
            <a:extLst>
              <a:ext uri="{FF2B5EF4-FFF2-40B4-BE49-F238E27FC236}">
                <a16:creationId xmlns:a16="http://schemas.microsoft.com/office/drawing/2014/main" id="{3EE13FF2-0C25-F4B0-B5B3-5D153C4B8F1F}"/>
              </a:ext>
            </a:extLst>
          </p:cNvPr>
          <p:cNvSpPr txBox="1"/>
          <p:nvPr/>
        </p:nvSpPr>
        <p:spPr>
          <a:xfrm>
            <a:off x="9109279" y="2672857"/>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3" name="TextBox 8">
            <a:extLst>
              <a:ext uri="{FF2B5EF4-FFF2-40B4-BE49-F238E27FC236}">
                <a16:creationId xmlns:a16="http://schemas.microsoft.com/office/drawing/2014/main" id="{C5795B7A-5354-536E-ECBC-86028A4DF0F5}"/>
              </a:ext>
            </a:extLst>
          </p:cNvPr>
          <p:cNvSpPr txBox="1"/>
          <p:nvPr/>
        </p:nvSpPr>
        <p:spPr>
          <a:xfrm>
            <a:off x="9247499" y="3633569"/>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4" name="TextBox 9">
            <a:extLst>
              <a:ext uri="{FF2B5EF4-FFF2-40B4-BE49-F238E27FC236}">
                <a16:creationId xmlns:a16="http://schemas.microsoft.com/office/drawing/2014/main" id="{7E01A17E-A5EE-E09E-5647-488A08C02E76}"/>
              </a:ext>
            </a:extLst>
          </p:cNvPr>
          <p:cNvSpPr txBox="1"/>
          <p:nvPr/>
        </p:nvSpPr>
        <p:spPr>
          <a:xfrm>
            <a:off x="9369480" y="4976375"/>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10">
            <a:extLst>
              <a:ext uri="{FF2B5EF4-FFF2-40B4-BE49-F238E27FC236}">
                <a16:creationId xmlns:a16="http://schemas.microsoft.com/office/drawing/2014/main" id="{A8CAC65E-94CC-F6E7-C37A-5C741F328B34}"/>
              </a:ext>
            </a:extLst>
          </p:cNvPr>
          <p:cNvSpPr txBox="1"/>
          <p:nvPr/>
        </p:nvSpPr>
        <p:spPr>
          <a:xfrm>
            <a:off x="9391918" y="6379199"/>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cxnSp>
        <p:nvCxnSpPr>
          <p:cNvPr id="56" name="Straight Arrow Connector 55">
            <a:extLst>
              <a:ext uri="{FF2B5EF4-FFF2-40B4-BE49-F238E27FC236}">
                <a16:creationId xmlns:a16="http://schemas.microsoft.com/office/drawing/2014/main" id="{85415237-8333-85BB-D4F3-DF62A4A03BCE}"/>
              </a:ext>
            </a:extLst>
          </p:cNvPr>
          <p:cNvCxnSpPr>
            <a:cxnSpLocks/>
          </p:cNvCxnSpPr>
          <p:nvPr/>
        </p:nvCxnSpPr>
        <p:spPr>
          <a:xfrm>
            <a:off x="1312282"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D9DBFAC-CA75-C85B-0531-E29A74AB9958}"/>
                  </a:ext>
                </a:extLst>
              </p:cNvPr>
              <p:cNvSpPr txBox="1"/>
              <p:nvPr/>
            </p:nvSpPr>
            <p:spPr>
              <a:xfrm>
                <a:off x="1143685" y="1605123"/>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57" name="TextBox 56">
                <a:extLst>
                  <a:ext uri="{FF2B5EF4-FFF2-40B4-BE49-F238E27FC236}">
                    <a16:creationId xmlns:a16="http://schemas.microsoft.com/office/drawing/2014/main" id="{3D9DBFAC-CA75-C85B-0531-E29A74AB9958}"/>
                  </a:ext>
                </a:extLst>
              </p:cNvPr>
              <p:cNvSpPr txBox="1">
                <a:spLocks noRot="1" noChangeAspect="1" noMove="1" noResize="1" noEditPoints="1" noAdjustHandles="1" noChangeArrowheads="1" noChangeShapeType="1" noTextEdit="1"/>
              </p:cNvSpPr>
              <p:nvPr/>
            </p:nvSpPr>
            <p:spPr>
              <a:xfrm>
                <a:off x="1143685" y="1605123"/>
                <a:ext cx="1572470" cy="461665"/>
              </a:xfrm>
              <a:prstGeom prst="rect">
                <a:avLst/>
              </a:prstGeom>
              <a:blipFill>
                <a:blip r:embed="rId5"/>
                <a:stretch>
                  <a:fillRect t="-10526" b="-28947"/>
                </a:stretch>
              </a:blipFill>
            </p:spPr>
            <p:txBody>
              <a:bodyPr/>
              <a:lstStyle/>
              <a:p>
                <a:r>
                  <a:rPr lang="en-US">
                    <a:noFill/>
                  </a:rPr>
                  <a:t> </a:t>
                </a:r>
              </a:p>
            </p:txBody>
          </p:sp>
        </mc:Fallback>
      </mc:AlternateContent>
    </p:spTree>
    <p:extLst>
      <p:ext uri="{BB962C8B-B14F-4D97-AF65-F5344CB8AC3E}">
        <p14:creationId xmlns:p14="http://schemas.microsoft.com/office/powerpoint/2010/main" val="992661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3E28DF-3D91-2E96-2EE4-1F60A8C2FE96}"/>
            </a:ext>
          </a:extLst>
        </p:cNvPr>
        <p:cNvGrpSpPr/>
        <p:nvPr/>
      </p:nvGrpSpPr>
      <p:grpSpPr>
        <a:xfrm>
          <a:off x="0" y="0"/>
          <a:ext cx="0" cy="0"/>
          <a:chOff x="0" y="0"/>
          <a:chExt cx="0" cy="0"/>
        </a:xfrm>
      </p:grpSpPr>
      <p:pic>
        <p:nvPicPr>
          <p:cNvPr id="57" name="Picture 56" descr="The text appears to be a list of values, possibly from a data trace or graph, showing a series of measurements or timestamps.&#10;&#10;AI-generated content may be incorrect.">
            <a:extLst>
              <a:ext uri="{FF2B5EF4-FFF2-40B4-BE49-F238E27FC236}">
                <a16:creationId xmlns:a16="http://schemas.microsoft.com/office/drawing/2014/main" id="{280186F9-E8D5-4404-0EC1-4344383443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62819"/>
            <a:ext cx="12192000" cy="6865854"/>
          </a:xfrm>
          <a:prstGeom prst="rect">
            <a:avLst/>
          </a:prstGeom>
        </p:spPr>
      </p:pic>
      <p:sp>
        <p:nvSpPr>
          <p:cNvPr id="5" name="テキスト プレースホルダー 2">
            <a:extLst>
              <a:ext uri="{FF2B5EF4-FFF2-40B4-BE49-F238E27FC236}">
                <a16:creationId xmlns:a16="http://schemas.microsoft.com/office/drawing/2014/main" id="{36AE8D7C-7DD1-3DAF-CED5-9F5D31483F8A}"/>
              </a:ext>
            </a:extLst>
          </p:cNvPr>
          <p:cNvSpPr txBox="1">
            <a:spLocks/>
          </p:cNvSpPr>
          <p:nvPr/>
        </p:nvSpPr>
        <p:spPr>
          <a:xfrm>
            <a:off x="350158" y="2151655"/>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8" name="Straight Arrow Connector 7">
            <a:extLst>
              <a:ext uri="{FF2B5EF4-FFF2-40B4-BE49-F238E27FC236}">
                <a16:creationId xmlns:a16="http://schemas.microsoft.com/office/drawing/2014/main" id="{CBF9109A-5DAD-7342-9BBF-93F74E6D5176}"/>
              </a:ext>
            </a:extLst>
          </p:cNvPr>
          <p:cNvCxnSpPr>
            <a:cxnSpLocks/>
          </p:cNvCxnSpPr>
          <p:nvPr/>
        </p:nvCxnSpPr>
        <p:spPr>
          <a:xfrm>
            <a:off x="770512" y="3365334"/>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309697-9BA3-F73C-088B-92B628248CDB}"/>
                  </a:ext>
                </a:extLst>
              </p:cNvPr>
              <p:cNvSpPr txBox="1"/>
              <p:nvPr/>
            </p:nvSpPr>
            <p:spPr>
              <a:xfrm>
                <a:off x="806458" y="2815571"/>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PH" sz="2400" b="1">
                        <a:latin typeface="Cambria Math" panose="02040503050406030204" pitchFamily="18" charset="0"/>
                        <a:ea typeface="Malgun Gothic" panose="020B0503020000020004" pitchFamily="34" charset="-127"/>
                        <a:cs typeface="Times New Roman" panose="02020603050405020304" pitchFamily="18" charset="0"/>
                      </a:rPr>
                      <m:t> </m:t>
                    </m:r>
                    <m:r>
                      <a:rPr lang="en-US" sz="2400" b="1" i="1">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xmlns="">
          <p:sp>
            <p:nvSpPr>
              <p:cNvPr id="9" name="TextBox 8">
                <a:extLst>
                  <a:ext uri="{FF2B5EF4-FFF2-40B4-BE49-F238E27FC236}">
                    <a16:creationId xmlns:a16="http://schemas.microsoft.com/office/drawing/2014/main" id="{8D309697-9BA3-F73C-088B-92B628248CDB}"/>
                  </a:ext>
                </a:extLst>
              </p:cNvPr>
              <p:cNvSpPr txBox="1">
                <a:spLocks noRot="1" noChangeAspect="1" noMove="1" noResize="1" noEditPoints="1" noAdjustHandles="1" noChangeArrowheads="1" noChangeShapeType="1" noTextEdit="1"/>
              </p:cNvSpPr>
              <p:nvPr/>
            </p:nvSpPr>
            <p:spPr>
              <a:xfrm>
                <a:off x="806458" y="2815571"/>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AE33A0B3-81AA-6BA0-24B9-FDEEDB105D04}"/>
              </a:ext>
            </a:extLst>
          </p:cNvPr>
          <p:cNvCxnSpPr>
            <a:cxnSpLocks/>
          </p:cNvCxnSpPr>
          <p:nvPr/>
        </p:nvCxnSpPr>
        <p:spPr>
          <a:xfrm>
            <a:off x="721974"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D2F753C-B898-E927-EC1A-420D59D4EF17}"/>
              </a:ext>
            </a:extLst>
          </p:cNvPr>
          <p:cNvCxnSpPr>
            <a:cxnSpLocks/>
          </p:cNvCxnSpPr>
          <p:nvPr/>
        </p:nvCxnSpPr>
        <p:spPr>
          <a:xfrm>
            <a:off x="3761276"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7B4A990C-6F53-BFE4-1558-AADC010EE6EE}"/>
              </a:ext>
            </a:extLst>
          </p:cNvPr>
          <p:cNvCxnSpPr>
            <a:cxnSpLocks/>
          </p:cNvCxnSpPr>
          <p:nvPr/>
        </p:nvCxnSpPr>
        <p:spPr>
          <a:xfrm>
            <a:off x="7063450" y="3363555"/>
            <a:ext cx="0" cy="26641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38426AEC-12AF-3FA3-2189-B0CFE4758188}"/>
              </a:ext>
            </a:extLst>
          </p:cNvPr>
          <p:cNvGrpSpPr/>
          <p:nvPr/>
        </p:nvGrpSpPr>
        <p:grpSpPr>
          <a:xfrm>
            <a:off x="790575" y="3647283"/>
            <a:ext cx="3239161" cy="461665"/>
            <a:chOff x="3114890" y="2684463"/>
            <a:chExt cx="4123274" cy="461665"/>
          </a:xfrm>
        </p:grpSpPr>
        <p:sp>
          <p:nvSpPr>
            <p:cNvPr id="25" name="TextBox 24">
              <a:extLst>
                <a:ext uri="{FF2B5EF4-FFF2-40B4-BE49-F238E27FC236}">
                  <a16:creationId xmlns:a16="http://schemas.microsoft.com/office/drawing/2014/main" id="{C5565272-C8B2-4F20-2AAF-FCBE05F2A95D}"/>
                </a:ext>
              </a:extLst>
            </p:cNvPr>
            <p:cNvSpPr txBox="1"/>
            <p:nvPr/>
          </p:nvSpPr>
          <p:spPr>
            <a:xfrm>
              <a:off x="3750407" y="268446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26" name="Straight Arrow Connector 25">
              <a:extLst>
                <a:ext uri="{FF2B5EF4-FFF2-40B4-BE49-F238E27FC236}">
                  <a16:creationId xmlns:a16="http://schemas.microsoft.com/office/drawing/2014/main" id="{B43A05D7-DF06-8F0B-8814-B183EF4D268D}"/>
                </a:ext>
              </a:extLst>
            </p:cNvPr>
            <p:cNvCxnSpPr>
              <a:cxnSpLocks/>
            </p:cNvCxnSpPr>
            <p:nvPr/>
          </p:nvCxnSpPr>
          <p:spPr>
            <a:xfrm flipH="1">
              <a:off x="3114890" y="3007628"/>
              <a:ext cx="10792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8BCCCC1A-2166-3BF6-DD5F-C8FBF3AAF15D}"/>
                </a:ext>
              </a:extLst>
            </p:cNvPr>
            <p:cNvCxnSpPr>
              <a:cxnSpLocks/>
            </p:cNvCxnSpPr>
            <p:nvPr/>
          </p:nvCxnSpPr>
          <p:spPr>
            <a:xfrm>
              <a:off x="6175100" y="3007628"/>
              <a:ext cx="106306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Connector 27">
            <a:extLst>
              <a:ext uri="{FF2B5EF4-FFF2-40B4-BE49-F238E27FC236}">
                <a16:creationId xmlns:a16="http://schemas.microsoft.com/office/drawing/2014/main" id="{19396DEF-F1BC-E85E-94E3-09911B4966FB}"/>
              </a:ext>
            </a:extLst>
          </p:cNvPr>
          <p:cNvCxnSpPr>
            <a:cxnSpLocks/>
          </p:cNvCxnSpPr>
          <p:nvPr/>
        </p:nvCxnSpPr>
        <p:spPr>
          <a:xfrm>
            <a:off x="4078779" y="3722953"/>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7E0E6E8E-AA8F-6EED-BF01-30418E46BFFA}"/>
              </a:ext>
            </a:extLst>
          </p:cNvPr>
          <p:cNvGrpSpPr/>
          <p:nvPr/>
        </p:nvGrpSpPr>
        <p:grpSpPr>
          <a:xfrm>
            <a:off x="3794166" y="3040391"/>
            <a:ext cx="3242386" cy="461665"/>
            <a:chOff x="6162416" y="2431239"/>
            <a:chExt cx="4123274" cy="461665"/>
          </a:xfrm>
        </p:grpSpPr>
        <p:sp>
          <p:nvSpPr>
            <p:cNvPr id="30" name="TextBox 29">
              <a:extLst>
                <a:ext uri="{FF2B5EF4-FFF2-40B4-BE49-F238E27FC236}">
                  <a16:creationId xmlns:a16="http://schemas.microsoft.com/office/drawing/2014/main" id="{A176C0AC-58B9-41B1-B90D-9183A68F4475}"/>
                </a:ext>
              </a:extLst>
            </p:cNvPr>
            <p:cNvSpPr txBox="1"/>
            <p:nvPr/>
          </p:nvSpPr>
          <p:spPr>
            <a:xfrm>
              <a:off x="6797932" y="2431239"/>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1" name="Straight Arrow Connector 30">
              <a:extLst>
                <a:ext uri="{FF2B5EF4-FFF2-40B4-BE49-F238E27FC236}">
                  <a16:creationId xmlns:a16="http://schemas.microsoft.com/office/drawing/2014/main" id="{1498963B-F09E-6FED-FE0F-1EEA80CB6523}"/>
                </a:ext>
              </a:extLst>
            </p:cNvPr>
            <p:cNvCxnSpPr>
              <a:cxnSpLocks/>
            </p:cNvCxnSpPr>
            <p:nvPr/>
          </p:nvCxnSpPr>
          <p:spPr>
            <a:xfrm flipH="1">
              <a:off x="6162416" y="2754404"/>
              <a:ext cx="118050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BC3D7E9A-159A-90A2-16FD-F222C88AECD7}"/>
                </a:ext>
              </a:extLst>
            </p:cNvPr>
            <p:cNvCxnSpPr>
              <a:cxnSpLocks/>
            </p:cNvCxnSpPr>
            <p:nvPr/>
          </p:nvCxnSpPr>
          <p:spPr>
            <a:xfrm>
              <a:off x="9241709" y="2754404"/>
              <a:ext cx="104398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1" name="TextBox 6">
            <a:extLst>
              <a:ext uri="{FF2B5EF4-FFF2-40B4-BE49-F238E27FC236}">
                <a16:creationId xmlns:a16="http://schemas.microsoft.com/office/drawing/2014/main" id="{E3356E60-4A7B-E32C-3383-CE3585BD9B37}"/>
              </a:ext>
            </a:extLst>
          </p:cNvPr>
          <p:cNvSpPr txBox="1"/>
          <p:nvPr/>
        </p:nvSpPr>
        <p:spPr>
          <a:xfrm>
            <a:off x="9109279" y="1277963"/>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2" name="TextBox 7">
            <a:extLst>
              <a:ext uri="{FF2B5EF4-FFF2-40B4-BE49-F238E27FC236}">
                <a16:creationId xmlns:a16="http://schemas.microsoft.com/office/drawing/2014/main" id="{438419D9-50C5-5215-8406-DA70F8C33DBC}"/>
              </a:ext>
            </a:extLst>
          </p:cNvPr>
          <p:cNvSpPr txBox="1"/>
          <p:nvPr/>
        </p:nvSpPr>
        <p:spPr>
          <a:xfrm>
            <a:off x="9109279" y="2672857"/>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3" name="TextBox 8">
            <a:extLst>
              <a:ext uri="{FF2B5EF4-FFF2-40B4-BE49-F238E27FC236}">
                <a16:creationId xmlns:a16="http://schemas.microsoft.com/office/drawing/2014/main" id="{AE2C896F-2EBA-8A1C-AD51-5CDB273A6846}"/>
              </a:ext>
            </a:extLst>
          </p:cNvPr>
          <p:cNvSpPr txBox="1"/>
          <p:nvPr/>
        </p:nvSpPr>
        <p:spPr>
          <a:xfrm>
            <a:off x="9247499" y="3633569"/>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4" name="TextBox 9">
            <a:extLst>
              <a:ext uri="{FF2B5EF4-FFF2-40B4-BE49-F238E27FC236}">
                <a16:creationId xmlns:a16="http://schemas.microsoft.com/office/drawing/2014/main" id="{2D527CF5-7E34-7D59-5A3B-7543D85036B9}"/>
              </a:ext>
            </a:extLst>
          </p:cNvPr>
          <p:cNvSpPr txBox="1"/>
          <p:nvPr/>
        </p:nvSpPr>
        <p:spPr>
          <a:xfrm>
            <a:off x="9369480" y="4976375"/>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10">
            <a:extLst>
              <a:ext uri="{FF2B5EF4-FFF2-40B4-BE49-F238E27FC236}">
                <a16:creationId xmlns:a16="http://schemas.microsoft.com/office/drawing/2014/main" id="{F150EC32-CB8F-E35C-DD86-78F4A4D85CFD}"/>
              </a:ext>
            </a:extLst>
          </p:cNvPr>
          <p:cNvSpPr txBox="1"/>
          <p:nvPr/>
        </p:nvSpPr>
        <p:spPr>
          <a:xfrm>
            <a:off x="9391918" y="6379199"/>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cxnSp>
        <p:nvCxnSpPr>
          <p:cNvPr id="2" name="Straight Arrow Connector 1">
            <a:extLst>
              <a:ext uri="{FF2B5EF4-FFF2-40B4-BE49-F238E27FC236}">
                <a16:creationId xmlns:a16="http://schemas.microsoft.com/office/drawing/2014/main" id="{C25A5A82-BB23-6B20-8F3F-3581F1D48E37}"/>
              </a:ext>
            </a:extLst>
          </p:cNvPr>
          <p:cNvCxnSpPr>
            <a:cxnSpLocks/>
          </p:cNvCxnSpPr>
          <p:nvPr/>
        </p:nvCxnSpPr>
        <p:spPr>
          <a:xfrm>
            <a:off x="1333872" y="1903024"/>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9801CBC-2641-80C7-14AF-9AA3CA11C8AD}"/>
                  </a:ext>
                </a:extLst>
              </p:cNvPr>
              <p:cNvSpPr txBox="1"/>
              <p:nvPr/>
            </p:nvSpPr>
            <p:spPr>
              <a:xfrm>
                <a:off x="1165275" y="1436201"/>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3" name="TextBox 2">
                <a:extLst>
                  <a:ext uri="{FF2B5EF4-FFF2-40B4-BE49-F238E27FC236}">
                    <a16:creationId xmlns:a16="http://schemas.microsoft.com/office/drawing/2014/main" id="{99801CBC-2641-80C7-14AF-9AA3CA11C8AD}"/>
                  </a:ext>
                </a:extLst>
              </p:cNvPr>
              <p:cNvSpPr txBox="1">
                <a:spLocks noRot="1" noChangeAspect="1" noMove="1" noResize="1" noEditPoints="1" noAdjustHandles="1" noChangeArrowheads="1" noChangeShapeType="1" noTextEdit="1"/>
              </p:cNvSpPr>
              <p:nvPr/>
            </p:nvSpPr>
            <p:spPr>
              <a:xfrm>
                <a:off x="1165275" y="1436201"/>
                <a:ext cx="1572470" cy="461665"/>
              </a:xfrm>
              <a:prstGeom prst="rect">
                <a:avLst/>
              </a:prstGeom>
              <a:blipFill>
                <a:blip r:embed="rId5"/>
                <a:stretch>
                  <a:fillRect t="-10667" b="-30667"/>
                </a:stretch>
              </a:blipFill>
            </p:spPr>
            <p:txBody>
              <a:bodyPr/>
              <a:lstStyle/>
              <a:p>
                <a:r>
                  <a:rPr lang="en-US">
                    <a:noFill/>
                  </a:rPr>
                  <a:t> </a:t>
                </a:r>
              </a:p>
            </p:txBody>
          </p:sp>
        </mc:Fallback>
      </mc:AlternateContent>
    </p:spTree>
    <p:extLst>
      <p:ext uri="{BB962C8B-B14F-4D97-AF65-F5344CB8AC3E}">
        <p14:creationId xmlns:p14="http://schemas.microsoft.com/office/powerpoint/2010/main" val="38034879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BC357F8-2432-EF16-EB7C-D590E5BE48D1}"/>
            </a:ext>
          </a:extLst>
        </p:cNvPr>
        <p:cNvGrpSpPr/>
        <p:nvPr/>
      </p:nvGrpSpPr>
      <p:grpSpPr>
        <a:xfrm>
          <a:off x="0" y="0"/>
          <a:ext cx="0" cy="0"/>
          <a:chOff x="0" y="0"/>
          <a:chExt cx="0" cy="0"/>
        </a:xfrm>
      </p:grpSpPr>
      <p:pic>
        <p:nvPicPr>
          <p:cNvPr id="6" name="Picture 5" descr="C5.&#10;&#10;AI-generated content may be incorrect.">
            <a:extLst>
              <a:ext uri="{FF2B5EF4-FFF2-40B4-BE49-F238E27FC236}">
                <a16:creationId xmlns:a16="http://schemas.microsoft.com/office/drawing/2014/main" id="{5E2AA66D-D2F3-E42A-7A8C-7D6A52EA755C}"/>
              </a:ext>
            </a:extLst>
          </p:cNvPr>
          <p:cNvPicPr>
            <a:picLocks noChangeAspect="1"/>
          </p:cNvPicPr>
          <p:nvPr/>
        </p:nvPicPr>
        <p:blipFill>
          <a:blip r:embed="rId2"/>
          <a:stretch>
            <a:fillRect/>
          </a:stretch>
        </p:blipFill>
        <p:spPr>
          <a:xfrm>
            <a:off x="0" y="954965"/>
            <a:ext cx="12192000" cy="6873708"/>
          </a:xfrm>
          <a:prstGeom prst="rect">
            <a:avLst/>
          </a:prstGeom>
        </p:spPr>
      </p:pic>
      <p:sp>
        <p:nvSpPr>
          <p:cNvPr id="5" name="テキスト プレースホルダー 2">
            <a:extLst>
              <a:ext uri="{FF2B5EF4-FFF2-40B4-BE49-F238E27FC236}">
                <a16:creationId xmlns:a16="http://schemas.microsoft.com/office/drawing/2014/main" id="{5FE6EEB1-A89B-5DA0-CA60-3478B5D82662}"/>
              </a:ext>
            </a:extLst>
          </p:cNvPr>
          <p:cNvSpPr txBox="1">
            <a:spLocks/>
          </p:cNvSpPr>
          <p:nvPr/>
        </p:nvSpPr>
        <p:spPr>
          <a:xfrm>
            <a:off x="350158" y="2151655"/>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8" name="Straight Arrow Connector 7">
            <a:extLst>
              <a:ext uri="{FF2B5EF4-FFF2-40B4-BE49-F238E27FC236}">
                <a16:creationId xmlns:a16="http://schemas.microsoft.com/office/drawing/2014/main" id="{2A45CB7D-8D99-F3DC-1552-C2B987596AD0}"/>
              </a:ext>
            </a:extLst>
          </p:cNvPr>
          <p:cNvCxnSpPr>
            <a:cxnSpLocks/>
          </p:cNvCxnSpPr>
          <p:nvPr/>
        </p:nvCxnSpPr>
        <p:spPr>
          <a:xfrm>
            <a:off x="770512" y="3365334"/>
            <a:ext cx="2939965"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7B0AC22-CF1D-7796-3C53-8A40FCCA2C9F}"/>
                  </a:ext>
                </a:extLst>
              </p:cNvPr>
              <p:cNvSpPr txBox="1"/>
              <p:nvPr/>
            </p:nvSpPr>
            <p:spPr>
              <a:xfrm>
                <a:off x="806458" y="2815571"/>
                <a:ext cx="2904019" cy="461665"/>
              </a:xfrm>
              <a:prstGeom prst="rect">
                <a:avLst/>
              </a:prstGeom>
              <a:noFill/>
            </p:spPr>
            <p:txBody>
              <a:bodyPr wrap="square" rtlCol="0">
                <a:spAutoFit/>
              </a:bodyPr>
              <a:lstStyle/>
              <a:p>
                <a:pPr algn="ct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½ </a:t>
                </a: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T</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dirty="0">
                    <a:latin typeface="Times New Roman" panose="02020603050405020304" pitchFamily="18" charset="0"/>
                    <a:ea typeface="Malgun Gothic" panose="020B0503020000020004" pitchFamily="34" charset="-127"/>
                    <a:cs typeface="Times New Roman" panose="02020603050405020304" pitchFamily="18" charset="0"/>
                  </a:rPr>
                  <a:t> (5</a:t>
                </a:r>
                <a14:m>
                  <m:oMath xmlns:m="http://schemas.openxmlformats.org/officeDocument/2006/math">
                    <m:r>
                      <a:rPr lang="en-PH" sz="2400" b="1">
                        <a:latin typeface="Cambria Math" panose="02040503050406030204" pitchFamily="18" charset="0"/>
                        <a:ea typeface="Malgun Gothic" panose="020B0503020000020004" pitchFamily="34" charset="-127"/>
                        <a:cs typeface="Times New Roman" panose="02020603050405020304" pitchFamily="18" charset="0"/>
                      </a:rPr>
                      <m:t> </m:t>
                    </m:r>
                    <m:r>
                      <a:rPr lang="en-US" sz="2400" b="1" i="1">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a:t>
                </a:r>
              </a:p>
            </p:txBody>
          </p:sp>
        </mc:Choice>
        <mc:Fallback xmlns="">
          <p:sp>
            <p:nvSpPr>
              <p:cNvPr id="9" name="TextBox 8">
                <a:extLst>
                  <a:ext uri="{FF2B5EF4-FFF2-40B4-BE49-F238E27FC236}">
                    <a16:creationId xmlns:a16="http://schemas.microsoft.com/office/drawing/2014/main" id="{8D309697-9BA3-F73C-088B-92B628248CDB}"/>
                  </a:ext>
                </a:extLst>
              </p:cNvPr>
              <p:cNvSpPr txBox="1">
                <a:spLocks noRot="1" noChangeAspect="1" noMove="1" noResize="1" noEditPoints="1" noAdjustHandles="1" noChangeArrowheads="1" noChangeShapeType="1" noTextEdit="1"/>
              </p:cNvSpPr>
              <p:nvPr/>
            </p:nvSpPr>
            <p:spPr>
              <a:xfrm>
                <a:off x="806458" y="2815571"/>
                <a:ext cx="2904019" cy="461665"/>
              </a:xfrm>
              <a:prstGeom prst="rect">
                <a:avLst/>
              </a:prstGeom>
              <a:blipFill>
                <a:blip r:embed="rId4"/>
                <a:stretch>
                  <a:fillRect t="-10526" b="-28947"/>
                </a:stretch>
              </a:blipFill>
            </p:spPr>
            <p:txBody>
              <a:bodyPr/>
              <a:lstStyle/>
              <a:p>
                <a:r>
                  <a:rPr lang="en-US">
                    <a:noFill/>
                  </a:rPr>
                  <a:t> </a:t>
                </a:r>
              </a:p>
            </p:txBody>
          </p:sp>
        </mc:Fallback>
      </mc:AlternateContent>
      <p:cxnSp>
        <p:nvCxnSpPr>
          <p:cNvPr id="17" name="Straight Connector 16">
            <a:extLst>
              <a:ext uri="{FF2B5EF4-FFF2-40B4-BE49-F238E27FC236}">
                <a16:creationId xmlns:a16="http://schemas.microsoft.com/office/drawing/2014/main" id="{20FD29FB-8431-0214-0ABA-BE95B07C58FA}"/>
              </a:ext>
            </a:extLst>
          </p:cNvPr>
          <p:cNvCxnSpPr>
            <a:cxnSpLocks/>
          </p:cNvCxnSpPr>
          <p:nvPr/>
        </p:nvCxnSpPr>
        <p:spPr>
          <a:xfrm>
            <a:off x="721974"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3B63365-F560-8243-5C13-90B645EE258C}"/>
              </a:ext>
            </a:extLst>
          </p:cNvPr>
          <p:cNvCxnSpPr>
            <a:cxnSpLocks/>
          </p:cNvCxnSpPr>
          <p:nvPr/>
        </p:nvCxnSpPr>
        <p:spPr>
          <a:xfrm>
            <a:off x="3761276" y="3365334"/>
            <a:ext cx="0" cy="26754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D294E277-A3A2-2AFB-CB60-E4756A7AEF2E}"/>
              </a:ext>
            </a:extLst>
          </p:cNvPr>
          <p:cNvCxnSpPr>
            <a:cxnSpLocks/>
          </p:cNvCxnSpPr>
          <p:nvPr/>
        </p:nvCxnSpPr>
        <p:spPr>
          <a:xfrm>
            <a:off x="7063450" y="3363555"/>
            <a:ext cx="0" cy="2664100"/>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4" name="Group 23">
            <a:extLst>
              <a:ext uri="{FF2B5EF4-FFF2-40B4-BE49-F238E27FC236}">
                <a16:creationId xmlns:a16="http://schemas.microsoft.com/office/drawing/2014/main" id="{1E780B03-0BA6-2E4D-F936-3A05EF0525A8}"/>
              </a:ext>
            </a:extLst>
          </p:cNvPr>
          <p:cNvGrpSpPr/>
          <p:nvPr/>
        </p:nvGrpSpPr>
        <p:grpSpPr>
          <a:xfrm>
            <a:off x="790575" y="3647283"/>
            <a:ext cx="3239161" cy="461665"/>
            <a:chOff x="3114890" y="2684463"/>
            <a:chExt cx="4123274" cy="461665"/>
          </a:xfrm>
        </p:grpSpPr>
        <p:sp>
          <p:nvSpPr>
            <p:cNvPr id="25" name="TextBox 24">
              <a:extLst>
                <a:ext uri="{FF2B5EF4-FFF2-40B4-BE49-F238E27FC236}">
                  <a16:creationId xmlns:a16="http://schemas.microsoft.com/office/drawing/2014/main" id="{A3B041B0-66F1-6773-8CCE-FC51C3A30BFD}"/>
                </a:ext>
              </a:extLst>
            </p:cNvPr>
            <p:cNvSpPr txBox="1"/>
            <p:nvPr/>
          </p:nvSpPr>
          <p:spPr>
            <a:xfrm>
              <a:off x="3750407" y="2684463"/>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1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26" name="Straight Arrow Connector 25">
              <a:extLst>
                <a:ext uri="{FF2B5EF4-FFF2-40B4-BE49-F238E27FC236}">
                  <a16:creationId xmlns:a16="http://schemas.microsoft.com/office/drawing/2014/main" id="{98EB73F5-DE19-F8A7-9F15-31DAB921BBD9}"/>
                </a:ext>
              </a:extLst>
            </p:cNvPr>
            <p:cNvCxnSpPr>
              <a:cxnSpLocks/>
            </p:cNvCxnSpPr>
            <p:nvPr/>
          </p:nvCxnSpPr>
          <p:spPr>
            <a:xfrm flipH="1">
              <a:off x="3114890" y="3007628"/>
              <a:ext cx="10792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2DF32D88-1F8E-B74E-08DC-A3B33BBB9C6A}"/>
                </a:ext>
              </a:extLst>
            </p:cNvPr>
            <p:cNvCxnSpPr>
              <a:cxnSpLocks/>
            </p:cNvCxnSpPr>
            <p:nvPr/>
          </p:nvCxnSpPr>
          <p:spPr>
            <a:xfrm>
              <a:off x="6175100" y="3007628"/>
              <a:ext cx="1063064"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8" name="Straight Connector 27">
            <a:extLst>
              <a:ext uri="{FF2B5EF4-FFF2-40B4-BE49-F238E27FC236}">
                <a16:creationId xmlns:a16="http://schemas.microsoft.com/office/drawing/2014/main" id="{AF2C0D12-D4FF-3269-80A8-2055E5D5C867}"/>
              </a:ext>
            </a:extLst>
          </p:cNvPr>
          <p:cNvCxnSpPr>
            <a:cxnSpLocks/>
          </p:cNvCxnSpPr>
          <p:nvPr/>
        </p:nvCxnSpPr>
        <p:spPr>
          <a:xfrm>
            <a:off x="4078779" y="3722953"/>
            <a:ext cx="0" cy="2304703"/>
          </a:xfrm>
          <a:prstGeom prst="lin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cxnSp>
      <p:grpSp>
        <p:nvGrpSpPr>
          <p:cNvPr id="29" name="Group 28">
            <a:extLst>
              <a:ext uri="{FF2B5EF4-FFF2-40B4-BE49-F238E27FC236}">
                <a16:creationId xmlns:a16="http://schemas.microsoft.com/office/drawing/2014/main" id="{E6650DB7-62BD-5976-F2C2-6ED9719F4582}"/>
              </a:ext>
            </a:extLst>
          </p:cNvPr>
          <p:cNvGrpSpPr/>
          <p:nvPr/>
        </p:nvGrpSpPr>
        <p:grpSpPr>
          <a:xfrm>
            <a:off x="3794166" y="3040391"/>
            <a:ext cx="3242386" cy="461665"/>
            <a:chOff x="6162416" y="2431239"/>
            <a:chExt cx="4123274" cy="461665"/>
          </a:xfrm>
        </p:grpSpPr>
        <p:sp>
          <p:nvSpPr>
            <p:cNvPr id="30" name="TextBox 29">
              <a:extLst>
                <a:ext uri="{FF2B5EF4-FFF2-40B4-BE49-F238E27FC236}">
                  <a16:creationId xmlns:a16="http://schemas.microsoft.com/office/drawing/2014/main" id="{EFA44B4C-1648-0DEB-2F1D-7D89800640AA}"/>
                </a:ext>
              </a:extLst>
            </p:cNvPr>
            <p:cNvSpPr txBox="1"/>
            <p:nvPr/>
          </p:nvSpPr>
          <p:spPr>
            <a:xfrm>
              <a:off x="6797932" y="2431239"/>
              <a:ext cx="2904019" cy="461665"/>
            </a:xfrm>
            <a:prstGeom prst="rect">
              <a:avLst/>
            </a:prstGeom>
            <a:noFill/>
          </p:spPr>
          <p:txBody>
            <a:bodyPr wrap="square" rtlCol="0">
              <a:spAutoFit/>
            </a:bodyPr>
            <a:lstStyle/>
            <a:p>
              <a:pPr algn="ctr"/>
              <a:r>
                <a:rPr lang="en-US" sz="2400" b="1" i="1" dirty="0">
                  <a:latin typeface="Times New Roman" panose="02020603050405020304" pitchFamily="18" charset="0"/>
                  <a:ea typeface="Malgun Gothic" panose="020B0503020000020004" pitchFamily="34" charset="-127"/>
                  <a:cs typeface="Times New Roman" panose="02020603050405020304" pitchFamily="18" charset="0"/>
                </a:rPr>
                <a:t>S</a:t>
              </a:r>
              <a:r>
                <a:rPr lang="en-US" sz="2400" b="1" baseline="-25000" dirty="0">
                  <a:latin typeface="Times New Roman" panose="02020603050405020304" pitchFamily="18" charset="0"/>
                  <a:ea typeface="Malgun Gothic" panose="020B0503020000020004" pitchFamily="34" charset="-127"/>
                  <a:cs typeface="Times New Roman" panose="02020603050405020304" pitchFamily="18" charset="0"/>
                </a:rPr>
                <a:t>2 </a:t>
              </a:r>
              <a:r>
                <a:rPr lang="en-US" sz="2400" dirty="0">
                  <a:latin typeface="Times New Roman" panose="02020603050405020304" pitchFamily="18" charset="0"/>
                  <a:ea typeface="Malgun Gothic" panose="020B0503020000020004" pitchFamily="34" charset="-127"/>
                  <a:cs typeface="Times New Roman" panose="02020603050405020304" pitchFamily="18" charset="0"/>
                </a:rPr>
                <a:t>OFF</a:t>
              </a:r>
              <a:endParaRPr lang="en-PH" sz="2400" b="1" dirty="0">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31" name="Straight Arrow Connector 30">
              <a:extLst>
                <a:ext uri="{FF2B5EF4-FFF2-40B4-BE49-F238E27FC236}">
                  <a16:creationId xmlns:a16="http://schemas.microsoft.com/office/drawing/2014/main" id="{018E1BEF-6166-E9D3-6652-139A5741E77B}"/>
                </a:ext>
              </a:extLst>
            </p:cNvPr>
            <p:cNvCxnSpPr>
              <a:cxnSpLocks/>
            </p:cNvCxnSpPr>
            <p:nvPr/>
          </p:nvCxnSpPr>
          <p:spPr>
            <a:xfrm flipH="1">
              <a:off x="6162416" y="2754404"/>
              <a:ext cx="118050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63E39A67-685C-6489-6FE2-90730612A4CB}"/>
                </a:ext>
              </a:extLst>
            </p:cNvPr>
            <p:cNvCxnSpPr>
              <a:cxnSpLocks/>
            </p:cNvCxnSpPr>
            <p:nvPr/>
          </p:nvCxnSpPr>
          <p:spPr>
            <a:xfrm>
              <a:off x="9241709" y="2754404"/>
              <a:ext cx="1043981"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1" name="TextBox 6">
            <a:extLst>
              <a:ext uri="{FF2B5EF4-FFF2-40B4-BE49-F238E27FC236}">
                <a16:creationId xmlns:a16="http://schemas.microsoft.com/office/drawing/2014/main" id="{64A1E7A2-D9F5-2FB4-BE35-9D3B75FE6845}"/>
              </a:ext>
            </a:extLst>
          </p:cNvPr>
          <p:cNvSpPr txBox="1"/>
          <p:nvPr/>
        </p:nvSpPr>
        <p:spPr>
          <a:xfrm>
            <a:off x="9109279" y="1277963"/>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52" name="TextBox 7">
            <a:extLst>
              <a:ext uri="{FF2B5EF4-FFF2-40B4-BE49-F238E27FC236}">
                <a16:creationId xmlns:a16="http://schemas.microsoft.com/office/drawing/2014/main" id="{6CB20BEB-24EA-1A97-53D6-DA4E58C32FD9}"/>
              </a:ext>
            </a:extLst>
          </p:cNvPr>
          <p:cNvSpPr txBox="1"/>
          <p:nvPr/>
        </p:nvSpPr>
        <p:spPr>
          <a:xfrm>
            <a:off x="9109279" y="2672857"/>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53" name="TextBox 8">
            <a:extLst>
              <a:ext uri="{FF2B5EF4-FFF2-40B4-BE49-F238E27FC236}">
                <a16:creationId xmlns:a16="http://schemas.microsoft.com/office/drawing/2014/main" id="{B4479E57-FF45-3975-B27D-C192FB90D327}"/>
              </a:ext>
            </a:extLst>
          </p:cNvPr>
          <p:cNvSpPr txBox="1"/>
          <p:nvPr/>
        </p:nvSpPr>
        <p:spPr>
          <a:xfrm>
            <a:off x="9247499" y="3633569"/>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4" name="TextBox 9">
            <a:extLst>
              <a:ext uri="{FF2B5EF4-FFF2-40B4-BE49-F238E27FC236}">
                <a16:creationId xmlns:a16="http://schemas.microsoft.com/office/drawing/2014/main" id="{B760B802-B0DC-81E6-CC76-39F7F5906EB2}"/>
              </a:ext>
            </a:extLst>
          </p:cNvPr>
          <p:cNvSpPr txBox="1"/>
          <p:nvPr/>
        </p:nvSpPr>
        <p:spPr>
          <a:xfrm>
            <a:off x="9369480" y="4976375"/>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55" name="TextBox 10">
            <a:extLst>
              <a:ext uri="{FF2B5EF4-FFF2-40B4-BE49-F238E27FC236}">
                <a16:creationId xmlns:a16="http://schemas.microsoft.com/office/drawing/2014/main" id="{A3348425-5A2F-1ED4-D929-E780AC78278F}"/>
              </a:ext>
            </a:extLst>
          </p:cNvPr>
          <p:cNvSpPr txBox="1"/>
          <p:nvPr/>
        </p:nvSpPr>
        <p:spPr>
          <a:xfrm>
            <a:off x="9391918" y="6379199"/>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cxnSp>
        <p:nvCxnSpPr>
          <p:cNvPr id="2" name="Straight Arrow Connector 1">
            <a:extLst>
              <a:ext uri="{FF2B5EF4-FFF2-40B4-BE49-F238E27FC236}">
                <a16:creationId xmlns:a16="http://schemas.microsoft.com/office/drawing/2014/main" id="{26A52127-72C5-D035-1204-D42DA6835028}"/>
              </a:ext>
            </a:extLst>
          </p:cNvPr>
          <p:cNvCxnSpPr>
            <a:cxnSpLocks/>
          </p:cNvCxnSpPr>
          <p:nvPr/>
        </p:nvCxnSpPr>
        <p:spPr>
          <a:xfrm>
            <a:off x="1333872" y="1903024"/>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D35A7C6-86C4-6D65-95BC-590339D8FFF4}"/>
                  </a:ext>
                </a:extLst>
              </p:cNvPr>
              <p:cNvSpPr txBox="1"/>
              <p:nvPr/>
            </p:nvSpPr>
            <p:spPr>
              <a:xfrm>
                <a:off x="1165275" y="1436201"/>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2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3" name="TextBox 2">
                <a:extLst>
                  <a:ext uri="{FF2B5EF4-FFF2-40B4-BE49-F238E27FC236}">
                    <a16:creationId xmlns:a16="http://schemas.microsoft.com/office/drawing/2014/main" id="{99801CBC-2641-80C7-14AF-9AA3CA11C8AD}"/>
                  </a:ext>
                </a:extLst>
              </p:cNvPr>
              <p:cNvSpPr txBox="1">
                <a:spLocks noRot="1" noChangeAspect="1" noMove="1" noResize="1" noEditPoints="1" noAdjustHandles="1" noChangeArrowheads="1" noChangeShapeType="1" noTextEdit="1"/>
              </p:cNvSpPr>
              <p:nvPr/>
            </p:nvSpPr>
            <p:spPr>
              <a:xfrm>
                <a:off x="1165275" y="1436201"/>
                <a:ext cx="1572470" cy="461665"/>
              </a:xfrm>
              <a:prstGeom prst="rect">
                <a:avLst/>
              </a:prstGeom>
              <a:blipFill>
                <a:blip r:embed="rId5"/>
                <a:stretch>
                  <a:fillRect t="-10667" b="-30667"/>
                </a:stretch>
              </a:blipFill>
            </p:spPr>
            <p:txBody>
              <a:bodyPr/>
              <a:lstStyle/>
              <a:p>
                <a:r>
                  <a:rPr lang="en-US">
                    <a:noFill/>
                  </a:rPr>
                  <a:t> </a:t>
                </a:r>
              </a:p>
            </p:txBody>
          </p:sp>
        </mc:Fallback>
      </mc:AlternateContent>
      <p:cxnSp>
        <p:nvCxnSpPr>
          <p:cNvPr id="10" name="Straight Connector 9">
            <a:extLst>
              <a:ext uri="{FF2B5EF4-FFF2-40B4-BE49-F238E27FC236}">
                <a16:creationId xmlns:a16="http://schemas.microsoft.com/office/drawing/2014/main" id="{222D3FF5-2A99-CA5D-F9C1-B1B0EAD88FF2}"/>
              </a:ext>
            </a:extLst>
          </p:cNvPr>
          <p:cNvCxnSpPr>
            <a:cxnSpLocks/>
          </p:cNvCxnSpPr>
          <p:nvPr/>
        </p:nvCxnSpPr>
        <p:spPr>
          <a:xfrm>
            <a:off x="0" y="2309855"/>
            <a:ext cx="12192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1D85AAF-0016-4E32-E18C-B36C17FCA34F}"/>
              </a:ext>
            </a:extLst>
          </p:cNvPr>
          <p:cNvCxnSpPr>
            <a:cxnSpLocks/>
          </p:cNvCxnSpPr>
          <p:nvPr/>
        </p:nvCxnSpPr>
        <p:spPr>
          <a:xfrm>
            <a:off x="-8293" y="3676914"/>
            <a:ext cx="12192000"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754558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1A918A1-69C7-8D79-6F9C-B8EEF5F64ACF}"/>
            </a:ext>
          </a:extLst>
        </p:cNvPr>
        <p:cNvGrpSpPr/>
        <p:nvPr/>
      </p:nvGrpSpPr>
      <p:grpSpPr>
        <a:xfrm>
          <a:off x="0" y="0"/>
          <a:ext cx="0" cy="0"/>
          <a:chOff x="0" y="0"/>
          <a:chExt cx="0" cy="0"/>
        </a:xfrm>
      </p:grpSpPr>
      <p:pic>
        <p:nvPicPr>
          <p:cNvPr id="56" name="Picture 55" descr="A screen shot of a computer&#10;&#10;Description automatically generated">
            <a:extLst>
              <a:ext uri="{FF2B5EF4-FFF2-40B4-BE49-F238E27FC236}">
                <a16:creationId xmlns:a16="http://schemas.microsoft.com/office/drawing/2014/main" id="{FC3A3F28-D9F6-01F4-BFD3-E118D94E77B8}"/>
              </a:ext>
            </a:extLst>
          </p:cNvPr>
          <p:cNvPicPr>
            <a:picLocks noChangeAspect="1"/>
          </p:cNvPicPr>
          <p:nvPr/>
        </p:nvPicPr>
        <p:blipFill rotWithShape="1">
          <a:blip r:embed="rId2">
            <a:extLst>
              <a:ext uri="{28A0092B-C50C-407E-A947-70E740481C1C}">
                <a14:useLocalDpi xmlns:a14="http://schemas.microsoft.com/office/drawing/2010/main" val="0"/>
              </a:ext>
            </a:extLst>
          </a:blip>
          <a:srcRect t="5295" r="1000" b="7664"/>
          <a:stretch/>
        </p:blipFill>
        <p:spPr>
          <a:xfrm>
            <a:off x="-1" y="962819"/>
            <a:ext cx="12226989" cy="6858000"/>
          </a:xfrm>
          <a:prstGeom prst="rect">
            <a:avLst/>
          </a:prstGeom>
        </p:spPr>
      </p:pic>
      <p:sp>
        <p:nvSpPr>
          <p:cNvPr id="57" name="テキスト プレースホルダー 2">
            <a:extLst>
              <a:ext uri="{FF2B5EF4-FFF2-40B4-BE49-F238E27FC236}">
                <a16:creationId xmlns:a16="http://schemas.microsoft.com/office/drawing/2014/main" id="{AF8F1176-9B27-3782-8614-9D86E2F05095}"/>
              </a:ext>
            </a:extLst>
          </p:cNvPr>
          <p:cNvSpPr txBox="1">
            <a:spLocks/>
          </p:cNvSpPr>
          <p:nvPr/>
        </p:nvSpPr>
        <p:spPr>
          <a:xfrm>
            <a:off x="350158" y="2151654"/>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cxnSp>
        <p:nvCxnSpPr>
          <p:cNvPr id="58" name="Straight Arrow Connector 57">
            <a:extLst>
              <a:ext uri="{FF2B5EF4-FFF2-40B4-BE49-F238E27FC236}">
                <a16:creationId xmlns:a16="http://schemas.microsoft.com/office/drawing/2014/main" id="{717EC57C-07F6-3BDF-DA74-415BA68655FC}"/>
              </a:ext>
            </a:extLst>
          </p:cNvPr>
          <p:cNvCxnSpPr/>
          <p:nvPr/>
        </p:nvCxnSpPr>
        <p:spPr>
          <a:xfrm>
            <a:off x="893218" y="1981391"/>
            <a:ext cx="1226917"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0A456669-7694-4076-786F-C5FA4C8B5D27}"/>
                  </a:ext>
                </a:extLst>
              </p:cNvPr>
              <p:cNvSpPr txBox="1"/>
              <p:nvPr/>
            </p:nvSpPr>
            <p:spPr>
              <a:xfrm>
                <a:off x="466927" y="1434595"/>
                <a:ext cx="2079498"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4</a:t>
                </a:r>
                <a14:m>
                  <m:oMath xmlns:m="http://schemas.openxmlformats.org/officeDocument/2006/math">
                    <m:r>
                      <a:rPr lang="en-PH" sz="2400" b="1" i="0" smtClean="0">
                        <a:latin typeface="Cambria Math" panose="02040503050406030204" pitchFamily="18" charset="0"/>
                        <a:ea typeface="Malgun Gothic" panose="020B0503020000020004" pitchFamily="34" charset="-127"/>
                        <a:cs typeface="Times New Roman" panose="02020603050405020304" pitchFamily="18" charset="0"/>
                      </a:rPr>
                      <m:t> </m:t>
                    </m:r>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59" name="TextBox 58">
                <a:extLst>
                  <a:ext uri="{FF2B5EF4-FFF2-40B4-BE49-F238E27FC236}">
                    <a16:creationId xmlns:a16="http://schemas.microsoft.com/office/drawing/2014/main" id="{0A456669-7694-4076-786F-C5FA4C8B5D27}"/>
                  </a:ext>
                </a:extLst>
              </p:cNvPr>
              <p:cNvSpPr txBox="1">
                <a:spLocks noRot="1" noChangeAspect="1" noMove="1" noResize="1" noEditPoints="1" noAdjustHandles="1" noChangeArrowheads="1" noChangeShapeType="1" noTextEdit="1"/>
              </p:cNvSpPr>
              <p:nvPr/>
            </p:nvSpPr>
            <p:spPr>
              <a:xfrm>
                <a:off x="466927" y="1434595"/>
                <a:ext cx="2079498" cy="461665"/>
              </a:xfrm>
              <a:prstGeom prst="rect">
                <a:avLst/>
              </a:prstGeom>
              <a:blipFill>
                <a:blip r:embed="rId3"/>
                <a:stretch>
                  <a:fillRect t="-10526" b="-28947"/>
                </a:stretch>
              </a:blipFill>
            </p:spPr>
            <p:txBody>
              <a:bodyPr/>
              <a:lstStyle/>
              <a:p>
                <a:r>
                  <a:rPr lang="en-US">
                    <a:noFill/>
                  </a:rPr>
                  <a:t> </a:t>
                </a:r>
              </a:p>
            </p:txBody>
          </p:sp>
        </mc:Fallback>
      </mc:AlternateContent>
      <p:sp>
        <p:nvSpPr>
          <p:cNvPr id="60" name="Rectangle: Rounded Corners 59">
            <a:extLst>
              <a:ext uri="{FF2B5EF4-FFF2-40B4-BE49-F238E27FC236}">
                <a16:creationId xmlns:a16="http://schemas.microsoft.com/office/drawing/2014/main" id="{070DF4F8-71D1-FCF1-8609-B87517227E2A}"/>
              </a:ext>
            </a:extLst>
          </p:cNvPr>
          <p:cNvSpPr/>
          <p:nvPr/>
        </p:nvSpPr>
        <p:spPr>
          <a:xfrm>
            <a:off x="4919185" y="6856069"/>
            <a:ext cx="1037066" cy="363485"/>
          </a:xfrm>
          <a:prstGeom prst="roundRect">
            <a:avLst/>
          </a:prstGeom>
          <a:solidFill>
            <a:srgbClr val="01D995"/>
          </a:solidFill>
          <a:ln>
            <a:solidFill>
              <a:srgbClr val="01D9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D</a:t>
            </a:r>
            <a:r>
              <a:rPr lang="en-US" sz="2000" b="1" baseline="-25000"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sz="2000" b="1" i="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tx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sp>
        <p:nvSpPr>
          <p:cNvPr id="61" name="Rectangle: Rounded Corners 60">
            <a:extLst>
              <a:ext uri="{FF2B5EF4-FFF2-40B4-BE49-F238E27FC236}">
                <a16:creationId xmlns:a16="http://schemas.microsoft.com/office/drawing/2014/main" id="{221CFD35-DF7F-CA74-64C8-ED68B2D4B7AF}"/>
              </a:ext>
            </a:extLst>
          </p:cNvPr>
          <p:cNvSpPr/>
          <p:nvPr/>
        </p:nvSpPr>
        <p:spPr>
          <a:xfrm>
            <a:off x="4925609" y="5454675"/>
            <a:ext cx="1048987" cy="363485"/>
          </a:xfrm>
          <a:prstGeom prst="roundRect">
            <a:avLst/>
          </a:prstGeom>
          <a:solidFill>
            <a:srgbClr val="2424B7"/>
          </a:solidFill>
          <a:ln>
            <a:solidFill>
              <a:srgbClr val="2424B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i</a:t>
            </a:r>
            <a:r>
              <a:rPr lang="en-US" sz="2000" b="1" i="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S</a:t>
            </a:r>
            <a:r>
              <a:rPr lang="en-US" sz="2000" b="1" baseline="-25000"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2</a:t>
            </a:r>
            <a:r>
              <a:rPr lang="en-US" sz="2000" b="1" i="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a:t>
            </a:r>
            <a:r>
              <a:rPr lang="en-US" sz="2000" b="1" dirty="0">
                <a:solidFill>
                  <a:schemeClr val="bg1"/>
                </a:solidFill>
                <a:latin typeface="Times New Roman" panose="02020603050405020304" pitchFamily="18" charset="0"/>
                <a:ea typeface="Malgun Gothic" panose="020B0503020000020004" pitchFamily="34" charset="-127"/>
                <a:cs typeface="Times New Roman" panose="02020603050405020304" pitchFamily="18" charset="0"/>
              </a:rPr>
              <a:t>= 0</a:t>
            </a:r>
          </a:p>
        </p:txBody>
      </p:sp>
      <p:sp>
        <p:nvSpPr>
          <p:cNvPr id="62" name="TextBox 6">
            <a:extLst>
              <a:ext uri="{FF2B5EF4-FFF2-40B4-BE49-F238E27FC236}">
                <a16:creationId xmlns:a16="http://schemas.microsoft.com/office/drawing/2014/main" id="{98312E59-1DD0-2273-786A-0E5D8A371121}"/>
              </a:ext>
            </a:extLst>
          </p:cNvPr>
          <p:cNvSpPr txBox="1"/>
          <p:nvPr/>
        </p:nvSpPr>
        <p:spPr>
          <a:xfrm>
            <a:off x="9109278" y="1277962"/>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63" name="TextBox 7">
            <a:extLst>
              <a:ext uri="{FF2B5EF4-FFF2-40B4-BE49-F238E27FC236}">
                <a16:creationId xmlns:a16="http://schemas.microsoft.com/office/drawing/2014/main" id="{2BC61E7A-6D2B-FB0C-1C5A-B683599F9C92}"/>
              </a:ext>
            </a:extLst>
          </p:cNvPr>
          <p:cNvSpPr txBox="1"/>
          <p:nvPr/>
        </p:nvSpPr>
        <p:spPr>
          <a:xfrm>
            <a:off x="9109278" y="2672856"/>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64" name="TextBox 8">
            <a:extLst>
              <a:ext uri="{FF2B5EF4-FFF2-40B4-BE49-F238E27FC236}">
                <a16:creationId xmlns:a16="http://schemas.microsoft.com/office/drawing/2014/main" id="{EC83D1E1-B47F-7E3F-4783-6486E5AF8BA4}"/>
              </a:ext>
            </a:extLst>
          </p:cNvPr>
          <p:cNvSpPr txBox="1"/>
          <p:nvPr/>
        </p:nvSpPr>
        <p:spPr>
          <a:xfrm>
            <a:off x="9247498" y="3633568"/>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5" name="TextBox 9">
            <a:extLst>
              <a:ext uri="{FF2B5EF4-FFF2-40B4-BE49-F238E27FC236}">
                <a16:creationId xmlns:a16="http://schemas.microsoft.com/office/drawing/2014/main" id="{9720C8C4-4D55-357F-2E45-4108FCBC1A55}"/>
              </a:ext>
            </a:extLst>
          </p:cNvPr>
          <p:cNvSpPr txBox="1"/>
          <p:nvPr/>
        </p:nvSpPr>
        <p:spPr>
          <a:xfrm>
            <a:off x="9369479" y="4976374"/>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6" name="TextBox 10">
            <a:extLst>
              <a:ext uri="{FF2B5EF4-FFF2-40B4-BE49-F238E27FC236}">
                <a16:creationId xmlns:a16="http://schemas.microsoft.com/office/drawing/2014/main" id="{B73830D1-7C33-9707-8F10-AEA21443D13D}"/>
              </a:ext>
            </a:extLst>
          </p:cNvPr>
          <p:cNvSpPr txBox="1"/>
          <p:nvPr/>
        </p:nvSpPr>
        <p:spPr>
          <a:xfrm>
            <a:off x="9391917" y="6379198"/>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Tree>
    <p:extLst>
      <p:ext uri="{BB962C8B-B14F-4D97-AF65-F5344CB8AC3E}">
        <p14:creationId xmlns:p14="http://schemas.microsoft.com/office/powerpoint/2010/main" val="9266855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3DC27C1-B340-0798-BC57-A7AB9E8E450B}"/>
            </a:ext>
          </a:extLst>
        </p:cNvPr>
        <p:cNvGrpSpPr/>
        <p:nvPr/>
      </p:nvGrpSpPr>
      <p:grpSpPr>
        <a:xfrm>
          <a:off x="0" y="0"/>
          <a:ext cx="0" cy="0"/>
          <a:chOff x="0" y="0"/>
          <a:chExt cx="0" cy="0"/>
        </a:xfrm>
      </p:grpSpPr>
      <p:pic>
        <p:nvPicPr>
          <p:cNvPr id="3" name="Picture 2" descr="The provided text appears to be a list of electrical values and measurements, but there is no accompanying image to describe.&#10;&#10;AI-generated content may be incorrect.">
            <a:extLst>
              <a:ext uri="{FF2B5EF4-FFF2-40B4-BE49-F238E27FC236}">
                <a16:creationId xmlns:a16="http://schemas.microsoft.com/office/drawing/2014/main" id="{AE3A4969-1E69-5987-C21B-0CD8E72B13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62819"/>
            <a:ext cx="12226988" cy="6858000"/>
          </a:xfrm>
          <a:prstGeom prst="rect">
            <a:avLst/>
          </a:prstGeom>
        </p:spPr>
      </p:pic>
      <p:sp>
        <p:nvSpPr>
          <p:cNvPr id="57" name="テキスト プレースホルダー 2">
            <a:extLst>
              <a:ext uri="{FF2B5EF4-FFF2-40B4-BE49-F238E27FC236}">
                <a16:creationId xmlns:a16="http://schemas.microsoft.com/office/drawing/2014/main" id="{BAA7B601-01D9-3913-83ED-0F16BE5C67C8}"/>
              </a:ext>
            </a:extLst>
          </p:cNvPr>
          <p:cNvSpPr txBox="1">
            <a:spLocks/>
          </p:cNvSpPr>
          <p:nvPr/>
        </p:nvSpPr>
        <p:spPr>
          <a:xfrm>
            <a:off x="350158" y="2151654"/>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sp>
        <p:nvSpPr>
          <p:cNvPr id="62" name="TextBox 6">
            <a:extLst>
              <a:ext uri="{FF2B5EF4-FFF2-40B4-BE49-F238E27FC236}">
                <a16:creationId xmlns:a16="http://schemas.microsoft.com/office/drawing/2014/main" id="{4C27599F-D994-C884-CE48-8827F178A380}"/>
              </a:ext>
            </a:extLst>
          </p:cNvPr>
          <p:cNvSpPr txBox="1"/>
          <p:nvPr/>
        </p:nvSpPr>
        <p:spPr>
          <a:xfrm>
            <a:off x="9109278" y="1277962"/>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63" name="TextBox 7">
            <a:extLst>
              <a:ext uri="{FF2B5EF4-FFF2-40B4-BE49-F238E27FC236}">
                <a16:creationId xmlns:a16="http://schemas.microsoft.com/office/drawing/2014/main" id="{75AC1604-F724-9F92-817B-8A4B8908F6F1}"/>
              </a:ext>
            </a:extLst>
          </p:cNvPr>
          <p:cNvSpPr txBox="1"/>
          <p:nvPr/>
        </p:nvSpPr>
        <p:spPr>
          <a:xfrm>
            <a:off x="9109278" y="2672856"/>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64" name="TextBox 8">
            <a:extLst>
              <a:ext uri="{FF2B5EF4-FFF2-40B4-BE49-F238E27FC236}">
                <a16:creationId xmlns:a16="http://schemas.microsoft.com/office/drawing/2014/main" id="{FACDA449-1C62-C423-B27C-E2B131B20A86}"/>
              </a:ext>
            </a:extLst>
          </p:cNvPr>
          <p:cNvSpPr txBox="1"/>
          <p:nvPr/>
        </p:nvSpPr>
        <p:spPr>
          <a:xfrm>
            <a:off x="9247498" y="3633568"/>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5" name="TextBox 9">
            <a:extLst>
              <a:ext uri="{FF2B5EF4-FFF2-40B4-BE49-F238E27FC236}">
                <a16:creationId xmlns:a16="http://schemas.microsoft.com/office/drawing/2014/main" id="{70CA3480-B17D-CB52-6401-CAC286EFCB9A}"/>
              </a:ext>
            </a:extLst>
          </p:cNvPr>
          <p:cNvSpPr txBox="1"/>
          <p:nvPr/>
        </p:nvSpPr>
        <p:spPr>
          <a:xfrm>
            <a:off x="9369479" y="4976374"/>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6" name="TextBox 10">
            <a:extLst>
              <a:ext uri="{FF2B5EF4-FFF2-40B4-BE49-F238E27FC236}">
                <a16:creationId xmlns:a16="http://schemas.microsoft.com/office/drawing/2014/main" id="{0F237A5B-42BE-E18B-E2DB-5040857D5920}"/>
              </a:ext>
            </a:extLst>
          </p:cNvPr>
          <p:cNvSpPr txBox="1"/>
          <p:nvPr/>
        </p:nvSpPr>
        <p:spPr>
          <a:xfrm>
            <a:off x="9391917" y="6379198"/>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cxnSp>
        <p:nvCxnSpPr>
          <p:cNvPr id="2" name="Straight Arrow Connector 1">
            <a:extLst>
              <a:ext uri="{FF2B5EF4-FFF2-40B4-BE49-F238E27FC236}">
                <a16:creationId xmlns:a16="http://schemas.microsoft.com/office/drawing/2014/main" id="{5145BE70-E7A3-B55B-5A6F-24CFDF61DEAF}"/>
              </a:ext>
            </a:extLst>
          </p:cNvPr>
          <p:cNvCxnSpPr>
            <a:cxnSpLocks/>
          </p:cNvCxnSpPr>
          <p:nvPr/>
        </p:nvCxnSpPr>
        <p:spPr>
          <a:xfrm>
            <a:off x="851907"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6393C90D-C584-EF78-3B26-F98AF337FCA4}"/>
                  </a:ext>
                </a:extLst>
              </p:cNvPr>
              <p:cNvSpPr txBox="1"/>
              <p:nvPr/>
            </p:nvSpPr>
            <p:spPr>
              <a:xfrm>
                <a:off x="683310" y="1605123"/>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4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xmlns="">
          <p:sp>
            <p:nvSpPr>
              <p:cNvPr id="4" name="TextBox 3">
                <a:extLst>
                  <a:ext uri="{FF2B5EF4-FFF2-40B4-BE49-F238E27FC236}">
                    <a16:creationId xmlns:a16="http://schemas.microsoft.com/office/drawing/2014/main" id="{6393C90D-C584-EF78-3B26-F98AF337FCA4}"/>
                  </a:ext>
                </a:extLst>
              </p:cNvPr>
              <p:cNvSpPr txBox="1">
                <a:spLocks noRot="1" noChangeAspect="1" noMove="1" noResize="1" noEditPoints="1" noAdjustHandles="1" noChangeArrowheads="1" noChangeShapeType="1" noTextEdit="1"/>
              </p:cNvSpPr>
              <p:nvPr/>
            </p:nvSpPr>
            <p:spPr>
              <a:xfrm>
                <a:off x="683310" y="1605123"/>
                <a:ext cx="1572470" cy="461665"/>
              </a:xfrm>
              <a:prstGeom prst="rect">
                <a:avLst/>
              </a:prstGeom>
              <a:blipFill>
                <a:blip r:embed="rId3"/>
                <a:stretch>
                  <a:fillRect t="-10526" b="-28947"/>
                </a:stretch>
              </a:blipFill>
            </p:spPr>
            <p:txBody>
              <a:bodyPr/>
              <a:lstStyle/>
              <a:p>
                <a:r>
                  <a:rPr lang="en-US">
                    <a:noFill/>
                  </a:rPr>
                  <a:t> </a:t>
                </a:r>
              </a:p>
            </p:txBody>
          </p:sp>
        </mc:Fallback>
      </mc:AlternateContent>
    </p:spTree>
    <p:extLst>
      <p:ext uri="{BB962C8B-B14F-4D97-AF65-F5344CB8AC3E}">
        <p14:creationId xmlns:p14="http://schemas.microsoft.com/office/powerpoint/2010/main" val="1253167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1CCE3D-2A07-2EEB-9E1A-EB2B264F14D7}"/>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4F6EA2EA-8971-28CE-8ABE-08E1BDFCC3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62819"/>
            <a:ext cx="12226988" cy="6858000"/>
          </a:xfrm>
          <a:prstGeom prst="rect">
            <a:avLst/>
          </a:prstGeom>
        </p:spPr>
      </p:pic>
      <p:sp>
        <p:nvSpPr>
          <p:cNvPr id="57" name="テキスト プレースホルダー 2">
            <a:extLst>
              <a:ext uri="{FF2B5EF4-FFF2-40B4-BE49-F238E27FC236}">
                <a16:creationId xmlns:a16="http://schemas.microsoft.com/office/drawing/2014/main" id="{7C6248A8-3D0C-CFB7-9AB3-60869319410B}"/>
              </a:ext>
            </a:extLst>
          </p:cNvPr>
          <p:cNvSpPr txBox="1">
            <a:spLocks/>
          </p:cNvSpPr>
          <p:nvPr/>
        </p:nvSpPr>
        <p:spPr>
          <a:xfrm>
            <a:off x="350158" y="2151654"/>
            <a:ext cx="6736442" cy="4964949"/>
          </a:xfrm>
          <a:prstGeom prst="rect">
            <a:avLst/>
          </a:prstGeom>
        </p:spPr>
        <p:txBody>
          <a:bodyPr vert="horz" lIns="91440" tIns="45720" rIns="91440" bIns="45720" numCol="1" spcCol="82800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endParaRPr kumimoji="1" lang="en-PH" altLang="ja-JP" b="1">
              <a:latin typeface="Times New Roman" panose="02020603050405020304" pitchFamily="18" charset="0"/>
              <a:ea typeface="Malgun Gothic" panose="020B0503020000020004" pitchFamily="34" charset="-127"/>
              <a:cs typeface="Times New Roman" panose="02020603050405020304" pitchFamily="18" charset="0"/>
            </a:endParaRPr>
          </a:p>
        </p:txBody>
      </p:sp>
      <p:sp>
        <p:nvSpPr>
          <p:cNvPr id="62" name="TextBox 6">
            <a:extLst>
              <a:ext uri="{FF2B5EF4-FFF2-40B4-BE49-F238E27FC236}">
                <a16:creationId xmlns:a16="http://schemas.microsoft.com/office/drawing/2014/main" id="{C98369C6-2FB7-70BB-3413-D1D9EB50EA48}"/>
              </a:ext>
            </a:extLst>
          </p:cNvPr>
          <p:cNvSpPr txBox="1"/>
          <p:nvPr/>
        </p:nvSpPr>
        <p:spPr>
          <a:xfrm>
            <a:off x="9109278" y="1277962"/>
            <a:ext cx="2641401" cy="646331"/>
          </a:xfrm>
          <a:prstGeom prst="rect">
            <a:avLst/>
          </a:prstGeom>
          <a:noFill/>
        </p:spPr>
        <p:txBody>
          <a:bodyPr wrap="square" rtlCol="0">
            <a:spAutoFit/>
          </a:bodyPr>
          <a:lstStyle/>
          <a:p>
            <a:pPr algn="r"/>
            <a:r>
              <a:rPr lang="en-PH" sz="3600" b="1" i="1" dirty="0">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latin typeface="Times New Roman" panose="02020603050405020304" pitchFamily="18" charset="0"/>
                <a:ea typeface="Malgun Gothic" panose="020B0503020000020004" pitchFamily="34" charset="-127"/>
                <a:cs typeface="Times New Roman" panose="02020603050405020304" pitchFamily="18" charset="0"/>
              </a:rPr>
              <a:t>in</a:t>
            </a:r>
          </a:p>
        </p:txBody>
      </p:sp>
      <p:sp>
        <p:nvSpPr>
          <p:cNvPr id="63" name="TextBox 7">
            <a:extLst>
              <a:ext uri="{FF2B5EF4-FFF2-40B4-BE49-F238E27FC236}">
                <a16:creationId xmlns:a16="http://schemas.microsoft.com/office/drawing/2014/main" id="{13616A51-7D9C-8E1B-6AED-6E4723057B67}"/>
              </a:ext>
            </a:extLst>
          </p:cNvPr>
          <p:cNvSpPr txBox="1"/>
          <p:nvPr/>
        </p:nvSpPr>
        <p:spPr>
          <a:xfrm>
            <a:off x="9109278" y="2672856"/>
            <a:ext cx="2641401" cy="646331"/>
          </a:xfrm>
          <a:prstGeom prst="rect">
            <a:avLst/>
          </a:prstGeom>
          <a:noFill/>
        </p:spPr>
        <p:txBody>
          <a:bodyPr wrap="square" rtlCol="0">
            <a:spAutoFit/>
          </a:bodyPr>
          <a:lstStyle/>
          <a:p>
            <a:pPr algn="r"/>
            <a:r>
              <a:rPr lang="en-PH" sz="3600" b="1" i="1"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21C2C8"/>
                </a:solidFill>
                <a:latin typeface="Times New Roman" panose="02020603050405020304" pitchFamily="18" charset="0"/>
                <a:ea typeface="Malgun Gothic" panose="020B0503020000020004" pitchFamily="34" charset="-127"/>
                <a:cs typeface="Times New Roman" panose="02020603050405020304" pitchFamily="18" charset="0"/>
              </a:rPr>
              <a:t>o</a:t>
            </a:r>
          </a:p>
        </p:txBody>
      </p:sp>
      <p:sp>
        <p:nvSpPr>
          <p:cNvPr id="64" name="TextBox 8">
            <a:extLst>
              <a:ext uri="{FF2B5EF4-FFF2-40B4-BE49-F238E27FC236}">
                <a16:creationId xmlns:a16="http://schemas.microsoft.com/office/drawing/2014/main" id="{AABD7432-582F-B407-D537-94D3469C62FF}"/>
              </a:ext>
            </a:extLst>
          </p:cNvPr>
          <p:cNvSpPr txBox="1"/>
          <p:nvPr/>
        </p:nvSpPr>
        <p:spPr>
          <a:xfrm>
            <a:off x="9247498" y="3633568"/>
            <a:ext cx="2641401" cy="646331"/>
          </a:xfrm>
          <a:prstGeom prst="rect">
            <a:avLst/>
          </a:prstGeom>
          <a:noFill/>
        </p:spPr>
        <p:txBody>
          <a:bodyPr wrap="square" rtlCol="0">
            <a:spAutoFit/>
          </a:bodyPr>
          <a:lstStyle/>
          <a:p>
            <a:pPr algn="r"/>
            <a:r>
              <a:rPr lang="en-PH" sz="3600" b="1" i="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v</a:t>
            </a:r>
            <a:r>
              <a:rPr lang="en-PH" sz="3600" b="1" i="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ds</a:t>
            </a:r>
            <a:r>
              <a:rPr lang="en-PH" sz="3600" b="1" baseline="-25000" dirty="0">
                <a:solidFill>
                  <a:srgbClr val="93CF33"/>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5" name="TextBox 9">
            <a:extLst>
              <a:ext uri="{FF2B5EF4-FFF2-40B4-BE49-F238E27FC236}">
                <a16:creationId xmlns:a16="http://schemas.microsoft.com/office/drawing/2014/main" id="{59248999-2840-57FB-DC1A-6E3EB6E98AA5}"/>
              </a:ext>
            </a:extLst>
          </p:cNvPr>
          <p:cNvSpPr txBox="1"/>
          <p:nvPr/>
        </p:nvSpPr>
        <p:spPr>
          <a:xfrm>
            <a:off x="9369479" y="4976374"/>
            <a:ext cx="2542843" cy="646331"/>
          </a:xfrm>
          <a:prstGeom prst="rect">
            <a:avLst/>
          </a:prstGeom>
          <a:noFill/>
        </p:spPr>
        <p:txBody>
          <a:bodyPr wrap="square" rtlCol="0">
            <a:spAutoFit/>
          </a:bodyPr>
          <a:lstStyle/>
          <a:p>
            <a:pPr algn="r"/>
            <a:r>
              <a:rPr lang="en-PH" sz="3600" b="1" i="1"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FD9116"/>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S</a:t>
            </a:r>
            <a:r>
              <a:rPr lang="en-PH" sz="3600" b="1" baseline="-25000" dirty="0">
                <a:solidFill>
                  <a:srgbClr val="2424B7"/>
                </a:solidFill>
                <a:latin typeface="Times New Roman" panose="02020603050405020304" pitchFamily="18" charset="0"/>
                <a:ea typeface="Malgun Gothic" panose="020B0503020000020004" pitchFamily="34" charset="-127"/>
                <a:cs typeface="Times New Roman" panose="02020603050405020304" pitchFamily="18" charset="0"/>
              </a:rPr>
              <a:t>2</a:t>
            </a:r>
          </a:p>
        </p:txBody>
      </p:sp>
      <p:sp>
        <p:nvSpPr>
          <p:cNvPr id="66" name="TextBox 10">
            <a:extLst>
              <a:ext uri="{FF2B5EF4-FFF2-40B4-BE49-F238E27FC236}">
                <a16:creationId xmlns:a16="http://schemas.microsoft.com/office/drawing/2014/main" id="{6CFD1901-2E2B-043F-1262-4A51A40931DD}"/>
              </a:ext>
            </a:extLst>
          </p:cNvPr>
          <p:cNvSpPr txBox="1"/>
          <p:nvPr/>
        </p:nvSpPr>
        <p:spPr>
          <a:xfrm>
            <a:off x="9391917" y="6379198"/>
            <a:ext cx="2496981" cy="646331"/>
          </a:xfrm>
          <a:prstGeom prst="rect">
            <a:avLst/>
          </a:prstGeom>
          <a:noFill/>
        </p:spPr>
        <p:txBody>
          <a:bodyPr wrap="square" rtlCol="0">
            <a:spAutoFit/>
          </a:bodyPr>
          <a:lstStyle/>
          <a:p>
            <a:pPr algn="r"/>
            <a:r>
              <a:rPr lang="en-PH" sz="3600" b="1" i="1"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D8469D"/>
                </a:solidFill>
                <a:latin typeface="Times New Roman" panose="02020603050405020304" pitchFamily="18" charset="0"/>
                <a:ea typeface="Malgun Gothic" panose="020B0503020000020004" pitchFamily="34" charset="-127"/>
                <a:cs typeface="Times New Roman" panose="02020603050405020304" pitchFamily="18" charset="0"/>
              </a:rPr>
              <a:t>1</a:t>
            </a:r>
            <a:r>
              <a:rPr lang="en-PH" sz="3600" b="1" baseline="-25000" dirty="0">
                <a:latin typeface="Times New Roman" panose="02020603050405020304" pitchFamily="18" charset="0"/>
                <a:ea typeface="Malgun Gothic" panose="020B0503020000020004" pitchFamily="34" charset="-127"/>
                <a:cs typeface="Times New Roman" panose="02020603050405020304" pitchFamily="18" charset="0"/>
              </a:rPr>
              <a:t>,</a:t>
            </a:r>
            <a:r>
              <a:rPr lang="en-PH" sz="3600" b="1" dirty="0">
                <a:solidFill>
                  <a:srgbClr val="E83154"/>
                </a:solidFill>
                <a:latin typeface="Times New Roman" panose="02020603050405020304" pitchFamily="18" charset="0"/>
                <a:ea typeface="Malgun Gothic" panose="020B0503020000020004" pitchFamily="34" charset="-127"/>
                <a:cs typeface="Times New Roman" panose="02020603050405020304" pitchFamily="18" charset="0"/>
              </a:rPr>
              <a:t> </a:t>
            </a:r>
            <a:r>
              <a:rPr lang="en-PH" sz="3600" b="1" i="1"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i</a:t>
            </a:r>
            <a:r>
              <a:rPr lang="en-PH" sz="3600" b="1" i="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D</a:t>
            </a:r>
            <a:r>
              <a:rPr lang="en-PH" sz="3600" b="1" baseline="-25000" dirty="0">
                <a:solidFill>
                  <a:srgbClr val="01D995"/>
                </a:solidFill>
                <a:latin typeface="Times New Roman" panose="02020603050405020304" pitchFamily="18" charset="0"/>
                <a:ea typeface="Malgun Gothic" panose="020B0503020000020004" pitchFamily="34" charset="-127"/>
                <a:cs typeface="Times New Roman" panose="02020603050405020304" pitchFamily="18" charset="0"/>
              </a:rPr>
              <a:t>2</a:t>
            </a:r>
          </a:p>
        </p:txBody>
      </p:sp>
      <p:cxnSp>
        <p:nvCxnSpPr>
          <p:cNvPr id="2" name="Straight Arrow Connector 1">
            <a:extLst>
              <a:ext uri="{FF2B5EF4-FFF2-40B4-BE49-F238E27FC236}">
                <a16:creationId xmlns:a16="http://schemas.microsoft.com/office/drawing/2014/main" id="{DCD0A8EB-A57D-067D-C132-E0997D82A490}"/>
              </a:ext>
            </a:extLst>
          </p:cNvPr>
          <p:cNvCxnSpPr>
            <a:cxnSpLocks/>
          </p:cNvCxnSpPr>
          <p:nvPr/>
        </p:nvCxnSpPr>
        <p:spPr>
          <a:xfrm>
            <a:off x="851907" y="2071946"/>
            <a:ext cx="1267528"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55761940-F29F-E92B-3952-8614D26580B9}"/>
                  </a:ext>
                </a:extLst>
              </p:cNvPr>
              <p:cNvSpPr txBox="1"/>
              <p:nvPr/>
            </p:nvSpPr>
            <p:spPr>
              <a:xfrm>
                <a:off x="683310" y="1605123"/>
                <a:ext cx="1572470" cy="461665"/>
              </a:xfrm>
              <a:prstGeom prst="rect">
                <a:avLst/>
              </a:prstGeom>
              <a:noFill/>
            </p:spPr>
            <p:txBody>
              <a:bodyPr wrap="square" rtlCol="0">
                <a:spAutoFit/>
              </a:bodyPr>
              <a:lstStyle/>
              <a:p>
                <a:pPr algn="ctr"/>
                <a:r>
                  <a:rPr lang="en-PH" sz="2400" b="1" dirty="0">
                    <a:latin typeface="Times New Roman" panose="02020603050405020304" pitchFamily="18" charset="0"/>
                    <a:ea typeface="Malgun Gothic" panose="020B0503020000020004" pitchFamily="34" charset="-127"/>
                    <a:cs typeface="Times New Roman" panose="02020603050405020304" pitchFamily="18" charset="0"/>
                  </a:rPr>
                  <a:t>4 </a:t>
                </a:r>
                <a14:m>
                  <m:oMath xmlns:m="http://schemas.openxmlformats.org/officeDocument/2006/math">
                    <m:r>
                      <a:rPr lang="en-US" sz="2400" b="1" i="1" smtClean="0">
                        <a:latin typeface="Cambria Math" panose="02040503050406030204" pitchFamily="18" charset="0"/>
                        <a:ea typeface="Malgun Gothic" panose="020B0503020000020004" pitchFamily="34" charset="-127"/>
                        <a:cs typeface="Times New Roman" panose="02020603050405020304" pitchFamily="18" charset="0"/>
                      </a:rPr>
                      <m:t>𝝁</m:t>
                    </m:r>
                  </m:oMath>
                </a14:m>
                <a:r>
                  <a:rPr lang="en-PH" sz="2400" b="1" dirty="0">
                    <a:latin typeface="Times New Roman" panose="02020603050405020304" pitchFamily="18" charset="0"/>
                    <a:ea typeface="Malgun Gothic" panose="020B0503020000020004" pitchFamily="34" charset="-127"/>
                    <a:cs typeface="Times New Roman" panose="02020603050405020304" pitchFamily="18" charset="0"/>
                  </a:rPr>
                  <a:t>s/div.</a:t>
                </a:r>
                <a:endParaRPr lang="en-PH" sz="2400" b="1" baseline="-25000" dirty="0">
                  <a:latin typeface="Times New Roman" panose="02020603050405020304" pitchFamily="18" charset="0"/>
                  <a:ea typeface="Malgun Gothic" panose="020B0503020000020004" pitchFamily="34" charset="-127"/>
                  <a:cs typeface="Times New Roman" panose="02020603050405020304" pitchFamily="18" charset="0"/>
                </a:endParaRPr>
              </a:p>
            </p:txBody>
          </p:sp>
        </mc:Choice>
        <mc:Fallback>
          <p:sp>
            <p:nvSpPr>
              <p:cNvPr id="4" name="TextBox 3">
                <a:extLst>
                  <a:ext uri="{FF2B5EF4-FFF2-40B4-BE49-F238E27FC236}">
                    <a16:creationId xmlns:a16="http://schemas.microsoft.com/office/drawing/2014/main" id="{55761940-F29F-E92B-3952-8614D26580B9}"/>
                  </a:ext>
                </a:extLst>
              </p:cNvPr>
              <p:cNvSpPr txBox="1">
                <a:spLocks noRot="1" noChangeAspect="1" noMove="1" noResize="1" noEditPoints="1" noAdjustHandles="1" noChangeArrowheads="1" noChangeShapeType="1" noTextEdit="1"/>
              </p:cNvSpPr>
              <p:nvPr/>
            </p:nvSpPr>
            <p:spPr>
              <a:xfrm>
                <a:off x="683310" y="1605123"/>
                <a:ext cx="1572470" cy="461665"/>
              </a:xfrm>
              <a:prstGeom prst="rect">
                <a:avLst/>
              </a:prstGeom>
              <a:blipFill>
                <a:blip r:embed="rId3"/>
                <a:stretch>
                  <a:fillRect t="-10526" b="-28947"/>
                </a:stretch>
              </a:blipFill>
            </p:spPr>
            <p:txBody>
              <a:bodyPr/>
              <a:lstStyle/>
              <a:p>
                <a:r>
                  <a:rPr lang="en-US">
                    <a:noFill/>
                  </a:rPr>
                  <a:t> </a:t>
                </a:r>
              </a:p>
            </p:txBody>
          </p:sp>
        </mc:Fallback>
      </mc:AlternateContent>
    </p:spTree>
    <p:extLst>
      <p:ext uri="{BB962C8B-B14F-4D97-AF65-F5344CB8AC3E}">
        <p14:creationId xmlns:p14="http://schemas.microsoft.com/office/powerpoint/2010/main" val="187799651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7409</TotalTime>
  <Words>277</Words>
  <Application>Microsoft Office PowerPoint</Application>
  <PresentationFormat>Custom</PresentationFormat>
  <Paragraphs>92</Paragraphs>
  <Slides>10</Slides>
  <Notes>0</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Aptos</vt:lpstr>
      <vt:lpstr>Aptos Display</vt:lpstr>
      <vt:lpstr>Arial</vt:lpstr>
      <vt:lpstr>Cambria Math</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ROQUE Karl Raymond Dela Cruz</dc:creator>
  <cp:lastModifiedBy>ROQUE Karl Raymond Dela Cruz</cp:lastModifiedBy>
  <cp:revision>7</cp:revision>
  <dcterms:created xsi:type="dcterms:W3CDTF">2026-01-15T07:48:16Z</dcterms:created>
  <dcterms:modified xsi:type="dcterms:W3CDTF">2026-10-12T07:56:15Z</dcterms:modified>
</cp:coreProperties>
</file>