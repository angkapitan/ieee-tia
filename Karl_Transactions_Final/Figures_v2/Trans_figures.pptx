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58" r:id="rId6"/>
    <p:sldId id="25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9933"/>
    <a:srgbClr val="00B6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919" y="11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QUE Karl Raymond Dela Cruz" userId="3ef34158-41fc-4e4b-94a6-f7088aac19cc" providerId="ADAL" clId="{4C8DCC2A-8B1B-4414-B405-6FC26C0D17AC}"/>
    <pc:docChg chg="undo custSel modSld">
      <pc:chgData name="ROQUE Karl Raymond Dela Cruz" userId="3ef34158-41fc-4e4b-94a6-f7088aac19cc" providerId="ADAL" clId="{4C8DCC2A-8B1B-4414-B405-6FC26C0D17AC}" dt="2026-02-28T14:00:55.453" v="62" actId="1035"/>
      <pc:docMkLst>
        <pc:docMk/>
      </pc:docMkLst>
      <pc:sldChg chg="modSp mod">
        <pc:chgData name="ROQUE Karl Raymond Dela Cruz" userId="3ef34158-41fc-4e4b-94a6-f7088aac19cc" providerId="ADAL" clId="{4C8DCC2A-8B1B-4414-B405-6FC26C0D17AC}" dt="2026-02-28T14:00:55.453" v="62" actId="1035"/>
        <pc:sldMkLst>
          <pc:docMk/>
          <pc:sldMk cId="883551506" sldId="257"/>
        </pc:sldMkLst>
        <pc:spChg chg="mod">
          <ac:chgData name="ROQUE Karl Raymond Dela Cruz" userId="3ef34158-41fc-4e4b-94a6-f7088aac19cc" providerId="ADAL" clId="{4C8DCC2A-8B1B-4414-B405-6FC26C0D17AC}" dt="2026-02-28T14:00:49.584" v="45" actId="1036"/>
          <ac:spMkLst>
            <pc:docMk/>
            <pc:sldMk cId="883551506" sldId="257"/>
            <ac:spMk id="10" creationId="{D03C3C90-F79D-854B-7CD8-C8FA37D02B9C}"/>
          </ac:spMkLst>
        </pc:spChg>
        <pc:picChg chg="mod">
          <ac:chgData name="ROQUE Karl Raymond Dela Cruz" userId="3ef34158-41fc-4e4b-94a6-f7088aac19cc" providerId="ADAL" clId="{4C8DCC2A-8B1B-4414-B405-6FC26C0D17AC}" dt="2026-02-28T14:00:46.781" v="27" actId="1037"/>
          <ac:picMkLst>
            <pc:docMk/>
            <pc:sldMk cId="883551506" sldId="257"/>
            <ac:picMk id="35" creationId="{406CA8FC-72C5-5D0E-7272-5D07EE2E5278}"/>
          </ac:picMkLst>
        </pc:picChg>
        <pc:picChg chg="mod">
          <ac:chgData name="ROQUE Karl Raymond Dela Cruz" userId="3ef34158-41fc-4e4b-94a6-f7088aac19cc" providerId="ADAL" clId="{4C8DCC2A-8B1B-4414-B405-6FC26C0D17AC}" dt="2026-02-28T14:00:38.305" v="5" actId="1038"/>
          <ac:picMkLst>
            <pc:docMk/>
            <pc:sldMk cId="883551506" sldId="257"/>
            <ac:picMk id="37" creationId="{B2D9D69C-E3C9-CA20-E406-F809CD728FDE}"/>
          </ac:picMkLst>
        </pc:picChg>
        <pc:picChg chg="mod">
          <ac:chgData name="ROQUE Karl Raymond Dela Cruz" userId="3ef34158-41fc-4e4b-94a6-f7088aac19cc" providerId="ADAL" clId="{4C8DCC2A-8B1B-4414-B405-6FC26C0D17AC}" dt="2026-02-28T14:00:55.453" v="62" actId="1035"/>
          <ac:picMkLst>
            <pc:docMk/>
            <pc:sldMk cId="883551506" sldId="257"/>
            <ac:picMk id="41" creationId="{A7C42125-FA7E-9FD9-3F32-FF8DDA07FC6D}"/>
          </ac:picMkLst>
        </pc:picChg>
        <pc:picChg chg="mod">
          <ac:chgData name="ROQUE Karl Raymond Dela Cruz" userId="3ef34158-41fc-4e4b-94a6-f7088aac19cc" providerId="ADAL" clId="{4C8DCC2A-8B1B-4414-B405-6FC26C0D17AC}" dt="2026-02-28T14:00:43.563" v="15" actId="1036"/>
          <ac:picMkLst>
            <pc:docMk/>
            <pc:sldMk cId="883551506" sldId="257"/>
            <ac:picMk id="43" creationId="{17289C81-17C2-44D0-081D-001DD5A10FA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381A7-2008-59A6-42E3-4859DF203A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B560AC-3831-1BAD-1B76-6D7C3F34E4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D3E61-FDE2-2DBE-5273-A084227DE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14F63-B778-CE10-6573-134A41983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5F4CD-48F1-4DAC-964C-D82306142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45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0DAEE-1465-C602-62C3-EC3A94784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AF255-393E-8F30-F0E8-BABB62BC8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43E2A-E7C5-EAA3-327D-5F8910CC9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8C284-C936-F0CA-504D-93662A34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D5F81-2A39-A22F-E338-FA56EECFE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584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D3429-FBCD-4556-1970-F86385392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58A355-C017-6CA1-941B-5730DB420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349B0-4BCB-0DDF-57AC-64CF18422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80EE5-1986-0D04-CF55-6A9F5AF64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2403A-4E90-BEB5-F767-2529767DA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208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AD048-4690-AF28-2F9D-3EDEF1975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BEA8F-F187-F73F-1B8E-D4ACC71BA6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597446-ED3C-3052-1EF6-156A6FCB75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0DEE91-4CD0-A4A7-3A1F-D36600635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87E94D-E0D8-7833-0EB6-24AEA790F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6CD47E-D655-9B17-A63F-7D1512B9D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038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5398F-6D90-A4CB-F0D0-99A15DB08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036DBC-F40A-CB71-D6BA-54E88875C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6822A0-7B2B-124B-A6E0-3CE0E7B048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6EAB8C-E929-FB2C-7FE3-DD19159907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B7EB52-2CF6-ED8F-79CA-735D97663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D83B9B-EAF9-28BE-C617-A489C1125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D6E18F-C72B-726F-A9A4-CC565E7E1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F59626-5C6E-F12A-8367-B64C054F2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3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7A71B-3C1D-B1FC-D66A-8376B828F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8F716D-FB98-DACF-1804-3015E17ED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E09B51-3597-3795-B8EC-5794C4456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405BF8-0B3D-39D8-4DCF-3FE986B8E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213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56E360-6683-928C-2680-FAB5025A1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8B0482-E802-E26F-9498-6A2D0AEF1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C85687-FE70-E61D-9A0D-A47D2CFFC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17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C7FEE-9A23-6FFF-DE61-58676B150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4F131-C6EC-A730-805A-82780520E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3F8F95-40FB-B0BF-46FA-39180B6E3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4DD01A-58B4-7F87-5ABE-678AE7497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181D47-7262-B981-E8B4-31483A353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D9F328-CBE6-C815-7267-7B19D2A60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981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AFCEE-AA86-3421-64C2-05266114F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4C6FCE-76DC-CEC9-C0AA-A1F4B3744A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E91AD6-05E8-8478-E82F-870CCDDFB5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7AC7F4-9BDB-9628-79CB-91A6D99DD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FE052F-55E9-CD52-F76F-69181685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325085-42F6-A29B-AB7C-A85A5B9DC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751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5E480-F420-DDDB-401A-D2F7D49CE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5E613F-5B6B-0B2C-B97F-D24F16C0B1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E7F50-DEB4-D8F5-797E-5B51FB0FB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8D402-5219-D219-0EFA-30EB2463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DAC31-A107-B447-6EAD-0EF478822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830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FF8F6A-1C53-E988-E5F7-DAFA42BA6E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A4E92E-0569-6983-F710-A58BB596E1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53686C-3DDC-C5C1-0DB4-D9626673C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1A38C-3EDD-E56F-EC75-BAE5AEB90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937C5-3E0C-6F61-E001-C093820C8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978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940175-5452-7F50-4DDE-725CE472F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BFEC2-7A2D-E184-9F9E-D2011B9BC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DBE1F-D31C-8671-AB6E-3DB4E01A0D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AFD033-9734-4099-AB24-E002C0C94B9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67BAB-0677-608C-D8C2-E28E36D353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A7539-BB2C-4F7F-8319-0D7175E993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212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tiff"/><Relationship Id="rId7" Type="http://schemas.openxmlformats.org/officeDocument/2006/relationships/image" Target="../media/image6.sv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tiff"/><Relationship Id="rId7" Type="http://schemas.openxmlformats.org/officeDocument/2006/relationships/image" Target="../media/image6.sv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image" Target="../media/image4.sv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B3DE519-1AA5-28FB-C8BC-807C1BA099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15" t="16366" r="20147" b="9260"/>
          <a:stretch>
            <a:fillRect/>
          </a:stretch>
        </p:blipFill>
        <p:spPr>
          <a:xfrm>
            <a:off x="7326776" y="1122363"/>
            <a:ext cx="5712106" cy="51006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DBEB24A-4CDA-36AE-DB6D-D981C5BBDC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80" t="20153" r="20368" b="6736"/>
          <a:stretch>
            <a:fillRect/>
          </a:stretch>
        </p:blipFill>
        <p:spPr>
          <a:xfrm>
            <a:off x="202064" y="1239296"/>
            <a:ext cx="5648958" cy="5013961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E4B85F8-AF3B-826F-8283-612E7CD5AD77}"/>
              </a:ext>
            </a:extLst>
          </p:cNvPr>
          <p:cNvCxnSpPr>
            <a:cxnSpLocks/>
          </p:cNvCxnSpPr>
          <p:nvPr/>
        </p:nvCxnSpPr>
        <p:spPr>
          <a:xfrm>
            <a:off x="525780" y="2099310"/>
            <a:ext cx="0" cy="1410653"/>
          </a:xfrm>
          <a:prstGeom prst="line">
            <a:avLst/>
          </a:prstGeom>
          <a:ln w="38100">
            <a:solidFill>
              <a:srgbClr val="FF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11500A3-1462-6105-421B-E15682FC559B}"/>
              </a:ext>
            </a:extLst>
          </p:cNvPr>
          <p:cNvCxnSpPr>
            <a:cxnSpLocks/>
          </p:cNvCxnSpPr>
          <p:nvPr/>
        </p:nvCxnSpPr>
        <p:spPr>
          <a:xfrm>
            <a:off x="525780" y="2109470"/>
            <a:ext cx="1969770" cy="272348"/>
          </a:xfrm>
          <a:prstGeom prst="line">
            <a:avLst/>
          </a:prstGeom>
          <a:ln w="38100">
            <a:solidFill>
              <a:srgbClr val="FF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937F74A-5730-2DBA-DDF0-AA99A958AF3A}"/>
              </a:ext>
            </a:extLst>
          </p:cNvPr>
          <p:cNvCxnSpPr>
            <a:cxnSpLocks/>
          </p:cNvCxnSpPr>
          <p:nvPr/>
        </p:nvCxnSpPr>
        <p:spPr>
          <a:xfrm>
            <a:off x="4568190" y="2667862"/>
            <a:ext cx="0" cy="1366928"/>
          </a:xfrm>
          <a:prstGeom prst="line">
            <a:avLst/>
          </a:prstGeom>
          <a:ln w="38100">
            <a:solidFill>
              <a:srgbClr val="FF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6E3984D-3FE6-4CF2-FD78-5951FA2D36F1}"/>
              </a:ext>
            </a:extLst>
          </p:cNvPr>
          <p:cNvCxnSpPr>
            <a:cxnSpLocks/>
          </p:cNvCxnSpPr>
          <p:nvPr/>
        </p:nvCxnSpPr>
        <p:spPr>
          <a:xfrm>
            <a:off x="2495550" y="2433320"/>
            <a:ext cx="0" cy="1123317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7DE453F-6697-A3F7-9D77-9FA530F335FF}"/>
              </a:ext>
            </a:extLst>
          </p:cNvPr>
          <p:cNvCxnSpPr>
            <a:cxnSpLocks/>
          </p:cNvCxnSpPr>
          <p:nvPr/>
        </p:nvCxnSpPr>
        <p:spPr>
          <a:xfrm flipH="1" flipV="1">
            <a:off x="2499361" y="2381818"/>
            <a:ext cx="2078409" cy="286044"/>
          </a:xfrm>
          <a:prstGeom prst="line">
            <a:avLst/>
          </a:prstGeom>
          <a:ln w="38100">
            <a:solidFill>
              <a:srgbClr val="FF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0" name="Group 69">
            <a:extLst>
              <a:ext uri="{FF2B5EF4-FFF2-40B4-BE49-F238E27FC236}">
                <a16:creationId xmlns:a16="http://schemas.microsoft.com/office/drawing/2014/main" id="{49E9BA2A-BCED-A466-32C3-2DA2DEBD74EF}"/>
              </a:ext>
            </a:extLst>
          </p:cNvPr>
          <p:cNvGrpSpPr/>
          <p:nvPr/>
        </p:nvGrpSpPr>
        <p:grpSpPr>
          <a:xfrm rot="10800000">
            <a:off x="516634" y="3929890"/>
            <a:ext cx="4023795" cy="1935480"/>
            <a:chOff x="678180" y="2251710"/>
            <a:chExt cx="4051991" cy="1935480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C800BA7-3748-D01A-94C0-06E6013A9A0D}"/>
                </a:ext>
              </a:extLst>
            </p:cNvPr>
            <p:cNvCxnSpPr>
              <a:cxnSpLocks/>
            </p:cNvCxnSpPr>
            <p:nvPr/>
          </p:nvCxnSpPr>
          <p:spPr>
            <a:xfrm>
              <a:off x="678180" y="2251710"/>
              <a:ext cx="0" cy="1410653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CBDC4847-1EB6-1E41-9C07-DDFAEC975E23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78180" y="2261870"/>
              <a:ext cx="2041069" cy="282291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FF69217-98D5-76EC-6E77-57BADD9A3E00}"/>
                </a:ext>
              </a:extLst>
            </p:cNvPr>
            <p:cNvCxnSpPr>
              <a:cxnSpLocks/>
            </p:cNvCxnSpPr>
            <p:nvPr/>
          </p:nvCxnSpPr>
          <p:spPr>
            <a:xfrm>
              <a:off x="4720590" y="2820262"/>
              <a:ext cx="0" cy="1366928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478462B1-81F0-14F3-16FD-B2B3186B29FA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744536" y="2585720"/>
              <a:ext cx="0" cy="1167640"/>
            </a:xfrm>
            <a:prstGeom prst="line">
              <a:avLst/>
            </a:prstGeom>
            <a:ln w="38100">
              <a:solidFill>
                <a:srgbClr val="FF000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B7E9228-0C51-8B3E-B128-ECB641731473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780607" y="2551951"/>
              <a:ext cx="1949564" cy="268311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8" name="Graphic 77">
            <a:extLst>
              <a:ext uri="{FF2B5EF4-FFF2-40B4-BE49-F238E27FC236}">
                <a16:creationId xmlns:a16="http://schemas.microsoft.com/office/drawing/2014/main" id="{9D72AECC-E9D8-56ED-BB48-CAB239BD79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89365" y="3627628"/>
            <a:ext cx="695325" cy="361950"/>
          </a:xfrm>
          <a:prstGeom prst="rect">
            <a:avLst/>
          </a:prstGeom>
        </p:spPr>
      </p:pic>
      <p:pic>
        <p:nvPicPr>
          <p:cNvPr id="80" name="Graphic 79">
            <a:extLst>
              <a:ext uri="{FF2B5EF4-FFF2-40B4-BE49-F238E27FC236}">
                <a16:creationId xmlns:a16="http://schemas.microsoft.com/office/drawing/2014/main" id="{5A1BFBB4-B29D-8C48-3389-D1CB44F62A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543973" y="3400871"/>
            <a:ext cx="704850" cy="361950"/>
          </a:xfrm>
          <a:prstGeom prst="rect">
            <a:avLst/>
          </a:prstGeom>
        </p:spPr>
      </p:pic>
      <p:pic>
        <p:nvPicPr>
          <p:cNvPr id="86" name="Graphic 85">
            <a:extLst>
              <a:ext uri="{FF2B5EF4-FFF2-40B4-BE49-F238E27FC236}">
                <a16:creationId xmlns:a16="http://schemas.microsoft.com/office/drawing/2014/main" id="{7CD74D68-6A9E-BCC8-6E84-21DB3B6397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351470" y="2015105"/>
            <a:ext cx="476250" cy="733425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ED506339-5F00-3F5F-85C9-F3DEF7C1CE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9539" y="6043545"/>
            <a:ext cx="2781300" cy="742950"/>
          </a:xfrm>
          <a:prstGeom prst="rect">
            <a:avLst/>
          </a:prstGeom>
        </p:spPr>
      </p:pic>
      <p:pic>
        <p:nvPicPr>
          <p:cNvPr id="90" name="Graphic 89">
            <a:extLst>
              <a:ext uri="{FF2B5EF4-FFF2-40B4-BE49-F238E27FC236}">
                <a16:creationId xmlns:a16="http://schemas.microsoft.com/office/drawing/2014/main" id="{C3FC5E5D-3755-6B1A-3D4A-7B1D781AFE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64758" y="1855272"/>
            <a:ext cx="457200" cy="733425"/>
          </a:xfrm>
          <a:prstGeom prst="rect">
            <a:avLst/>
          </a:prstGeom>
        </p:spPr>
      </p:pic>
      <p:pic>
        <p:nvPicPr>
          <p:cNvPr id="92" name="Graphic 91">
            <a:extLst>
              <a:ext uri="{FF2B5EF4-FFF2-40B4-BE49-F238E27FC236}">
                <a16:creationId xmlns:a16="http://schemas.microsoft.com/office/drawing/2014/main" id="{B694EC83-AD8C-B4D3-00F8-EE78DD699F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61814" y="6043545"/>
            <a:ext cx="2800350" cy="742950"/>
          </a:xfrm>
          <a:prstGeom prst="rect">
            <a:avLst/>
          </a:prstGeom>
        </p:spPr>
      </p:pic>
      <p:grpSp>
        <p:nvGrpSpPr>
          <p:cNvPr id="93" name="Group 92">
            <a:extLst>
              <a:ext uri="{FF2B5EF4-FFF2-40B4-BE49-F238E27FC236}">
                <a16:creationId xmlns:a16="http://schemas.microsoft.com/office/drawing/2014/main" id="{34F14BCD-912E-C38C-305E-F37EF64F54F3}"/>
              </a:ext>
            </a:extLst>
          </p:cNvPr>
          <p:cNvGrpSpPr/>
          <p:nvPr/>
        </p:nvGrpSpPr>
        <p:grpSpPr>
          <a:xfrm rot="10800000">
            <a:off x="7666643" y="4093463"/>
            <a:ext cx="4027394" cy="1730099"/>
            <a:chOff x="678180" y="2251709"/>
            <a:chExt cx="4051991" cy="1730099"/>
          </a:xfrm>
        </p:grpSpPr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C4B35628-13DD-901B-E88C-0856E03B0D13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78180" y="2251709"/>
              <a:ext cx="0" cy="1210209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C48D50E8-E7FE-13AA-7E44-695919716093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78180" y="2261870"/>
              <a:ext cx="1988198" cy="282292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326C6351-67D3-9B8B-4534-56E9D9A6D23C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4720590" y="2820262"/>
              <a:ext cx="0" cy="1161546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0AF72B0D-3046-069C-4EEC-29370312189A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714737" y="2571939"/>
              <a:ext cx="0" cy="1396088"/>
            </a:xfrm>
            <a:prstGeom prst="line">
              <a:avLst/>
            </a:prstGeom>
            <a:ln w="38100">
              <a:solidFill>
                <a:srgbClr val="FF000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0D78B1A4-7E5C-049D-F0C2-EB0FFA93E526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780607" y="2551951"/>
              <a:ext cx="1949564" cy="268311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73656AEA-421F-CF65-BF4C-FAFB0F42EA14}"/>
              </a:ext>
            </a:extLst>
          </p:cNvPr>
          <p:cNvGrpSpPr/>
          <p:nvPr/>
        </p:nvGrpSpPr>
        <p:grpSpPr>
          <a:xfrm>
            <a:off x="7676224" y="2016178"/>
            <a:ext cx="4027336" cy="1730099"/>
            <a:chOff x="678179" y="2251709"/>
            <a:chExt cx="4051992" cy="1730099"/>
          </a:xfrm>
        </p:grpSpPr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56A63C11-718A-6276-02BA-B082C8359F4A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78180" y="2251709"/>
              <a:ext cx="0" cy="1210209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1EC59783-C9A7-8F2E-9750-B3AF8DE0DC3C}"/>
                </a:ext>
              </a:extLst>
            </p:cNvPr>
            <p:cNvCxnSpPr>
              <a:cxnSpLocks/>
            </p:cNvCxnSpPr>
            <p:nvPr/>
          </p:nvCxnSpPr>
          <p:spPr>
            <a:xfrm>
              <a:off x="678179" y="2261869"/>
              <a:ext cx="2005826" cy="282292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6CD63F16-80F4-38B7-2647-74144BE1F369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4720590" y="2820262"/>
              <a:ext cx="0" cy="1161546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9B9475ED-F9BF-0AF0-19D8-CEB5ACE7739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693700" y="2566670"/>
              <a:ext cx="0" cy="1396088"/>
            </a:xfrm>
            <a:prstGeom prst="line">
              <a:avLst/>
            </a:prstGeom>
            <a:ln w="38100">
              <a:solidFill>
                <a:srgbClr val="FF000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8DD27AEC-18D5-06BC-C776-6A9DBF8B46B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32363" y="2544161"/>
              <a:ext cx="1997808" cy="276102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86C5DAD5-3490-9775-3CAF-78DE3FF10402}"/>
              </a:ext>
            </a:extLst>
          </p:cNvPr>
          <p:cNvCxnSpPr>
            <a:cxnSpLocks/>
          </p:cNvCxnSpPr>
          <p:nvPr/>
        </p:nvCxnSpPr>
        <p:spPr>
          <a:xfrm>
            <a:off x="2491740" y="3601497"/>
            <a:ext cx="0" cy="668751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812C1FBE-1456-4FFC-1AFD-7A56B789478A}"/>
              </a:ext>
            </a:extLst>
          </p:cNvPr>
          <p:cNvCxnSpPr>
            <a:cxnSpLocks/>
          </p:cNvCxnSpPr>
          <p:nvPr/>
        </p:nvCxnSpPr>
        <p:spPr>
          <a:xfrm>
            <a:off x="516636" y="3556637"/>
            <a:ext cx="0" cy="296035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93DA0E4C-83CB-FDE8-8156-02B13F5AA4B7}"/>
              </a:ext>
            </a:extLst>
          </p:cNvPr>
          <p:cNvCxnSpPr>
            <a:cxnSpLocks/>
          </p:cNvCxnSpPr>
          <p:nvPr/>
        </p:nvCxnSpPr>
        <p:spPr>
          <a:xfrm>
            <a:off x="4558466" y="4105720"/>
            <a:ext cx="0" cy="296035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064FD132-EF81-C5C8-AAC6-6B0108776C0D}"/>
              </a:ext>
            </a:extLst>
          </p:cNvPr>
          <p:cNvCxnSpPr>
            <a:cxnSpLocks/>
          </p:cNvCxnSpPr>
          <p:nvPr/>
        </p:nvCxnSpPr>
        <p:spPr>
          <a:xfrm flipH="1">
            <a:off x="1590189" y="4931364"/>
            <a:ext cx="898263" cy="1096005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77B23431-4147-9799-BA6D-44287749FFFC}"/>
              </a:ext>
            </a:extLst>
          </p:cNvPr>
          <p:cNvCxnSpPr>
            <a:cxnSpLocks/>
          </p:cNvCxnSpPr>
          <p:nvPr/>
        </p:nvCxnSpPr>
        <p:spPr>
          <a:xfrm>
            <a:off x="11696356" y="3826985"/>
            <a:ext cx="0" cy="668751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EE9A6A5E-5B48-F6A0-1390-8FE0DA4997A6}"/>
              </a:ext>
            </a:extLst>
          </p:cNvPr>
          <p:cNvCxnSpPr>
            <a:cxnSpLocks/>
          </p:cNvCxnSpPr>
          <p:nvPr/>
        </p:nvCxnSpPr>
        <p:spPr>
          <a:xfrm>
            <a:off x="7676804" y="3295334"/>
            <a:ext cx="0" cy="688784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EA4A5E9D-944C-8802-176D-31EFAA4F9EDA}"/>
              </a:ext>
            </a:extLst>
          </p:cNvPr>
          <p:cNvCxnSpPr>
            <a:cxnSpLocks/>
          </p:cNvCxnSpPr>
          <p:nvPr/>
        </p:nvCxnSpPr>
        <p:spPr>
          <a:xfrm>
            <a:off x="9669843" y="3727227"/>
            <a:ext cx="0" cy="307563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7" name="Graphic 136">
            <a:extLst>
              <a:ext uri="{FF2B5EF4-FFF2-40B4-BE49-F238E27FC236}">
                <a16:creationId xmlns:a16="http://schemas.microsoft.com/office/drawing/2014/main" id="{3C96B46B-DBE0-6375-7D53-990C0DA866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61814" y="3321605"/>
            <a:ext cx="704850" cy="361950"/>
          </a:xfrm>
          <a:prstGeom prst="rect">
            <a:avLst/>
          </a:prstGeom>
        </p:spPr>
      </p:pic>
      <p:pic>
        <p:nvPicPr>
          <p:cNvPr id="138" name="Graphic 137">
            <a:extLst>
              <a:ext uri="{FF2B5EF4-FFF2-40B4-BE49-F238E27FC236}">
                <a16:creationId xmlns:a16="http://schemas.microsoft.com/office/drawing/2014/main" id="{3E33A614-0A47-E729-87F4-4DE5C45448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54013" y="3132773"/>
            <a:ext cx="695325" cy="361950"/>
          </a:xfrm>
          <a:prstGeom prst="rect">
            <a:avLst/>
          </a:prstGeom>
        </p:spPr>
      </p:pic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75FA4462-41ED-DCDF-13B7-DC7AA9EBF079}"/>
              </a:ext>
            </a:extLst>
          </p:cNvPr>
          <p:cNvCxnSpPr>
            <a:cxnSpLocks/>
          </p:cNvCxnSpPr>
          <p:nvPr/>
        </p:nvCxnSpPr>
        <p:spPr>
          <a:xfrm flipH="1" flipV="1">
            <a:off x="8479971" y="3509963"/>
            <a:ext cx="1119967" cy="388511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3E6ED642-AC0E-4275-44A5-6C2F622B2353}"/>
              </a:ext>
            </a:extLst>
          </p:cNvPr>
          <p:cNvCxnSpPr>
            <a:cxnSpLocks/>
          </p:cNvCxnSpPr>
          <p:nvPr/>
        </p:nvCxnSpPr>
        <p:spPr>
          <a:xfrm flipH="1" flipV="1">
            <a:off x="7466664" y="2295029"/>
            <a:ext cx="2173046" cy="742716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365873A-2BF7-0854-487B-B4374113F67E}"/>
              </a:ext>
            </a:extLst>
          </p:cNvPr>
          <p:cNvCxnSpPr>
            <a:cxnSpLocks/>
          </p:cNvCxnSpPr>
          <p:nvPr/>
        </p:nvCxnSpPr>
        <p:spPr>
          <a:xfrm flipH="1">
            <a:off x="8208615" y="5397735"/>
            <a:ext cx="265662" cy="71080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3DAB8D9-D5DB-CCC6-52CD-7F9DDA1DE512}"/>
              </a:ext>
            </a:extLst>
          </p:cNvPr>
          <p:cNvCxnSpPr>
            <a:cxnSpLocks/>
          </p:cNvCxnSpPr>
          <p:nvPr/>
        </p:nvCxnSpPr>
        <p:spPr>
          <a:xfrm flipH="1">
            <a:off x="8208614" y="5688144"/>
            <a:ext cx="2497358" cy="420393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6586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37AE7D6-DCEA-4A62-633C-B624FC3B2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C78025F-8547-3F5D-FBBB-4088D91A5D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15" t="16366" r="20147" b="9260"/>
          <a:stretch>
            <a:fillRect/>
          </a:stretch>
        </p:blipFill>
        <p:spPr>
          <a:xfrm>
            <a:off x="7326776" y="1122363"/>
            <a:ext cx="5712106" cy="51006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FD48BF8-BAB2-7015-B2B2-93A24E1FEF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80" t="20153" r="20368" b="6736"/>
          <a:stretch>
            <a:fillRect/>
          </a:stretch>
        </p:blipFill>
        <p:spPr>
          <a:xfrm>
            <a:off x="202064" y="1239296"/>
            <a:ext cx="5648958" cy="5013961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1352D16-5C0A-9FE9-C3C1-4A56F45CB92F}"/>
              </a:ext>
            </a:extLst>
          </p:cNvPr>
          <p:cNvCxnSpPr>
            <a:cxnSpLocks/>
          </p:cNvCxnSpPr>
          <p:nvPr/>
        </p:nvCxnSpPr>
        <p:spPr>
          <a:xfrm>
            <a:off x="525780" y="2099310"/>
            <a:ext cx="0" cy="1410653"/>
          </a:xfrm>
          <a:prstGeom prst="line">
            <a:avLst/>
          </a:prstGeom>
          <a:ln w="38100">
            <a:solidFill>
              <a:srgbClr val="FF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662F4B8-7B6A-44F5-6964-7666999D872B}"/>
              </a:ext>
            </a:extLst>
          </p:cNvPr>
          <p:cNvCxnSpPr>
            <a:cxnSpLocks/>
          </p:cNvCxnSpPr>
          <p:nvPr/>
        </p:nvCxnSpPr>
        <p:spPr>
          <a:xfrm>
            <a:off x="525780" y="2109470"/>
            <a:ext cx="1969770" cy="272348"/>
          </a:xfrm>
          <a:prstGeom prst="line">
            <a:avLst/>
          </a:prstGeom>
          <a:ln w="38100">
            <a:solidFill>
              <a:srgbClr val="FF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B0FB892-4EDF-D0CE-685F-A5F06978B283}"/>
              </a:ext>
            </a:extLst>
          </p:cNvPr>
          <p:cNvCxnSpPr>
            <a:cxnSpLocks/>
          </p:cNvCxnSpPr>
          <p:nvPr/>
        </p:nvCxnSpPr>
        <p:spPr>
          <a:xfrm>
            <a:off x="4568190" y="2667862"/>
            <a:ext cx="0" cy="1366928"/>
          </a:xfrm>
          <a:prstGeom prst="line">
            <a:avLst/>
          </a:prstGeom>
          <a:ln w="38100">
            <a:solidFill>
              <a:srgbClr val="FF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A67F68B-0DA2-79D3-7086-CFA3B7BCF1A6}"/>
              </a:ext>
            </a:extLst>
          </p:cNvPr>
          <p:cNvCxnSpPr>
            <a:cxnSpLocks/>
          </p:cNvCxnSpPr>
          <p:nvPr/>
        </p:nvCxnSpPr>
        <p:spPr>
          <a:xfrm>
            <a:off x="2495550" y="2433320"/>
            <a:ext cx="0" cy="1123317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880BC33-01A3-A75E-F915-E1C37C419437}"/>
              </a:ext>
            </a:extLst>
          </p:cNvPr>
          <p:cNvCxnSpPr>
            <a:cxnSpLocks/>
          </p:cNvCxnSpPr>
          <p:nvPr/>
        </p:nvCxnSpPr>
        <p:spPr>
          <a:xfrm flipH="1" flipV="1">
            <a:off x="2499361" y="2381818"/>
            <a:ext cx="2078409" cy="286044"/>
          </a:xfrm>
          <a:prstGeom prst="line">
            <a:avLst/>
          </a:prstGeom>
          <a:ln w="38100">
            <a:solidFill>
              <a:srgbClr val="FF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0" name="Group 69">
            <a:extLst>
              <a:ext uri="{FF2B5EF4-FFF2-40B4-BE49-F238E27FC236}">
                <a16:creationId xmlns:a16="http://schemas.microsoft.com/office/drawing/2014/main" id="{7A73B53D-F8CD-49F5-34B2-B886BEC39FC0}"/>
              </a:ext>
            </a:extLst>
          </p:cNvPr>
          <p:cNvGrpSpPr/>
          <p:nvPr/>
        </p:nvGrpSpPr>
        <p:grpSpPr>
          <a:xfrm rot="10800000">
            <a:off x="516634" y="3929890"/>
            <a:ext cx="4023795" cy="1935480"/>
            <a:chOff x="678180" y="2251710"/>
            <a:chExt cx="4051991" cy="1935480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14FE075F-DDDC-F130-C8ED-B39A040F45ED}"/>
                </a:ext>
              </a:extLst>
            </p:cNvPr>
            <p:cNvCxnSpPr>
              <a:cxnSpLocks/>
            </p:cNvCxnSpPr>
            <p:nvPr/>
          </p:nvCxnSpPr>
          <p:spPr>
            <a:xfrm>
              <a:off x="678180" y="2251710"/>
              <a:ext cx="0" cy="1410653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A6D244-45A5-6E00-46F1-B35B90074568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78180" y="2261870"/>
              <a:ext cx="2041069" cy="282291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CAB63E2A-42E1-231F-CAD3-6E8D48788B37}"/>
                </a:ext>
              </a:extLst>
            </p:cNvPr>
            <p:cNvCxnSpPr>
              <a:cxnSpLocks/>
            </p:cNvCxnSpPr>
            <p:nvPr/>
          </p:nvCxnSpPr>
          <p:spPr>
            <a:xfrm>
              <a:off x="4720590" y="2820262"/>
              <a:ext cx="0" cy="1366928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25722526-709B-70BA-11FE-2A97B779F749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744536" y="2585720"/>
              <a:ext cx="0" cy="1167640"/>
            </a:xfrm>
            <a:prstGeom prst="line">
              <a:avLst/>
            </a:prstGeom>
            <a:ln w="38100">
              <a:solidFill>
                <a:srgbClr val="FF000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5BFDE0E-C345-4D3C-6D93-5999819DADA9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780607" y="2551951"/>
              <a:ext cx="1949564" cy="268311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8" name="Graphic 77">
            <a:extLst>
              <a:ext uri="{FF2B5EF4-FFF2-40B4-BE49-F238E27FC236}">
                <a16:creationId xmlns:a16="http://schemas.microsoft.com/office/drawing/2014/main" id="{3B1097D0-DC92-9F64-ACB6-DBDD0A4D3C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89365" y="3627628"/>
            <a:ext cx="695325" cy="361950"/>
          </a:xfrm>
          <a:prstGeom prst="rect">
            <a:avLst/>
          </a:prstGeom>
        </p:spPr>
      </p:pic>
      <p:pic>
        <p:nvPicPr>
          <p:cNvPr id="80" name="Graphic 79">
            <a:extLst>
              <a:ext uri="{FF2B5EF4-FFF2-40B4-BE49-F238E27FC236}">
                <a16:creationId xmlns:a16="http://schemas.microsoft.com/office/drawing/2014/main" id="{9782081E-4344-5C3A-F20A-8D55C02424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543973" y="3400871"/>
            <a:ext cx="704850" cy="361950"/>
          </a:xfrm>
          <a:prstGeom prst="rect">
            <a:avLst/>
          </a:prstGeom>
        </p:spPr>
      </p:pic>
      <p:pic>
        <p:nvPicPr>
          <p:cNvPr id="86" name="Graphic 85">
            <a:extLst>
              <a:ext uri="{FF2B5EF4-FFF2-40B4-BE49-F238E27FC236}">
                <a16:creationId xmlns:a16="http://schemas.microsoft.com/office/drawing/2014/main" id="{6E09FD10-A9A7-5AAA-940C-140FEB4EF3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351470" y="2015105"/>
            <a:ext cx="476250" cy="733425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E5107F82-6B10-793D-83A1-BA779C3D8A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9539" y="6043545"/>
            <a:ext cx="2781300" cy="742950"/>
          </a:xfrm>
          <a:prstGeom prst="rect">
            <a:avLst/>
          </a:prstGeom>
        </p:spPr>
      </p:pic>
      <p:pic>
        <p:nvPicPr>
          <p:cNvPr id="90" name="Graphic 89">
            <a:extLst>
              <a:ext uri="{FF2B5EF4-FFF2-40B4-BE49-F238E27FC236}">
                <a16:creationId xmlns:a16="http://schemas.microsoft.com/office/drawing/2014/main" id="{B5454290-9B2E-93D1-200B-194B081A8A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64758" y="1855272"/>
            <a:ext cx="457200" cy="733425"/>
          </a:xfrm>
          <a:prstGeom prst="rect">
            <a:avLst/>
          </a:prstGeom>
        </p:spPr>
      </p:pic>
      <p:pic>
        <p:nvPicPr>
          <p:cNvPr id="92" name="Graphic 91">
            <a:extLst>
              <a:ext uri="{FF2B5EF4-FFF2-40B4-BE49-F238E27FC236}">
                <a16:creationId xmlns:a16="http://schemas.microsoft.com/office/drawing/2014/main" id="{A12B354D-0AA2-ABA9-DE4E-7046239984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61814" y="6043545"/>
            <a:ext cx="2800350" cy="742950"/>
          </a:xfrm>
          <a:prstGeom prst="rect">
            <a:avLst/>
          </a:prstGeom>
        </p:spPr>
      </p:pic>
      <p:grpSp>
        <p:nvGrpSpPr>
          <p:cNvPr id="93" name="Group 92">
            <a:extLst>
              <a:ext uri="{FF2B5EF4-FFF2-40B4-BE49-F238E27FC236}">
                <a16:creationId xmlns:a16="http://schemas.microsoft.com/office/drawing/2014/main" id="{F8460B6A-DF98-0964-48BF-2903B384091A}"/>
              </a:ext>
            </a:extLst>
          </p:cNvPr>
          <p:cNvGrpSpPr/>
          <p:nvPr/>
        </p:nvGrpSpPr>
        <p:grpSpPr>
          <a:xfrm rot="10800000">
            <a:off x="7666643" y="4093463"/>
            <a:ext cx="4027394" cy="1730099"/>
            <a:chOff x="678180" y="2251709"/>
            <a:chExt cx="4051991" cy="1730099"/>
          </a:xfrm>
        </p:grpSpPr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9E7A93CA-E6BB-0F82-114C-C1C97E102EA0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78180" y="2251709"/>
              <a:ext cx="0" cy="1210209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25B8210D-4030-8AAB-3C63-D41D22217FBC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78180" y="2261870"/>
              <a:ext cx="1988198" cy="282292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C0593565-4BAF-D302-17FE-71BAB6C61CDC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4720590" y="2820262"/>
              <a:ext cx="0" cy="1161546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5DB6AB51-D95F-93DA-6881-1FF18C0CBBA0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714737" y="2571939"/>
              <a:ext cx="0" cy="1396088"/>
            </a:xfrm>
            <a:prstGeom prst="line">
              <a:avLst/>
            </a:prstGeom>
            <a:ln w="38100">
              <a:solidFill>
                <a:srgbClr val="FF000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6C3B94F5-C700-CF06-62D7-F2EC80B111C1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780607" y="2551951"/>
              <a:ext cx="1949564" cy="268311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CC5DAA7E-68EB-6E6A-A788-173132C3DBAD}"/>
              </a:ext>
            </a:extLst>
          </p:cNvPr>
          <p:cNvGrpSpPr/>
          <p:nvPr/>
        </p:nvGrpSpPr>
        <p:grpSpPr>
          <a:xfrm>
            <a:off x="7676224" y="2016178"/>
            <a:ext cx="4027336" cy="1730099"/>
            <a:chOff x="678179" y="2251709"/>
            <a:chExt cx="4051992" cy="1730099"/>
          </a:xfrm>
        </p:grpSpPr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A9C6339E-7F66-91F7-9C76-B3B37EA21D57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78180" y="2251709"/>
              <a:ext cx="0" cy="1210209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73A1F5CE-3EF2-3637-D825-451A9B9004C4}"/>
                </a:ext>
              </a:extLst>
            </p:cNvPr>
            <p:cNvCxnSpPr>
              <a:cxnSpLocks/>
            </p:cNvCxnSpPr>
            <p:nvPr/>
          </p:nvCxnSpPr>
          <p:spPr>
            <a:xfrm>
              <a:off x="678179" y="2261869"/>
              <a:ext cx="2005826" cy="282292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B90032AE-D52B-957E-D6D2-16543F3C5756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4720590" y="2820262"/>
              <a:ext cx="0" cy="1161546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7F5E5B56-C4AB-A037-203F-87810D94DAA9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693700" y="2566670"/>
              <a:ext cx="0" cy="1396088"/>
            </a:xfrm>
            <a:prstGeom prst="line">
              <a:avLst/>
            </a:prstGeom>
            <a:ln w="38100">
              <a:solidFill>
                <a:srgbClr val="FF000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2E0980ED-F035-748B-09CF-AB3A3109268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32363" y="2544161"/>
              <a:ext cx="1997808" cy="276102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4EB3F7F7-D465-059C-4DC6-58CA12644905}"/>
              </a:ext>
            </a:extLst>
          </p:cNvPr>
          <p:cNvCxnSpPr>
            <a:cxnSpLocks/>
          </p:cNvCxnSpPr>
          <p:nvPr/>
        </p:nvCxnSpPr>
        <p:spPr>
          <a:xfrm>
            <a:off x="2491740" y="3601497"/>
            <a:ext cx="0" cy="668751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FB262B11-D5A4-5FAD-3ACF-E4836FB6BA77}"/>
              </a:ext>
            </a:extLst>
          </p:cNvPr>
          <p:cNvCxnSpPr>
            <a:cxnSpLocks/>
          </p:cNvCxnSpPr>
          <p:nvPr/>
        </p:nvCxnSpPr>
        <p:spPr>
          <a:xfrm>
            <a:off x="516636" y="3556637"/>
            <a:ext cx="0" cy="296035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3097D189-2FFA-B35F-5D7C-283E495383C6}"/>
              </a:ext>
            </a:extLst>
          </p:cNvPr>
          <p:cNvCxnSpPr>
            <a:cxnSpLocks/>
          </p:cNvCxnSpPr>
          <p:nvPr/>
        </p:nvCxnSpPr>
        <p:spPr>
          <a:xfrm>
            <a:off x="4558466" y="4105720"/>
            <a:ext cx="0" cy="296035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7772200C-8D28-DFBE-5500-8B5BC95F7930}"/>
              </a:ext>
            </a:extLst>
          </p:cNvPr>
          <p:cNvCxnSpPr>
            <a:cxnSpLocks/>
          </p:cNvCxnSpPr>
          <p:nvPr/>
        </p:nvCxnSpPr>
        <p:spPr>
          <a:xfrm flipH="1">
            <a:off x="1590189" y="4931364"/>
            <a:ext cx="898263" cy="1096005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2EC6E536-70BA-F7FC-FF40-4A6FF36DC5EF}"/>
              </a:ext>
            </a:extLst>
          </p:cNvPr>
          <p:cNvCxnSpPr>
            <a:cxnSpLocks/>
          </p:cNvCxnSpPr>
          <p:nvPr/>
        </p:nvCxnSpPr>
        <p:spPr>
          <a:xfrm>
            <a:off x="11696356" y="3826985"/>
            <a:ext cx="0" cy="668751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9AEF4B04-09B2-24F0-458A-F77125CF7FFC}"/>
              </a:ext>
            </a:extLst>
          </p:cNvPr>
          <p:cNvCxnSpPr>
            <a:cxnSpLocks/>
          </p:cNvCxnSpPr>
          <p:nvPr/>
        </p:nvCxnSpPr>
        <p:spPr>
          <a:xfrm>
            <a:off x="7676804" y="3295334"/>
            <a:ext cx="0" cy="688784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62FEFAD1-F3CA-A227-F0EF-C5F4F0EBDEA9}"/>
              </a:ext>
            </a:extLst>
          </p:cNvPr>
          <p:cNvCxnSpPr>
            <a:cxnSpLocks/>
          </p:cNvCxnSpPr>
          <p:nvPr/>
        </p:nvCxnSpPr>
        <p:spPr>
          <a:xfrm>
            <a:off x="9669843" y="3727227"/>
            <a:ext cx="0" cy="307563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7" name="Graphic 136">
            <a:extLst>
              <a:ext uri="{FF2B5EF4-FFF2-40B4-BE49-F238E27FC236}">
                <a16:creationId xmlns:a16="http://schemas.microsoft.com/office/drawing/2014/main" id="{3349E69A-4389-F987-7847-5ED7B15E03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61814" y="3321605"/>
            <a:ext cx="704850" cy="361950"/>
          </a:xfrm>
          <a:prstGeom prst="rect">
            <a:avLst/>
          </a:prstGeom>
        </p:spPr>
      </p:pic>
      <p:pic>
        <p:nvPicPr>
          <p:cNvPr id="138" name="Graphic 137">
            <a:extLst>
              <a:ext uri="{FF2B5EF4-FFF2-40B4-BE49-F238E27FC236}">
                <a16:creationId xmlns:a16="http://schemas.microsoft.com/office/drawing/2014/main" id="{1882FE2C-C728-6FD1-57C7-98CA56617C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54013" y="3132773"/>
            <a:ext cx="695325" cy="361950"/>
          </a:xfrm>
          <a:prstGeom prst="rect">
            <a:avLst/>
          </a:prstGeom>
        </p:spPr>
      </p:pic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9F1EE874-3ADD-AE4F-6835-1E6090FCA0B8}"/>
              </a:ext>
            </a:extLst>
          </p:cNvPr>
          <p:cNvCxnSpPr>
            <a:cxnSpLocks/>
          </p:cNvCxnSpPr>
          <p:nvPr/>
        </p:nvCxnSpPr>
        <p:spPr>
          <a:xfrm flipH="1" flipV="1">
            <a:off x="8479971" y="3509963"/>
            <a:ext cx="1119967" cy="388511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2AF2A454-5AEF-C117-0346-9C7424534DB5}"/>
              </a:ext>
            </a:extLst>
          </p:cNvPr>
          <p:cNvCxnSpPr>
            <a:cxnSpLocks/>
          </p:cNvCxnSpPr>
          <p:nvPr/>
        </p:nvCxnSpPr>
        <p:spPr>
          <a:xfrm flipH="1" flipV="1">
            <a:off x="7466664" y="2295029"/>
            <a:ext cx="2173046" cy="742716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4FC1B4D-8EC4-378C-B8A6-1A10EA0D2903}"/>
              </a:ext>
            </a:extLst>
          </p:cNvPr>
          <p:cNvCxnSpPr>
            <a:cxnSpLocks/>
          </p:cNvCxnSpPr>
          <p:nvPr/>
        </p:nvCxnSpPr>
        <p:spPr>
          <a:xfrm flipH="1">
            <a:off x="8208615" y="5397735"/>
            <a:ext cx="265662" cy="71080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1BDF155-39E5-DDF7-1DF8-8418A1CC9DD1}"/>
              </a:ext>
            </a:extLst>
          </p:cNvPr>
          <p:cNvCxnSpPr>
            <a:cxnSpLocks/>
          </p:cNvCxnSpPr>
          <p:nvPr/>
        </p:nvCxnSpPr>
        <p:spPr>
          <a:xfrm flipH="1">
            <a:off x="8208614" y="5688144"/>
            <a:ext cx="2497358" cy="420393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7298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C6DB607-19D8-A842-8C1C-E0513B557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DD571E5-764B-B7B5-E5D0-046329930F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80" t="20153" r="20368" b="6736"/>
          <a:stretch>
            <a:fillRect/>
          </a:stretch>
        </p:blipFill>
        <p:spPr>
          <a:xfrm>
            <a:off x="3469139" y="1039271"/>
            <a:ext cx="5648958" cy="5013961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B1C1BE6-8513-373F-F1F5-3497C1EBDD7D}"/>
              </a:ext>
            </a:extLst>
          </p:cNvPr>
          <p:cNvCxnSpPr>
            <a:cxnSpLocks/>
          </p:cNvCxnSpPr>
          <p:nvPr/>
        </p:nvCxnSpPr>
        <p:spPr>
          <a:xfrm>
            <a:off x="3792855" y="1899285"/>
            <a:ext cx="0" cy="1410653"/>
          </a:xfrm>
          <a:prstGeom prst="line">
            <a:avLst/>
          </a:prstGeom>
          <a:ln w="38100">
            <a:solidFill>
              <a:srgbClr val="FF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313A31A-2211-F277-AE6A-8FAC3DF0E953}"/>
              </a:ext>
            </a:extLst>
          </p:cNvPr>
          <p:cNvCxnSpPr>
            <a:cxnSpLocks/>
          </p:cNvCxnSpPr>
          <p:nvPr/>
        </p:nvCxnSpPr>
        <p:spPr>
          <a:xfrm>
            <a:off x="3792855" y="1909445"/>
            <a:ext cx="1969770" cy="272348"/>
          </a:xfrm>
          <a:prstGeom prst="line">
            <a:avLst/>
          </a:prstGeom>
          <a:ln w="38100">
            <a:solidFill>
              <a:srgbClr val="FF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A331A60-9D24-3B3E-1A69-6356CB32980B}"/>
              </a:ext>
            </a:extLst>
          </p:cNvPr>
          <p:cNvCxnSpPr>
            <a:cxnSpLocks/>
          </p:cNvCxnSpPr>
          <p:nvPr/>
        </p:nvCxnSpPr>
        <p:spPr>
          <a:xfrm>
            <a:off x="7835265" y="2467837"/>
            <a:ext cx="0" cy="1366928"/>
          </a:xfrm>
          <a:prstGeom prst="line">
            <a:avLst/>
          </a:prstGeom>
          <a:ln w="38100">
            <a:solidFill>
              <a:srgbClr val="FF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12EA955-1315-8E15-8FDC-A1690403E373}"/>
              </a:ext>
            </a:extLst>
          </p:cNvPr>
          <p:cNvCxnSpPr>
            <a:cxnSpLocks/>
          </p:cNvCxnSpPr>
          <p:nvPr/>
        </p:nvCxnSpPr>
        <p:spPr>
          <a:xfrm>
            <a:off x="5762625" y="2233295"/>
            <a:ext cx="0" cy="1123317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F13E17CE-B9B4-D7D6-7819-14AFC29012F0}"/>
              </a:ext>
            </a:extLst>
          </p:cNvPr>
          <p:cNvCxnSpPr>
            <a:cxnSpLocks/>
          </p:cNvCxnSpPr>
          <p:nvPr/>
        </p:nvCxnSpPr>
        <p:spPr>
          <a:xfrm flipH="1" flipV="1">
            <a:off x="5766436" y="2181793"/>
            <a:ext cx="2078409" cy="286044"/>
          </a:xfrm>
          <a:prstGeom prst="line">
            <a:avLst/>
          </a:prstGeom>
          <a:ln w="38100">
            <a:solidFill>
              <a:srgbClr val="FF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0" name="Group 69">
            <a:extLst>
              <a:ext uri="{FF2B5EF4-FFF2-40B4-BE49-F238E27FC236}">
                <a16:creationId xmlns:a16="http://schemas.microsoft.com/office/drawing/2014/main" id="{8F7F053B-3F1D-8736-E71B-F185E313459A}"/>
              </a:ext>
            </a:extLst>
          </p:cNvPr>
          <p:cNvGrpSpPr/>
          <p:nvPr/>
        </p:nvGrpSpPr>
        <p:grpSpPr>
          <a:xfrm rot="10800000">
            <a:off x="3783709" y="3729865"/>
            <a:ext cx="4023795" cy="1935480"/>
            <a:chOff x="678180" y="2251710"/>
            <a:chExt cx="4051991" cy="1935480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F02711E-7258-C91E-B7E7-B6E746DD8E29}"/>
                </a:ext>
              </a:extLst>
            </p:cNvPr>
            <p:cNvCxnSpPr>
              <a:cxnSpLocks/>
            </p:cNvCxnSpPr>
            <p:nvPr/>
          </p:nvCxnSpPr>
          <p:spPr>
            <a:xfrm>
              <a:off x="678180" y="2251710"/>
              <a:ext cx="0" cy="1410653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9C0CA32-63A1-294B-36D4-F7A23C47B3B6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78180" y="2261870"/>
              <a:ext cx="2041069" cy="282291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3BB03C90-1E82-F17B-9124-2FDE1CEA42F6}"/>
                </a:ext>
              </a:extLst>
            </p:cNvPr>
            <p:cNvCxnSpPr>
              <a:cxnSpLocks/>
            </p:cNvCxnSpPr>
            <p:nvPr/>
          </p:nvCxnSpPr>
          <p:spPr>
            <a:xfrm>
              <a:off x="4720590" y="2820262"/>
              <a:ext cx="0" cy="1366928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E89D0BA7-06F5-FAC6-BAC6-5A2EAB2B47CD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744536" y="2585720"/>
              <a:ext cx="0" cy="1167640"/>
            </a:xfrm>
            <a:prstGeom prst="line">
              <a:avLst/>
            </a:prstGeom>
            <a:ln w="38100">
              <a:solidFill>
                <a:srgbClr val="FF000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50272F14-4D80-615E-5660-C7B2D3D3721B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780607" y="2551951"/>
              <a:ext cx="1949564" cy="268311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8" name="Graphic 77">
            <a:extLst>
              <a:ext uri="{FF2B5EF4-FFF2-40B4-BE49-F238E27FC236}">
                <a16:creationId xmlns:a16="http://schemas.microsoft.com/office/drawing/2014/main" id="{23F7DD88-0B0D-24B4-98F6-89613D559F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56440" y="3427603"/>
            <a:ext cx="695325" cy="361950"/>
          </a:xfrm>
          <a:prstGeom prst="rect">
            <a:avLst/>
          </a:prstGeom>
        </p:spPr>
      </p:pic>
      <p:pic>
        <p:nvPicPr>
          <p:cNvPr id="80" name="Graphic 79">
            <a:extLst>
              <a:ext uri="{FF2B5EF4-FFF2-40B4-BE49-F238E27FC236}">
                <a16:creationId xmlns:a16="http://schemas.microsoft.com/office/drawing/2014/main" id="{292C84CB-FFA7-F62C-4B5F-93DB67F7A5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23102" y="3200846"/>
            <a:ext cx="704850" cy="361950"/>
          </a:xfrm>
          <a:prstGeom prst="rect">
            <a:avLst/>
          </a:prstGeom>
        </p:spPr>
      </p:pic>
      <p:pic>
        <p:nvPicPr>
          <p:cNvPr id="86" name="Graphic 85">
            <a:extLst>
              <a:ext uri="{FF2B5EF4-FFF2-40B4-BE49-F238E27FC236}">
                <a16:creationId xmlns:a16="http://schemas.microsoft.com/office/drawing/2014/main" id="{AEA56CD4-D756-74FD-FB74-077E292999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15605" y="1815080"/>
            <a:ext cx="476250" cy="733425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C24780B2-9DDC-5466-80EF-ACCF1733D4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66614" y="5843520"/>
            <a:ext cx="2781300" cy="742950"/>
          </a:xfrm>
          <a:prstGeom prst="rect">
            <a:avLst/>
          </a:prstGeom>
        </p:spPr>
      </p:pic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B484A34F-E439-BB7C-D2C4-3DFA17CBD1F9}"/>
              </a:ext>
            </a:extLst>
          </p:cNvPr>
          <p:cNvCxnSpPr>
            <a:cxnSpLocks/>
          </p:cNvCxnSpPr>
          <p:nvPr/>
        </p:nvCxnSpPr>
        <p:spPr>
          <a:xfrm>
            <a:off x="5758815" y="3401472"/>
            <a:ext cx="0" cy="668751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C042B79B-A6B9-EBF7-4E9C-614BB45D7C4A}"/>
              </a:ext>
            </a:extLst>
          </p:cNvPr>
          <p:cNvCxnSpPr>
            <a:cxnSpLocks/>
          </p:cNvCxnSpPr>
          <p:nvPr/>
        </p:nvCxnSpPr>
        <p:spPr>
          <a:xfrm>
            <a:off x="3783711" y="3356612"/>
            <a:ext cx="0" cy="296035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74129C28-D66B-F4A8-B257-8154B0728927}"/>
              </a:ext>
            </a:extLst>
          </p:cNvPr>
          <p:cNvCxnSpPr>
            <a:cxnSpLocks/>
          </p:cNvCxnSpPr>
          <p:nvPr/>
        </p:nvCxnSpPr>
        <p:spPr>
          <a:xfrm>
            <a:off x="7825541" y="3905695"/>
            <a:ext cx="0" cy="296035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D4CAA7FB-060A-F1C5-1D83-01F32A741EF7}"/>
              </a:ext>
            </a:extLst>
          </p:cNvPr>
          <p:cNvCxnSpPr>
            <a:cxnSpLocks/>
          </p:cNvCxnSpPr>
          <p:nvPr/>
        </p:nvCxnSpPr>
        <p:spPr>
          <a:xfrm flipH="1">
            <a:off x="4857264" y="4731339"/>
            <a:ext cx="898263" cy="1096005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5114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CB921-220F-1A92-2E72-001D1B441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2ECBD5C-FC57-E6CB-29AC-086C735978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15" t="16366" r="20147" b="9260"/>
          <a:stretch>
            <a:fillRect/>
          </a:stretch>
        </p:blipFill>
        <p:spPr>
          <a:xfrm>
            <a:off x="3954926" y="788988"/>
            <a:ext cx="5712106" cy="5100638"/>
          </a:xfrm>
          <a:prstGeom prst="rect">
            <a:avLst/>
          </a:prstGeom>
        </p:spPr>
      </p:pic>
      <p:pic>
        <p:nvPicPr>
          <p:cNvPr id="90" name="Graphic 89">
            <a:extLst>
              <a:ext uri="{FF2B5EF4-FFF2-40B4-BE49-F238E27FC236}">
                <a16:creationId xmlns:a16="http://schemas.microsoft.com/office/drawing/2014/main" id="{BB6C21E0-9398-8905-A179-EAA25E5420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92908" y="1521897"/>
            <a:ext cx="457200" cy="733425"/>
          </a:xfrm>
          <a:prstGeom prst="rect">
            <a:avLst/>
          </a:prstGeom>
        </p:spPr>
      </p:pic>
      <p:pic>
        <p:nvPicPr>
          <p:cNvPr id="92" name="Graphic 91">
            <a:extLst>
              <a:ext uri="{FF2B5EF4-FFF2-40B4-BE49-F238E27FC236}">
                <a16:creationId xmlns:a16="http://schemas.microsoft.com/office/drawing/2014/main" id="{30D5E6B2-1158-E7BE-1569-4FCB113BE7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89964" y="5710170"/>
            <a:ext cx="2800350" cy="742950"/>
          </a:xfrm>
          <a:prstGeom prst="rect">
            <a:avLst/>
          </a:prstGeom>
        </p:spPr>
      </p:pic>
      <p:grpSp>
        <p:nvGrpSpPr>
          <p:cNvPr id="93" name="Group 92">
            <a:extLst>
              <a:ext uri="{FF2B5EF4-FFF2-40B4-BE49-F238E27FC236}">
                <a16:creationId xmlns:a16="http://schemas.microsoft.com/office/drawing/2014/main" id="{D59FC323-11A4-AB96-FCDB-815C91DC7EA6}"/>
              </a:ext>
            </a:extLst>
          </p:cNvPr>
          <p:cNvGrpSpPr/>
          <p:nvPr/>
        </p:nvGrpSpPr>
        <p:grpSpPr>
          <a:xfrm rot="10800000">
            <a:off x="4294793" y="3760088"/>
            <a:ext cx="4027394" cy="1730099"/>
            <a:chOff x="678180" y="2251709"/>
            <a:chExt cx="4051991" cy="1730099"/>
          </a:xfrm>
        </p:grpSpPr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192CE1C7-4532-B29E-C0AA-035E44CF61C6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78180" y="2251709"/>
              <a:ext cx="0" cy="1210209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367A6156-32CA-3606-184F-09055CE477B3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78180" y="2261870"/>
              <a:ext cx="1988198" cy="282292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013C45A0-50A0-0392-BA90-7CC46F4F8BA0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4720590" y="2820262"/>
              <a:ext cx="0" cy="1161546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8F0510EF-B499-A7FF-F2C4-89E49773E989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714737" y="2571939"/>
              <a:ext cx="0" cy="1396088"/>
            </a:xfrm>
            <a:prstGeom prst="line">
              <a:avLst/>
            </a:prstGeom>
            <a:ln w="38100">
              <a:solidFill>
                <a:srgbClr val="FF000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3F593E83-D0CE-62A9-5D70-536847D0963D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780607" y="2551951"/>
              <a:ext cx="1949564" cy="268311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BFED6974-96CA-E7E8-81AB-A6906B751266}"/>
              </a:ext>
            </a:extLst>
          </p:cNvPr>
          <p:cNvGrpSpPr/>
          <p:nvPr/>
        </p:nvGrpSpPr>
        <p:grpSpPr>
          <a:xfrm>
            <a:off x="4304374" y="1682803"/>
            <a:ext cx="4027336" cy="1730099"/>
            <a:chOff x="678179" y="2251709"/>
            <a:chExt cx="4051992" cy="1730099"/>
          </a:xfrm>
        </p:grpSpPr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B874891E-445A-9E40-2DA2-A7F5BC7F4E47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78180" y="2251709"/>
              <a:ext cx="0" cy="1210209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00BC061E-1775-63A1-A855-21A61DFC7296}"/>
                </a:ext>
              </a:extLst>
            </p:cNvPr>
            <p:cNvCxnSpPr>
              <a:cxnSpLocks/>
            </p:cNvCxnSpPr>
            <p:nvPr/>
          </p:nvCxnSpPr>
          <p:spPr>
            <a:xfrm>
              <a:off x="678179" y="2261869"/>
              <a:ext cx="2005826" cy="282292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2680A7B8-EFF3-B0CA-91D7-0139FDED3EC6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4720590" y="2820262"/>
              <a:ext cx="0" cy="1161546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D3335586-006B-3427-5940-C04E54F19229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693700" y="2566670"/>
              <a:ext cx="0" cy="1396088"/>
            </a:xfrm>
            <a:prstGeom prst="line">
              <a:avLst/>
            </a:prstGeom>
            <a:ln w="38100">
              <a:solidFill>
                <a:srgbClr val="FF000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43CD254C-1442-FBC5-02EA-E76DBC196E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32363" y="2544161"/>
              <a:ext cx="1997808" cy="276102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095300A7-9526-E124-F231-ECCC32999EEA}"/>
              </a:ext>
            </a:extLst>
          </p:cNvPr>
          <p:cNvCxnSpPr>
            <a:cxnSpLocks/>
          </p:cNvCxnSpPr>
          <p:nvPr/>
        </p:nvCxnSpPr>
        <p:spPr>
          <a:xfrm>
            <a:off x="8324506" y="3493610"/>
            <a:ext cx="0" cy="668751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5E1F6664-3E69-FA10-AECF-59244364B2C2}"/>
              </a:ext>
            </a:extLst>
          </p:cNvPr>
          <p:cNvCxnSpPr>
            <a:cxnSpLocks/>
          </p:cNvCxnSpPr>
          <p:nvPr/>
        </p:nvCxnSpPr>
        <p:spPr>
          <a:xfrm>
            <a:off x="4304954" y="2961959"/>
            <a:ext cx="0" cy="688784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D750FE04-4F96-BFFD-7C36-F64A1131C142}"/>
              </a:ext>
            </a:extLst>
          </p:cNvPr>
          <p:cNvCxnSpPr>
            <a:cxnSpLocks/>
          </p:cNvCxnSpPr>
          <p:nvPr/>
        </p:nvCxnSpPr>
        <p:spPr>
          <a:xfrm>
            <a:off x="6297993" y="3393852"/>
            <a:ext cx="0" cy="307563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7" name="Graphic 136">
            <a:extLst>
              <a:ext uri="{FF2B5EF4-FFF2-40B4-BE49-F238E27FC236}">
                <a16:creationId xmlns:a16="http://schemas.microsoft.com/office/drawing/2014/main" id="{0A35DC9E-4271-AF0D-5112-502B1A1F33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89964" y="2988230"/>
            <a:ext cx="704850" cy="361950"/>
          </a:xfrm>
          <a:prstGeom prst="rect">
            <a:avLst/>
          </a:prstGeom>
        </p:spPr>
      </p:pic>
      <p:pic>
        <p:nvPicPr>
          <p:cNvPr id="138" name="Graphic 137">
            <a:extLst>
              <a:ext uri="{FF2B5EF4-FFF2-40B4-BE49-F238E27FC236}">
                <a16:creationId xmlns:a16="http://schemas.microsoft.com/office/drawing/2014/main" id="{E92BA0C1-0D04-107D-15D9-6225A65F56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82163" y="2799398"/>
            <a:ext cx="695325" cy="361950"/>
          </a:xfrm>
          <a:prstGeom prst="rect">
            <a:avLst/>
          </a:prstGeom>
        </p:spPr>
      </p:pic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482EA790-AB9A-659A-049D-A01FCD45D5F2}"/>
              </a:ext>
            </a:extLst>
          </p:cNvPr>
          <p:cNvCxnSpPr>
            <a:cxnSpLocks/>
          </p:cNvCxnSpPr>
          <p:nvPr/>
        </p:nvCxnSpPr>
        <p:spPr>
          <a:xfrm flipH="1" flipV="1">
            <a:off x="5108121" y="3176588"/>
            <a:ext cx="1119967" cy="388511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C7312254-BC40-9446-348B-6807F48C5346}"/>
              </a:ext>
            </a:extLst>
          </p:cNvPr>
          <p:cNvCxnSpPr>
            <a:cxnSpLocks/>
          </p:cNvCxnSpPr>
          <p:nvPr/>
        </p:nvCxnSpPr>
        <p:spPr>
          <a:xfrm flipH="1" flipV="1">
            <a:off x="4094814" y="1961654"/>
            <a:ext cx="2173046" cy="742716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E9C2489-1BD2-3A19-75C4-FAB4382DFCBF}"/>
              </a:ext>
            </a:extLst>
          </p:cNvPr>
          <p:cNvCxnSpPr>
            <a:cxnSpLocks/>
          </p:cNvCxnSpPr>
          <p:nvPr/>
        </p:nvCxnSpPr>
        <p:spPr>
          <a:xfrm flipH="1">
            <a:off x="4836765" y="5064360"/>
            <a:ext cx="265662" cy="71080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3D6FA13-D401-EC6E-9976-7676BBBDDCF5}"/>
              </a:ext>
            </a:extLst>
          </p:cNvPr>
          <p:cNvCxnSpPr>
            <a:cxnSpLocks/>
          </p:cNvCxnSpPr>
          <p:nvPr/>
        </p:nvCxnSpPr>
        <p:spPr>
          <a:xfrm flipH="1">
            <a:off x="4836764" y="5354769"/>
            <a:ext cx="2497358" cy="420393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1465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78BC048-7EC1-C95E-71EB-862A7C2E9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E85454F-42D9-0385-8C4C-ED152DCD78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2534" t="4642" r="8570" b="6179"/>
          <a:stretch>
            <a:fillRect/>
          </a:stretch>
        </p:blipFill>
        <p:spPr>
          <a:xfrm>
            <a:off x="3226817" y="1495551"/>
            <a:ext cx="6786880" cy="260096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653A387-9357-F135-1882-8182443BAB63}"/>
              </a:ext>
            </a:extLst>
          </p:cNvPr>
          <p:cNvSpPr/>
          <p:nvPr/>
        </p:nvSpPr>
        <p:spPr>
          <a:xfrm>
            <a:off x="4149344" y="4214368"/>
            <a:ext cx="1804416" cy="2316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118A73-778E-FE66-7013-3128145E65F3}"/>
              </a:ext>
            </a:extLst>
          </p:cNvPr>
          <p:cNvSpPr/>
          <p:nvPr/>
        </p:nvSpPr>
        <p:spPr>
          <a:xfrm>
            <a:off x="8056880" y="4214368"/>
            <a:ext cx="1804416" cy="2316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3131378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E034EE8-5C3A-1D36-6B50-CA25E4EE8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3BA984C-1906-1124-5CEB-052C6CEAC9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88" t="45333" r="45085" b="5185"/>
          <a:stretch>
            <a:fillRect/>
          </a:stretch>
        </p:blipFill>
        <p:spPr>
          <a:xfrm>
            <a:off x="2339937" y="487679"/>
            <a:ext cx="6879349" cy="5666345"/>
          </a:xfrm>
          <a:prstGeom prst="rect">
            <a:avLst/>
          </a:prstGeom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2699BC9-925A-2679-FAA2-0A6083FF25BE}"/>
              </a:ext>
            </a:extLst>
          </p:cNvPr>
          <p:cNvSpPr/>
          <p:nvPr/>
        </p:nvSpPr>
        <p:spPr>
          <a:xfrm>
            <a:off x="7421880" y="3254014"/>
            <a:ext cx="1711136" cy="649732"/>
          </a:xfrm>
          <a:custGeom>
            <a:avLst/>
            <a:gdLst>
              <a:gd name="csX0" fmla="*/ 0 w 1652270"/>
              <a:gd name="csY0" fmla="*/ 552450 h 627380"/>
              <a:gd name="csX1" fmla="*/ 932180 w 1652270"/>
              <a:gd name="csY1" fmla="*/ 0 h 627380"/>
              <a:gd name="csX2" fmla="*/ 1652270 w 1652270"/>
              <a:gd name="csY2" fmla="*/ 78740 h 627380"/>
              <a:gd name="csX3" fmla="*/ 723900 w 1652270"/>
              <a:gd name="csY3" fmla="*/ 627380 h 627380"/>
              <a:gd name="csX4" fmla="*/ 0 w 1652270"/>
              <a:gd name="csY4" fmla="*/ 552450 h 6273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52270" h="627380">
                <a:moveTo>
                  <a:pt x="0" y="552450"/>
                </a:moveTo>
                <a:lnTo>
                  <a:pt x="932180" y="0"/>
                </a:lnTo>
                <a:lnTo>
                  <a:pt x="1652270" y="78740"/>
                </a:lnTo>
                <a:lnTo>
                  <a:pt x="723900" y="627380"/>
                </a:lnTo>
                <a:lnTo>
                  <a:pt x="0" y="552450"/>
                </a:lnTo>
                <a:close/>
              </a:path>
            </a:pathLst>
          </a:custGeom>
          <a:solidFill>
            <a:srgbClr val="00B6FD"/>
          </a:solidFill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03C3C90-F79D-854B-7CD8-C8FA37D02B9C}"/>
              </a:ext>
            </a:extLst>
          </p:cNvPr>
          <p:cNvSpPr/>
          <p:nvPr/>
        </p:nvSpPr>
        <p:spPr>
          <a:xfrm>
            <a:off x="4583049" y="2952751"/>
            <a:ext cx="2441859" cy="729234"/>
          </a:xfrm>
          <a:custGeom>
            <a:avLst/>
            <a:gdLst>
              <a:gd name="csX0" fmla="*/ 0 w 2379345"/>
              <a:gd name="csY0" fmla="*/ 546735 h 710565"/>
              <a:gd name="csX1" fmla="*/ 1461135 w 2379345"/>
              <a:gd name="csY1" fmla="*/ 710565 h 710565"/>
              <a:gd name="csX2" fmla="*/ 2379345 w 2379345"/>
              <a:gd name="csY2" fmla="*/ 160020 h 710565"/>
              <a:gd name="csX3" fmla="*/ 916305 w 2379345"/>
              <a:gd name="csY3" fmla="*/ 0 h 710565"/>
              <a:gd name="csX4" fmla="*/ 0 w 2379345"/>
              <a:gd name="csY4" fmla="*/ 546735 h 7105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79345" h="710565">
                <a:moveTo>
                  <a:pt x="0" y="546735"/>
                </a:moveTo>
                <a:lnTo>
                  <a:pt x="1461135" y="710565"/>
                </a:lnTo>
                <a:lnTo>
                  <a:pt x="2379345" y="160020"/>
                </a:lnTo>
                <a:lnTo>
                  <a:pt x="916305" y="0"/>
                </a:lnTo>
                <a:lnTo>
                  <a:pt x="0" y="546735"/>
                </a:lnTo>
                <a:close/>
              </a:path>
            </a:pathLst>
          </a:custGeom>
          <a:solidFill>
            <a:srgbClr val="FC9933"/>
          </a:solidFill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33F26C2-04ED-BCEC-855E-9B6B29776CBD}"/>
              </a:ext>
            </a:extLst>
          </p:cNvPr>
          <p:cNvCxnSpPr>
            <a:cxnSpLocks/>
          </p:cNvCxnSpPr>
          <p:nvPr/>
        </p:nvCxnSpPr>
        <p:spPr>
          <a:xfrm>
            <a:off x="2811780" y="1524000"/>
            <a:ext cx="0" cy="3608070"/>
          </a:xfrm>
          <a:prstGeom prst="line">
            <a:avLst/>
          </a:prstGeom>
          <a:ln w="63500">
            <a:solidFill>
              <a:srgbClr val="FF0000"/>
            </a:solidFill>
            <a:headEnd type="none" w="sm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87F7298-C1D2-2944-80CF-54CC5BD2DD15}"/>
              </a:ext>
            </a:extLst>
          </p:cNvPr>
          <p:cNvCxnSpPr>
            <a:cxnSpLocks/>
          </p:cNvCxnSpPr>
          <p:nvPr/>
        </p:nvCxnSpPr>
        <p:spPr>
          <a:xfrm>
            <a:off x="5231130" y="1812330"/>
            <a:ext cx="0" cy="3533100"/>
          </a:xfrm>
          <a:prstGeom prst="line">
            <a:avLst/>
          </a:prstGeom>
          <a:ln w="635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429EC59-8FC9-F557-2258-88CC7DBC6DC8}"/>
              </a:ext>
            </a:extLst>
          </p:cNvPr>
          <p:cNvCxnSpPr>
            <a:cxnSpLocks/>
          </p:cNvCxnSpPr>
          <p:nvPr/>
        </p:nvCxnSpPr>
        <p:spPr>
          <a:xfrm>
            <a:off x="2811780" y="1546860"/>
            <a:ext cx="2419350" cy="265470"/>
          </a:xfrm>
          <a:prstGeom prst="line">
            <a:avLst/>
          </a:prstGeom>
          <a:ln w="63500">
            <a:solidFill>
              <a:srgbClr val="FF0000"/>
            </a:solidFill>
            <a:headEnd type="none" w="sm" len="sm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2665232-3FCD-6FD5-B9B4-70A7E808FDDA}"/>
              </a:ext>
            </a:extLst>
          </p:cNvPr>
          <p:cNvCxnSpPr>
            <a:cxnSpLocks/>
          </p:cNvCxnSpPr>
          <p:nvPr/>
        </p:nvCxnSpPr>
        <p:spPr>
          <a:xfrm>
            <a:off x="2811780" y="5109210"/>
            <a:ext cx="2419350" cy="265470"/>
          </a:xfrm>
          <a:prstGeom prst="line">
            <a:avLst/>
          </a:prstGeom>
          <a:ln w="63500">
            <a:solidFill>
              <a:srgbClr val="FF0000"/>
            </a:solidFill>
            <a:headEnd type="none" w="sm" len="sm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Graphic 34">
            <a:extLst>
              <a:ext uri="{FF2B5EF4-FFF2-40B4-BE49-F238E27FC236}">
                <a16:creationId xmlns:a16="http://schemas.microsoft.com/office/drawing/2014/main" id="{406CA8FC-72C5-5D0E-7272-5D07EE2E52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46081" y="3244477"/>
            <a:ext cx="642590" cy="437508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B2D9D69C-E3C9-CA20-E406-F809CD728F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75764" y="3134983"/>
            <a:ext cx="875016" cy="45118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A7C42125-FA7E-9FD9-3F32-FF8DDA07FC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78401" y="3067068"/>
            <a:ext cx="847672" cy="451180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17289C81-17C2-44D0-081D-001DD5A10F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39255" y="4027068"/>
            <a:ext cx="615246" cy="437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551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4685</TotalTime>
  <Words>6</Words>
  <Application>Microsoft Office PowerPoint</Application>
  <PresentationFormat>Widescreen</PresentationFormat>
  <Paragraphs>2</Paragraphs>
  <Slides>6</Slides>
  <Notes>0</Notes>
  <HiddenSlides>5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ROQUE Karl Raymond Dela Cruz</dc:creator>
  <cp:lastModifiedBy>ROQUE Karl Raymond Dela Cruz</cp:lastModifiedBy>
  <cp:revision>5</cp:revision>
  <dcterms:created xsi:type="dcterms:W3CDTF">2026-02-28T12:02:55Z</dcterms:created>
  <dcterms:modified xsi:type="dcterms:W3CDTF">2026-04-30T05:39:36Z</dcterms:modified>
</cp:coreProperties>
</file>